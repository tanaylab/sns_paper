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39333" y="2036227"/>
              <a:ext cx="5130309" cy="1826954"/>
            </a:xfrm>
            <a:custGeom>
              <a:avLst/>
              <a:pathLst>
                <a:path w="5130309" h="1826954">
                  <a:moveTo>
                    <a:pt x="0" y="1736332"/>
                  </a:moveTo>
                  <a:lnTo>
                    <a:pt x="1253" y="1736554"/>
                  </a:lnTo>
                  <a:lnTo>
                    <a:pt x="2727" y="1736776"/>
                  </a:lnTo>
                  <a:lnTo>
                    <a:pt x="4201" y="1736998"/>
                  </a:lnTo>
                  <a:lnTo>
                    <a:pt x="5675" y="1737220"/>
                  </a:lnTo>
                  <a:lnTo>
                    <a:pt x="7150" y="1737443"/>
                  </a:lnTo>
                  <a:lnTo>
                    <a:pt x="8624" y="1737317"/>
                  </a:lnTo>
                  <a:lnTo>
                    <a:pt x="10098" y="1735689"/>
                  </a:lnTo>
                  <a:lnTo>
                    <a:pt x="11572" y="1734463"/>
                  </a:lnTo>
                  <a:lnTo>
                    <a:pt x="13047" y="1732993"/>
                  </a:lnTo>
                  <a:lnTo>
                    <a:pt x="14521" y="1730425"/>
                  </a:lnTo>
                  <a:lnTo>
                    <a:pt x="15995" y="1727856"/>
                  </a:lnTo>
                  <a:lnTo>
                    <a:pt x="17469" y="1723815"/>
                  </a:lnTo>
                  <a:lnTo>
                    <a:pt x="18944" y="1718829"/>
                  </a:lnTo>
                  <a:lnTo>
                    <a:pt x="20418" y="1713590"/>
                  </a:lnTo>
                  <a:lnTo>
                    <a:pt x="21892" y="1709125"/>
                  </a:lnTo>
                  <a:lnTo>
                    <a:pt x="23366" y="1704883"/>
                  </a:lnTo>
                  <a:lnTo>
                    <a:pt x="24841" y="1700239"/>
                  </a:lnTo>
                  <a:lnTo>
                    <a:pt x="26315" y="1695854"/>
                  </a:lnTo>
                  <a:lnTo>
                    <a:pt x="27789" y="1691470"/>
                  </a:lnTo>
                  <a:lnTo>
                    <a:pt x="29263" y="1686249"/>
                  </a:lnTo>
                  <a:lnTo>
                    <a:pt x="30738" y="1679178"/>
                  </a:lnTo>
                  <a:lnTo>
                    <a:pt x="32212" y="1671386"/>
                  </a:lnTo>
                  <a:lnTo>
                    <a:pt x="33686" y="1663593"/>
                  </a:lnTo>
                  <a:lnTo>
                    <a:pt x="35160" y="1655838"/>
                  </a:lnTo>
                  <a:lnTo>
                    <a:pt x="36635" y="1648823"/>
                  </a:lnTo>
                  <a:lnTo>
                    <a:pt x="38109" y="1641807"/>
                  </a:lnTo>
                  <a:lnTo>
                    <a:pt x="39583" y="1635758"/>
                  </a:lnTo>
                  <a:lnTo>
                    <a:pt x="41057" y="1630376"/>
                  </a:lnTo>
                  <a:lnTo>
                    <a:pt x="42532" y="1626037"/>
                  </a:lnTo>
                  <a:lnTo>
                    <a:pt x="44006" y="1621697"/>
                  </a:lnTo>
                  <a:lnTo>
                    <a:pt x="45480" y="1616831"/>
                  </a:lnTo>
                  <a:lnTo>
                    <a:pt x="46954" y="1612224"/>
                  </a:lnTo>
                  <a:lnTo>
                    <a:pt x="48429" y="1607357"/>
                  </a:lnTo>
                  <a:lnTo>
                    <a:pt x="49903" y="1602491"/>
                  </a:lnTo>
                  <a:lnTo>
                    <a:pt x="51377" y="1598524"/>
                  </a:lnTo>
                  <a:lnTo>
                    <a:pt x="52851" y="1597200"/>
                  </a:lnTo>
                  <a:lnTo>
                    <a:pt x="54326" y="1597200"/>
                  </a:lnTo>
                  <a:lnTo>
                    <a:pt x="55800" y="1597200"/>
                  </a:lnTo>
                  <a:lnTo>
                    <a:pt x="57274" y="1597200"/>
                  </a:lnTo>
                  <a:lnTo>
                    <a:pt x="58748" y="1597200"/>
                  </a:lnTo>
                  <a:lnTo>
                    <a:pt x="60223" y="1597200"/>
                  </a:lnTo>
                  <a:lnTo>
                    <a:pt x="61697" y="1597422"/>
                  </a:lnTo>
                  <a:lnTo>
                    <a:pt x="63171" y="1597645"/>
                  </a:lnTo>
                  <a:lnTo>
                    <a:pt x="64645" y="1597645"/>
                  </a:lnTo>
                  <a:lnTo>
                    <a:pt x="66120" y="1597644"/>
                  </a:lnTo>
                  <a:lnTo>
                    <a:pt x="67594" y="1598046"/>
                  </a:lnTo>
                  <a:lnTo>
                    <a:pt x="69068" y="1598448"/>
                  </a:lnTo>
                  <a:lnTo>
                    <a:pt x="70542" y="1598448"/>
                  </a:lnTo>
                  <a:lnTo>
                    <a:pt x="72017" y="1598226"/>
                  </a:lnTo>
                  <a:lnTo>
                    <a:pt x="73491" y="1598779"/>
                  </a:lnTo>
                  <a:lnTo>
                    <a:pt x="74965" y="1600406"/>
                  </a:lnTo>
                  <a:lnTo>
                    <a:pt x="76439" y="1602035"/>
                  </a:lnTo>
                  <a:lnTo>
                    <a:pt x="77914" y="1603662"/>
                  </a:lnTo>
                  <a:lnTo>
                    <a:pt x="79388" y="1605290"/>
                  </a:lnTo>
                  <a:lnTo>
                    <a:pt x="80862" y="1606918"/>
                  </a:lnTo>
                  <a:lnTo>
                    <a:pt x="82336" y="1608546"/>
                  </a:lnTo>
                  <a:lnTo>
                    <a:pt x="83811" y="1610174"/>
                  </a:lnTo>
                  <a:lnTo>
                    <a:pt x="85285" y="1611802"/>
                  </a:lnTo>
                  <a:lnTo>
                    <a:pt x="86759" y="1613430"/>
                  </a:lnTo>
                  <a:lnTo>
                    <a:pt x="88233" y="1615524"/>
                  </a:lnTo>
                  <a:lnTo>
                    <a:pt x="89707" y="1618718"/>
                  </a:lnTo>
                  <a:lnTo>
                    <a:pt x="91182" y="1621911"/>
                  </a:lnTo>
                  <a:lnTo>
                    <a:pt x="92656" y="1626835"/>
                  </a:lnTo>
                  <a:lnTo>
                    <a:pt x="94130" y="1632705"/>
                  </a:lnTo>
                  <a:lnTo>
                    <a:pt x="95604" y="1638828"/>
                  </a:lnTo>
                  <a:lnTo>
                    <a:pt x="97079" y="1644176"/>
                  </a:lnTo>
                  <a:lnTo>
                    <a:pt x="98553" y="1649302"/>
                  </a:lnTo>
                  <a:lnTo>
                    <a:pt x="100027" y="1654428"/>
                  </a:lnTo>
                  <a:lnTo>
                    <a:pt x="101501" y="1659294"/>
                  </a:lnTo>
                  <a:lnTo>
                    <a:pt x="102976" y="1664161"/>
                  </a:lnTo>
                  <a:lnTo>
                    <a:pt x="104450" y="1669864"/>
                  </a:lnTo>
                  <a:lnTo>
                    <a:pt x="105924" y="1676934"/>
                  </a:lnTo>
                  <a:lnTo>
                    <a:pt x="107398" y="1684727"/>
                  </a:lnTo>
                  <a:lnTo>
                    <a:pt x="108873" y="1692779"/>
                  </a:lnTo>
                  <a:lnTo>
                    <a:pt x="110347" y="1700534"/>
                  </a:lnTo>
                  <a:lnTo>
                    <a:pt x="111821" y="1707549"/>
                  </a:lnTo>
                  <a:lnTo>
                    <a:pt x="113295" y="1714564"/>
                  </a:lnTo>
                  <a:lnTo>
                    <a:pt x="114770" y="1720392"/>
                  </a:lnTo>
                  <a:lnTo>
                    <a:pt x="116244" y="1725551"/>
                  </a:lnTo>
                  <a:lnTo>
                    <a:pt x="117718" y="1729668"/>
                  </a:lnTo>
                  <a:lnTo>
                    <a:pt x="119192" y="1733785"/>
                  </a:lnTo>
                  <a:lnTo>
                    <a:pt x="120667" y="1738170"/>
                  </a:lnTo>
                  <a:lnTo>
                    <a:pt x="122141" y="1742554"/>
                  </a:lnTo>
                  <a:lnTo>
                    <a:pt x="123615" y="1747199"/>
                  </a:lnTo>
                  <a:lnTo>
                    <a:pt x="125089" y="1752065"/>
                  </a:lnTo>
                  <a:lnTo>
                    <a:pt x="126564" y="1756031"/>
                  </a:lnTo>
                  <a:lnTo>
                    <a:pt x="128038" y="1757578"/>
                  </a:lnTo>
                  <a:lnTo>
                    <a:pt x="129512" y="1757800"/>
                  </a:lnTo>
                  <a:lnTo>
                    <a:pt x="130986" y="1757800"/>
                  </a:lnTo>
                  <a:lnTo>
                    <a:pt x="132461" y="1757800"/>
                  </a:lnTo>
                  <a:lnTo>
                    <a:pt x="133935" y="1757800"/>
                  </a:lnTo>
                  <a:lnTo>
                    <a:pt x="135409" y="1757800"/>
                  </a:lnTo>
                  <a:lnTo>
                    <a:pt x="136883" y="1757088"/>
                  </a:lnTo>
                  <a:lnTo>
                    <a:pt x="138358" y="1755016"/>
                  </a:lnTo>
                  <a:lnTo>
                    <a:pt x="139832" y="1753165"/>
                  </a:lnTo>
                  <a:lnTo>
                    <a:pt x="141306" y="1751315"/>
                  </a:lnTo>
                  <a:lnTo>
                    <a:pt x="142780" y="1749465"/>
                  </a:lnTo>
                  <a:lnTo>
                    <a:pt x="144255" y="1746707"/>
                  </a:lnTo>
                  <a:lnTo>
                    <a:pt x="145729" y="1742111"/>
                  </a:lnTo>
                  <a:lnTo>
                    <a:pt x="147203" y="1736776"/>
                  </a:lnTo>
                  <a:lnTo>
                    <a:pt x="148677" y="1729658"/>
                  </a:lnTo>
                  <a:lnTo>
                    <a:pt x="150152" y="1719747"/>
                  </a:lnTo>
                  <a:lnTo>
                    <a:pt x="151626" y="1709091"/>
                  </a:lnTo>
                  <a:lnTo>
                    <a:pt x="153100" y="1697692"/>
                  </a:lnTo>
                  <a:lnTo>
                    <a:pt x="154574" y="1686293"/>
                  </a:lnTo>
                  <a:lnTo>
                    <a:pt x="156049" y="1674656"/>
                  </a:lnTo>
                  <a:lnTo>
                    <a:pt x="157523" y="1662483"/>
                  </a:lnTo>
                  <a:lnTo>
                    <a:pt x="158997" y="1650498"/>
                  </a:lnTo>
                  <a:lnTo>
                    <a:pt x="160471" y="1639099"/>
                  </a:lnTo>
                  <a:lnTo>
                    <a:pt x="161946" y="1627229"/>
                  </a:lnTo>
                  <a:lnTo>
                    <a:pt x="163420" y="1614833"/>
                  </a:lnTo>
                  <a:lnTo>
                    <a:pt x="164894" y="1602437"/>
                  </a:lnTo>
                  <a:lnTo>
                    <a:pt x="166368" y="1590461"/>
                  </a:lnTo>
                  <a:lnTo>
                    <a:pt x="167843" y="1579196"/>
                  </a:lnTo>
                  <a:lnTo>
                    <a:pt x="169317" y="1567757"/>
                  </a:lnTo>
                  <a:lnTo>
                    <a:pt x="170791" y="1557542"/>
                  </a:lnTo>
                  <a:lnTo>
                    <a:pt x="172265" y="1549200"/>
                  </a:lnTo>
                  <a:lnTo>
                    <a:pt x="173740" y="1541553"/>
                  </a:lnTo>
                  <a:lnTo>
                    <a:pt x="175214" y="1534940"/>
                  </a:lnTo>
                  <a:lnTo>
                    <a:pt x="176688" y="1528328"/>
                  </a:lnTo>
                  <a:lnTo>
                    <a:pt x="178162" y="1522080"/>
                  </a:lnTo>
                  <a:lnTo>
                    <a:pt x="179637" y="1516732"/>
                  </a:lnTo>
                  <a:lnTo>
                    <a:pt x="181111" y="1511644"/>
                  </a:lnTo>
                  <a:lnTo>
                    <a:pt x="182585" y="1506555"/>
                  </a:lnTo>
                  <a:lnTo>
                    <a:pt x="184059" y="1502035"/>
                  </a:lnTo>
                  <a:lnTo>
                    <a:pt x="185534" y="1498582"/>
                  </a:lnTo>
                  <a:lnTo>
                    <a:pt x="187008" y="1495130"/>
                  </a:lnTo>
                  <a:lnTo>
                    <a:pt x="188482" y="1491937"/>
                  </a:lnTo>
                  <a:lnTo>
                    <a:pt x="189956" y="1489041"/>
                  </a:lnTo>
                  <a:lnTo>
                    <a:pt x="191431" y="1487673"/>
                  </a:lnTo>
                  <a:lnTo>
                    <a:pt x="192905" y="1486305"/>
                  </a:lnTo>
                  <a:lnTo>
                    <a:pt x="194379" y="1486393"/>
                  </a:lnTo>
                  <a:lnTo>
                    <a:pt x="195853" y="1486875"/>
                  </a:lnTo>
                  <a:lnTo>
                    <a:pt x="197328" y="1487357"/>
                  </a:lnTo>
                  <a:lnTo>
                    <a:pt x="198802" y="1487839"/>
                  </a:lnTo>
                  <a:lnTo>
                    <a:pt x="200276" y="1488098"/>
                  </a:lnTo>
                  <a:lnTo>
                    <a:pt x="201750" y="1488358"/>
                  </a:lnTo>
                  <a:lnTo>
                    <a:pt x="203225" y="1488618"/>
                  </a:lnTo>
                  <a:lnTo>
                    <a:pt x="204699" y="1487917"/>
                  </a:lnTo>
                  <a:lnTo>
                    <a:pt x="206173" y="1486549"/>
                  </a:lnTo>
                  <a:lnTo>
                    <a:pt x="207647" y="1484921"/>
                  </a:lnTo>
                  <a:lnTo>
                    <a:pt x="209122" y="1483293"/>
                  </a:lnTo>
                  <a:lnTo>
                    <a:pt x="210596" y="1481443"/>
                  </a:lnTo>
                  <a:lnTo>
                    <a:pt x="212070" y="1480304"/>
                  </a:lnTo>
                  <a:lnTo>
                    <a:pt x="213544" y="1480304"/>
                  </a:lnTo>
                  <a:lnTo>
                    <a:pt x="215019" y="1480304"/>
                  </a:lnTo>
                  <a:lnTo>
                    <a:pt x="216493" y="1480304"/>
                  </a:lnTo>
                  <a:lnTo>
                    <a:pt x="217967" y="1480304"/>
                  </a:lnTo>
                  <a:lnTo>
                    <a:pt x="219441" y="1480068"/>
                  </a:lnTo>
                  <a:lnTo>
                    <a:pt x="220916" y="1481212"/>
                  </a:lnTo>
                  <a:lnTo>
                    <a:pt x="222390" y="1483094"/>
                  </a:lnTo>
                  <a:lnTo>
                    <a:pt x="223864" y="1486982"/>
                  </a:lnTo>
                  <a:lnTo>
                    <a:pt x="225338" y="1493662"/>
                  </a:lnTo>
                  <a:lnTo>
                    <a:pt x="226813" y="1501862"/>
                  </a:lnTo>
                  <a:lnTo>
                    <a:pt x="228287" y="1511633"/>
                  </a:lnTo>
                  <a:lnTo>
                    <a:pt x="229761" y="1521405"/>
                  </a:lnTo>
                  <a:lnTo>
                    <a:pt x="231235" y="1531413"/>
                  </a:lnTo>
                  <a:lnTo>
                    <a:pt x="232710" y="1541959"/>
                  </a:lnTo>
                  <a:lnTo>
                    <a:pt x="234184" y="1552094"/>
                  </a:lnTo>
                  <a:lnTo>
                    <a:pt x="235658" y="1561865"/>
                  </a:lnTo>
                  <a:lnTo>
                    <a:pt x="237132" y="1572107"/>
                  </a:lnTo>
                  <a:lnTo>
                    <a:pt x="238607" y="1582653"/>
                  </a:lnTo>
                  <a:lnTo>
                    <a:pt x="240081" y="1593198"/>
                  </a:lnTo>
                  <a:lnTo>
                    <a:pt x="241555" y="1604589"/>
                  </a:lnTo>
                  <a:lnTo>
                    <a:pt x="243029" y="1615595"/>
                  </a:lnTo>
                  <a:lnTo>
                    <a:pt x="244504" y="1626775"/>
                  </a:lnTo>
                  <a:lnTo>
                    <a:pt x="245978" y="1636507"/>
                  </a:lnTo>
                  <a:lnTo>
                    <a:pt x="247452" y="1644367"/>
                  </a:lnTo>
                  <a:lnTo>
                    <a:pt x="248926" y="1651532"/>
                  </a:lnTo>
                  <a:lnTo>
                    <a:pt x="250401" y="1657663"/>
                  </a:lnTo>
                  <a:lnTo>
                    <a:pt x="251875" y="1664016"/>
                  </a:lnTo>
                  <a:lnTo>
                    <a:pt x="253349" y="1670004"/>
                  </a:lnTo>
                  <a:lnTo>
                    <a:pt x="254823" y="1675093"/>
                  </a:lnTo>
                  <a:lnTo>
                    <a:pt x="256298" y="1680181"/>
                  </a:lnTo>
                  <a:lnTo>
                    <a:pt x="257772" y="1685047"/>
                  </a:lnTo>
                  <a:lnTo>
                    <a:pt x="259246" y="1689086"/>
                  </a:lnTo>
                  <a:lnTo>
                    <a:pt x="260720" y="1692316"/>
                  </a:lnTo>
                  <a:lnTo>
                    <a:pt x="262195" y="1695547"/>
                  </a:lnTo>
                  <a:lnTo>
                    <a:pt x="263669" y="1698518"/>
                  </a:lnTo>
                  <a:lnTo>
                    <a:pt x="265143" y="1701413"/>
                  </a:lnTo>
                  <a:lnTo>
                    <a:pt x="266617" y="1702781"/>
                  </a:lnTo>
                  <a:lnTo>
                    <a:pt x="268092" y="1704150"/>
                  </a:lnTo>
                  <a:lnTo>
                    <a:pt x="269566" y="1704061"/>
                  </a:lnTo>
                  <a:lnTo>
                    <a:pt x="271040" y="1703579"/>
                  </a:lnTo>
                  <a:lnTo>
                    <a:pt x="272514" y="1703097"/>
                  </a:lnTo>
                  <a:lnTo>
                    <a:pt x="273989" y="1702214"/>
                  </a:lnTo>
                  <a:lnTo>
                    <a:pt x="275463" y="1701330"/>
                  </a:lnTo>
                  <a:lnTo>
                    <a:pt x="276937" y="1700446"/>
                  </a:lnTo>
                  <a:lnTo>
                    <a:pt x="278411" y="1699562"/>
                  </a:lnTo>
                  <a:lnTo>
                    <a:pt x="279886" y="1699639"/>
                  </a:lnTo>
                  <a:lnTo>
                    <a:pt x="281360" y="1700605"/>
                  </a:lnTo>
                  <a:lnTo>
                    <a:pt x="282834" y="1701831"/>
                  </a:lnTo>
                  <a:lnTo>
                    <a:pt x="284308" y="1703057"/>
                  </a:lnTo>
                  <a:lnTo>
                    <a:pt x="285782" y="1704505"/>
                  </a:lnTo>
                  <a:lnTo>
                    <a:pt x="287257" y="1705731"/>
                  </a:lnTo>
                  <a:lnTo>
                    <a:pt x="288731" y="1707180"/>
                  </a:lnTo>
                  <a:lnTo>
                    <a:pt x="290205" y="1708628"/>
                  </a:lnTo>
                  <a:lnTo>
                    <a:pt x="291679" y="1710076"/>
                  </a:lnTo>
                  <a:lnTo>
                    <a:pt x="293154" y="1711035"/>
                  </a:lnTo>
                  <a:lnTo>
                    <a:pt x="294628" y="1711777"/>
                  </a:lnTo>
                  <a:lnTo>
                    <a:pt x="296102" y="1712977"/>
                  </a:lnTo>
                  <a:lnTo>
                    <a:pt x="297576" y="1714580"/>
                  </a:lnTo>
                  <a:lnTo>
                    <a:pt x="299051" y="1715960"/>
                  </a:lnTo>
                  <a:lnTo>
                    <a:pt x="300525" y="1717341"/>
                  </a:lnTo>
                  <a:lnTo>
                    <a:pt x="301999" y="1718169"/>
                  </a:lnTo>
                  <a:lnTo>
                    <a:pt x="303473" y="1718169"/>
                  </a:lnTo>
                  <a:lnTo>
                    <a:pt x="304948" y="1718429"/>
                  </a:lnTo>
                  <a:lnTo>
                    <a:pt x="306422" y="1718021"/>
                  </a:lnTo>
                  <a:lnTo>
                    <a:pt x="307896" y="1716678"/>
                  </a:lnTo>
                  <a:lnTo>
                    <a:pt x="309370" y="1715558"/>
                  </a:lnTo>
                  <a:lnTo>
                    <a:pt x="310845" y="1713992"/>
                  </a:lnTo>
                  <a:lnTo>
                    <a:pt x="312319" y="1711235"/>
                  </a:lnTo>
                  <a:lnTo>
                    <a:pt x="313793" y="1708479"/>
                  </a:lnTo>
                  <a:lnTo>
                    <a:pt x="315267" y="1706060"/>
                  </a:lnTo>
                  <a:lnTo>
                    <a:pt x="316742" y="1703453"/>
                  </a:lnTo>
                  <a:lnTo>
                    <a:pt x="318216" y="1700792"/>
                  </a:lnTo>
                  <a:lnTo>
                    <a:pt x="319690" y="1697866"/>
                  </a:lnTo>
                  <a:lnTo>
                    <a:pt x="321164" y="1693748"/>
                  </a:lnTo>
                  <a:lnTo>
                    <a:pt x="322639" y="1689631"/>
                  </a:lnTo>
                  <a:lnTo>
                    <a:pt x="324113" y="1685247"/>
                  </a:lnTo>
                  <a:lnTo>
                    <a:pt x="325587" y="1680862"/>
                  </a:lnTo>
                  <a:lnTo>
                    <a:pt x="327061" y="1675996"/>
                  </a:lnTo>
                  <a:lnTo>
                    <a:pt x="328536" y="1671935"/>
                  </a:lnTo>
                  <a:lnTo>
                    <a:pt x="330010" y="1668742"/>
                  </a:lnTo>
                  <a:lnTo>
                    <a:pt x="331484" y="1665816"/>
                  </a:lnTo>
                  <a:lnTo>
                    <a:pt x="332958" y="1663339"/>
                  </a:lnTo>
                  <a:lnTo>
                    <a:pt x="334433" y="1662238"/>
                  </a:lnTo>
                  <a:lnTo>
                    <a:pt x="335907" y="1661137"/>
                  </a:lnTo>
                  <a:lnTo>
                    <a:pt x="337381" y="1660036"/>
                  </a:lnTo>
                  <a:lnTo>
                    <a:pt x="338855" y="1658935"/>
                  </a:lnTo>
                  <a:lnTo>
                    <a:pt x="340330" y="1657307"/>
                  </a:lnTo>
                  <a:lnTo>
                    <a:pt x="341804" y="1655679"/>
                  </a:lnTo>
                  <a:lnTo>
                    <a:pt x="343278" y="1655901"/>
                  </a:lnTo>
                  <a:lnTo>
                    <a:pt x="344752" y="1656124"/>
                  </a:lnTo>
                  <a:lnTo>
                    <a:pt x="346227" y="1656346"/>
                  </a:lnTo>
                  <a:lnTo>
                    <a:pt x="347701" y="1656828"/>
                  </a:lnTo>
                  <a:lnTo>
                    <a:pt x="349175" y="1657712"/>
                  </a:lnTo>
                  <a:lnTo>
                    <a:pt x="350649" y="1658336"/>
                  </a:lnTo>
                  <a:lnTo>
                    <a:pt x="352124" y="1658960"/>
                  </a:lnTo>
                  <a:lnTo>
                    <a:pt x="353598" y="1659362"/>
                  </a:lnTo>
                  <a:lnTo>
                    <a:pt x="355072" y="1659763"/>
                  </a:lnTo>
                  <a:lnTo>
                    <a:pt x="356546" y="1660165"/>
                  </a:lnTo>
                  <a:lnTo>
                    <a:pt x="358021" y="1660567"/>
                  </a:lnTo>
                  <a:lnTo>
                    <a:pt x="359495" y="1660969"/>
                  </a:lnTo>
                  <a:lnTo>
                    <a:pt x="360969" y="1661371"/>
                  </a:lnTo>
                  <a:lnTo>
                    <a:pt x="362443" y="1661773"/>
                  </a:lnTo>
                  <a:lnTo>
                    <a:pt x="363918" y="1662175"/>
                  </a:lnTo>
                  <a:lnTo>
                    <a:pt x="365392" y="1662799"/>
                  </a:lnTo>
                  <a:lnTo>
                    <a:pt x="366866" y="1663423"/>
                  </a:lnTo>
                  <a:lnTo>
                    <a:pt x="368340" y="1664537"/>
                  </a:lnTo>
                  <a:lnTo>
                    <a:pt x="369815" y="1666789"/>
                  </a:lnTo>
                  <a:lnTo>
                    <a:pt x="371289" y="1669041"/>
                  </a:lnTo>
                  <a:lnTo>
                    <a:pt x="372763" y="1670891"/>
                  </a:lnTo>
                  <a:lnTo>
                    <a:pt x="374237" y="1672741"/>
                  </a:lnTo>
                  <a:lnTo>
                    <a:pt x="375712" y="1674813"/>
                  </a:lnTo>
                  <a:lnTo>
                    <a:pt x="377186" y="1676465"/>
                  </a:lnTo>
                  <a:lnTo>
                    <a:pt x="378660" y="1676465"/>
                  </a:lnTo>
                  <a:lnTo>
                    <a:pt x="380134" y="1676465"/>
                  </a:lnTo>
                  <a:lnTo>
                    <a:pt x="381609" y="1677399"/>
                  </a:lnTo>
                  <a:lnTo>
                    <a:pt x="383083" y="1679269"/>
                  </a:lnTo>
                  <a:lnTo>
                    <a:pt x="384557" y="1681138"/>
                  </a:lnTo>
                  <a:lnTo>
                    <a:pt x="386031" y="1683231"/>
                  </a:lnTo>
                  <a:lnTo>
                    <a:pt x="387506" y="1686248"/>
                  </a:lnTo>
                  <a:lnTo>
                    <a:pt x="388980" y="1689264"/>
                  </a:lnTo>
                  <a:lnTo>
                    <a:pt x="390454" y="1691275"/>
                  </a:lnTo>
                  <a:lnTo>
                    <a:pt x="391928" y="1691275"/>
                  </a:lnTo>
                  <a:lnTo>
                    <a:pt x="393403" y="1691010"/>
                  </a:lnTo>
                  <a:lnTo>
                    <a:pt x="394877" y="1691010"/>
                  </a:lnTo>
                  <a:lnTo>
                    <a:pt x="396351" y="1692689"/>
                  </a:lnTo>
                  <a:lnTo>
                    <a:pt x="397825" y="1694102"/>
                  </a:lnTo>
                  <a:lnTo>
                    <a:pt x="399300" y="1695934"/>
                  </a:lnTo>
                  <a:lnTo>
                    <a:pt x="400774" y="1699217"/>
                  </a:lnTo>
                  <a:lnTo>
                    <a:pt x="402248" y="1702493"/>
                  </a:lnTo>
                  <a:lnTo>
                    <a:pt x="403722" y="1704964"/>
                  </a:lnTo>
                  <a:lnTo>
                    <a:pt x="405197" y="1706567"/>
                  </a:lnTo>
                  <a:lnTo>
                    <a:pt x="406671" y="1707902"/>
                  </a:lnTo>
                  <a:lnTo>
                    <a:pt x="408145" y="1709010"/>
                  </a:lnTo>
                  <a:lnTo>
                    <a:pt x="409619" y="1708743"/>
                  </a:lnTo>
                  <a:lnTo>
                    <a:pt x="411094" y="1708476"/>
                  </a:lnTo>
                  <a:lnTo>
                    <a:pt x="412568" y="1708915"/>
                  </a:lnTo>
                  <a:lnTo>
                    <a:pt x="414042" y="1710498"/>
                  </a:lnTo>
                  <a:lnTo>
                    <a:pt x="415516" y="1712348"/>
                  </a:lnTo>
                  <a:lnTo>
                    <a:pt x="416991" y="1714458"/>
                  </a:lnTo>
                  <a:lnTo>
                    <a:pt x="418465" y="1714458"/>
                  </a:lnTo>
                  <a:lnTo>
                    <a:pt x="419939" y="1714458"/>
                  </a:lnTo>
                  <a:lnTo>
                    <a:pt x="421413" y="1714458"/>
                  </a:lnTo>
                  <a:lnTo>
                    <a:pt x="422888" y="1714198"/>
                  </a:lnTo>
                  <a:lnTo>
                    <a:pt x="424362" y="1713938"/>
                  </a:lnTo>
                  <a:lnTo>
                    <a:pt x="425836" y="1713716"/>
                  </a:lnTo>
                  <a:lnTo>
                    <a:pt x="427310" y="1713494"/>
                  </a:lnTo>
                  <a:lnTo>
                    <a:pt x="428785" y="1713494"/>
                  </a:lnTo>
                  <a:lnTo>
                    <a:pt x="430259" y="1713494"/>
                  </a:lnTo>
                  <a:lnTo>
                    <a:pt x="431733" y="1713494"/>
                  </a:lnTo>
                  <a:lnTo>
                    <a:pt x="433207" y="1713494"/>
                  </a:lnTo>
                  <a:lnTo>
                    <a:pt x="434682" y="1713494"/>
                  </a:lnTo>
                  <a:lnTo>
                    <a:pt x="436156" y="1713494"/>
                  </a:lnTo>
                  <a:lnTo>
                    <a:pt x="437630" y="1713494"/>
                  </a:lnTo>
                  <a:lnTo>
                    <a:pt x="439104" y="1713092"/>
                  </a:lnTo>
                  <a:lnTo>
                    <a:pt x="440579" y="1712468"/>
                  </a:lnTo>
                  <a:lnTo>
                    <a:pt x="442053" y="1711844"/>
                  </a:lnTo>
                  <a:lnTo>
                    <a:pt x="443527" y="1711220"/>
                  </a:lnTo>
                  <a:lnTo>
                    <a:pt x="445001" y="1710818"/>
                  </a:lnTo>
                  <a:lnTo>
                    <a:pt x="446476" y="1710417"/>
                  </a:lnTo>
                  <a:lnTo>
                    <a:pt x="447950" y="1710416"/>
                  </a:lnTo>
                  <a:lnTo>
                    <a:pt x="449424" y="1710417"/>
                  </a:lnTo>
                  <a:lnTo>
                    <a:pt x="450898" y="1710194"/>
                  </a:lnTo>
                  <a:lnTo>
                    <a:pt x="452373" y="1710171"/>
                  </a:lnTo>
                  <a:lnTo>
                    <a:pt x="453847" y="1711799"/>
                  </a:lnTo>
                  <a:lnTo>
                    <a:pt x="455321" y="1713167"/>
                  </a:lnTo>
                  <a:lnTo>
                    <a:pt x="456795" y="1714268"/>
                  </a:lnTo>
                  <a:lnTo>
                    <a:pt x="458270" y="1715369"/>
                  </a:lnTo>
                  <a:lnTo>
                    <a:pt x="459744" y="1716470"/>
                  </a:lnTo>
                  <a:lnTo>
                    <a:pt x="461218" y="1717571"/>
                  </a:lnTo>
                  <a:lnTo>
                    <a:pt x="462692" y="1719161"/>
                  </a:lnTo>
                  <a:lnTo>
                    <a:pt x="464167" y="1720262"/>
                  </a:lnTo>
                  <a:lnTo>
                    <a:pt x="465641" y="1721196"/>
                  </a:lnTo>
                  <a:lnTo>
                    <a:pt x="467115" y="1723066"/>
                  </a:lnTo>
                  <a:lnTo>
                    <a:pt x="468589" y="1724668"/>
                  </a:lnTo>
                  <a:lnTo>
                    <a:pt x="470064" y="1726004"/>
                  </a:lnTo>
                  <a:lnTo>
                    <a:pt x="471538" y="1727075"/>
                  </a:lnTo>
                  <a:lnTo>
                    <a:pt x="473012" y="1728677"/>
                  </a:lnTo>
                  <a:lnTo>
                    <a:pt x="474486" y="1730129"/>
                  </a:lnTo>
                  <a:lnTo>
                    <a:pt x="475961" y="1728754"/>
                  </a:lnTo>
                  <a:lnTo>
                    <a:pt x="477435" y="1727683"/>
                  </a:lnTo>
                  <a:lnTo>
                    <a:pt x="478909" y="1726612"/>
                  </a:lnTo>
                  <a:lnTo>
                    <a:pt x="480383" y="1725542"/>
                  </a:lnTo>
                  <a:lnTo>
                    <a:pt x="481857" y="1724471"/>
                  </a:lnTo>
                  <a:lnTo>
                    <a:pt x="483332" y="1723400"/>
                  </a:lnTo>
                  <a:lnTo>
                    <a:pt x="484806" y="1720976"/>
                  </a:lnTo>
                  <a:lnTo>
                    <a:pt x="486280" y="1717425"/>
                  </a:lnTo>
                  <a:lnTo>
                    <a:pt x="487754" y="1712698"/>
                  </a:lnTo>
                  <a:lnTo>
                    <a:pt x="489229" y="1706996"/>
                  </a:lnTo>
                  <a:lnTo>
                    <a:pt x="490703" y="1701553"/>
                  </a:lnTo>
                  <a:lnTo>
                    <a:pt x="492177" y="1695638"/>
                  </a:lnTo>
                  <a:lnTo>
                    <a:pt x="493651" y="1689133"/>
                  </a:lnTo>
                  <a:lnTo>
                    <a:pt x="495126" y="1682109"/>
                  </a:lnTo>
                  <a:lnTo>
                    <a:pt x="496600" y="1675085"/>
                  </a:lnTo>
                  <a:lnTo>
                    <a:pt x="498074" y="1668873"/>
                  </a:lnTo>
                  <a:lnTo>
                    <a:pt x="499548" y="1662562"/>
                  </a:lnTo>
                  <a:lnTo>
                    <a:pt x="501023" y="1655760"/>
                  </a:lnTo>
                  <a:lnTo>
                    <a:pt x="502497" y="1648112"/>
                  </a:lnTo>
                  <a:lnTo>
                    <a:pt x="503971" y="1640774"/>
                  </a:lnTo>
                  <a:lnTo>
                    <a:pt x="505445" y="1633435"/>
                  </a:lnTo>
                  <a:lnTo>
                    <a:pt x="506920" y="1626773"/>
                  </a:lnTo>
                  <a:lnTo>
                    <a:pt x="508394" y="1621236"/>
                  </a:lnTo>
                  <a:lnTo>
                    <a:pt x="509868" y="1616243"/>
                  </a:lnTo>
                  <a:lnTo>
                    <a:pt x="511342" y="1609500"/>
                  </a:lnTo>
                  <a:lnTo>
                    <a:pt x="512817" y="1602195"/>
                  </a:lnTo>
                  <a:lnTo>
                    <a:pt x="514291" y="1595375"/>
                  </a:lnTo>
                  <a:lnTo>
                    <a:pt x="515765" y="1589486"/>
                  </a:lnTo>
                  <a:lnTo>
                    <a:pt x="517239" y="1584506"/>
                  </a:lnTo>
                  <a:lnTo>
                    <a:pt x="518714" y="1579526"/>
                  </a:lnTo>
                  <a:lnTo>
                    <a:pt x="520188" y="1574279"/>
                  </a:lnTo>
                  <a:lnTo>
                    <a:pt x="521662" y="1568046"/>
                  </a:lnTo>
                  <a:lnTo>
                    <a:pt x="523136" y="1561521"/>
                  </a:lnTo>
                  <a:lnTo>
                    <a:pt x="524611" y="1556079"/>
                  </a:lnTo>
                  <a:lnTo>
                    <a:pt x="526085" y="1549026"/>
                  </a:lnTo>
                  <a:lnTo>
                    <a:pt x="527559" y="1541974"/>
                  </a:lnTo>
                  <a:lnTo>
                    <a:pt x="529033" y="1535181"/>
                  </a:lnTo>
                  <a:lnTo>
                    <a:pt x="530508" y="1528388"/>
                  </a:lnTo>
                  <a:lnTo>
                    <a:pt x="531982" y="1521760"/>
                  </a:lnTo>
                  <a:lnTo>
                    <a:pt x="533456" y="1516931"/>
                  </a:lnTo>
                  <a:lnTo>
                    <a:pt x="534930" y="1511204"/>
                  </a:lnTo>
                  <a:lnTo>
                    <a:pt x="536405" y="1504157"/>
                  </a:lnTo>
                  <a:lnTo>
                    <a:pt x="537879" y="1497225"/>
                  </a:lnTo>
                  <a:lnTo>
                    <a:pt x="539353" y="1490198"/>
                  </a:lnTo>
                  <a:lnTo>
                    <a:pt x="540827" y="1484074"/>
                  </a:lnTo>
                  <a:lnTo>
                    <a:pt x="542302" y="1477233"/>
                  </a:lnTo>
                  <a:lnTo>
                    <a:pt x="543776" y="1469947"/>
                  </a:lnTo>
                  <a:lnTo>
                    <a:pt x="545250" y="1461495"/>
                  </a:lnTo>
                  <a:lnTo>
                    <a:pt x="546724" y="1452626"/>
                  </a:lnTo>
                  <a:lnTo>
                    <a:pt x="548199" y="1443564"/>
                  </a:lnTo>
                  <a:lnTo>
                    <a:pt x="549673" y="1434503"/>
                  </a:lnTo>
                  <a:lnTo>
                    <a:pt x="551147" y="1426817"/>
                  </a:lnTo>
                  <a:lnTo>
                    <a:pt x="552621" y="1419093"/>
                  </a:lnTo>
                  <a:lnTo>
                    <a:pt x="554096" y="1411369"/>
                  </a:lnTo>
                  <a:lnTo>
                    <a:pt x="555570" y="1403497"/>
                  </a:lnTo>
                  <a:lnTo>
                    <a:pt x="557044" y="1396304"/>
                  </a:lnTo>
                  <a:lnTo>
                    <a:pt x="558518" y="1390212"/>
                  </a:lnTo>
                  <a:lnTo>
                    <a:pt x="559993" y="1385207"/>
                  </a:lnTo>
                  <a:lnTo>
                    <a:pt x="561467" y="1381894"/>
                  </a:lnTo>
                  <a:lnTo>
                    <a:pt x="562941" y="1379188"/>
                  </a:lnTo>
                  <a:lnTo>
                    <a:pt x="564415" y="1375917"/>
                  </a:lnTo>
                  <a:lnTo>
                    <a:pt x="565890" y="1373192"/>
                  </a:lnTo>
                  <a:lnTo>
                    <a:pt x="567364" y="1373655"/>
                  </a:lnTo>
                  <a:lnTo>
                    <a:pt x="568838" y="1375687"/>
                  </a:lnTo>
                  <a:lnTo>
                    <a:pt x="570312" y="1379518"/>
                  </a:lnTo>
                  <a:lnTo>
                    <a:pt x="571787" y="1383617"/>
                  </a:lnTo>
                  <a:lnTo>
                    <a:pt x="573261" y="1386902"/>
                  </a:lnTo>
                  <a:lnTo>
                    <a:pt x="574735" y="1390287"/>
                  </a:lnTo>
                  <a:lnTo>
                    <a:pt x="576209" y="1394385"/>
                  </a:lnTo>
                  <a:lnTo>
                    <a:pt x="577684" y="1399594"/>
                  </a:lnTo>
                  <a:lnTo>
                    <a:pt x="579158" y="1405089"/>
                  </a:lnTo>
                  <a:lnTo>
                    <a:pt x="580632" y="1410584"/>
                  </a:lnTo>
                  <a:lnTo>
                    <a:pt x="582106" y="1415066"/>
                  </a:lnTo>
                  <a:lnTo>
                    <a:pt x="583581" y="1418422"/>
                  </a:lnTo>
                  <a:lnTo>
                    <a:pt x="585055" y="1421571"/>
                  </a:lnTo>
                  <a:lnTo>
                    <a:pt x="586529" y="1428246"/>
                  </a:lnTo>
                  <a:lnTo>
                    <a:pt x="588003" y="1434402"/>
                  </a:lnTo>
                  <a:lnTo>
                    <a:pt x="589478" y="1439780"/>
                  </a:lnTo>
                  <a:lnTo>
                    <a:pt x="590952" y="1444674"/>
                  </a:lnTo>
                  <a:lnTo>
                    <a:pt x="592426" y="1448658"/>
                  </a:lnTo>
                  <a:lnTo>
                    <a:pt x="593900" y="1452196"/>
                  </a:lnTo>
                  <a:lnTo>
                    <a:pt x="595375" y="1456447"/>
                  </a:lnTo>
                  <a:lnTo>
                    <a:pt x="596849" y="1461683"/>
                  </a:lnTo>
                  <a:lnTo>
                    <a:pt x="598323" y="1465804"/>
                  </a:lnTo>
                  <a:lnTo>
                    <a:pt x="599797" y="1466725"/>
                  </a:lnTo>
                  <a:lnTo>
                    <a:pt x="601272" y="1468918"/>
                  </a:lnTo>
                  <a:lnTo>
                    <a:pt x="602746" y="1470300"/>
                  </a:lnTo>
                  <a:lnTo>
                    <a:pt x="604220" y="1471091"/>
                  </a:lnTo>
                  <a:lnTo>
                    <a:pt x="605694" y="1471881"/>
                  </a:lnTo>
                  <a:lnTo>
                    <a:pt x="607169" y="1471983"/>
                  </a:lnTo>
                  <a:lnTo>
                    <a:pt x="608643" y="1470396"/>
                  </a:lnTo>
                  <a:lnTo>
                    <a:pt x="610117" y="1471153"/>
                  </a:lnTo>
                  <a:lnTo>
                    <a:pt x="611591" y="1473556"/>
                  </a:lnTo>
                  <a:lnTo>
                    <a:pt x="613066" y="1475621"/>
                  </a:lnTo>
                  <a:lnTo>
                    <a:pt x="614540" y="1478273"/>
                  </a:lnTo>
                  <a:lnTo>
                    <a:pt x="616014" y="1481117"/>
                  </a:lnTo>
                  <a:lnTo>
                    <a:pt x="617488" y="1483409"/>
                  </a:lnTo>
                  <a:lnTo>
                    <a:pt x="618963" y="1486147"/>
                  </a:lnTo>
                  <a:lnTo>
                    <a:pt x="620437" y="1491190"/>
                  </a:lnTo>
                  <a:lnTo>
                    <a:pt x="621911" y="1498456"/>
                  </a:lnTo>
                  <a:lnTo>
                    <a:pt x="623385" y="1505648"/>
                  </a:lnTo>
                  <a:lnTo>
                    <a:pt x="624860" y="1513938"/>
                  </a:lnTo>
                  <a:lnTo>
                    <a:pt x="626334" y="1522733"/>
                  </a:lnTo>
                  <a:lnTo>
                    <a:pt x="627808" y="1531527"/>
                  </a:lnTo>
                  <a:lnTo>
                    <a:pt x="629282" y="1540321"/>
                  </a:lnTo>
                  <a:lnTo>
                    <a:pt x="630757" y="1549264"/>
                  </a:lnTo>
                  <a:lnTo>
                    <a:pt x="632231" y="1557528"/>
                  </a:lnTo>
                  <a:lnTo>
                    <a:pt x="633705" y="1564691"/>
                  </a:lnTo>
                  <a:lnTo>
                    <a:pt x="635179" y="1572120"/>
                  </a:lnTo>
                  <a:lnTo>
                    <a:pt x="636654" y="1578983"/>
                  </a:lnTo>
                  <a:lnTo>
                    <a:pt x="638128" y="1585577"/>
                  </a:lnTo>
                  <a:lnTo>
                    <a:pt x="639602" y="1594290"/>
                  </a:lnTo>
                  <a:lnTo>
                    <a:pt x="641076" y="1602458"/>
                  </a:lnTo>
                  <a:lnTo>
                    <a:pt x="642551" y="1607161"/>
                  </a:lnTo>
                  <a:lnTo>
                    <a:pt x="644025" y="1609783"/>
                  </a:lnTo>
                  <a:lnTo>
                    <a:pt x="645499" y="1611125"/>
                  </a:lnTo>
                  <a:lnTo>
                    <a:pt x="646973" y="1612201"/>
                  </a:lnTo>
                  <a:lnTo>
                    <a:pt x="648448" y="1613537"/>
                  </a:lnTo>
                  <a:lnTo>
                    <a:pt x="649922" y="1614873"/>
                  </a:lnTo>
                  <a:lnTo>
                    <a:pt x="651396" y="1616208"/>
                  </a:lnTo>
                  <a:lnTo>
                    <a:pt x="652870" y="1617278"/>
                  </a:lnTo>
                  <a:lnTo>
                    <a:pt x="654345" y="1617087"/>
                  </a:lnTo>
                  <a:lnTo>
                    <a:pt x="655819" y="1615960"/>
                  </a:lnTo>
                  <a:lnTo>
                    <a:pt x="657293" y="1613496"/>
                  </a:lnTo>
                  <a:lnTo>
                    <a:pt x="658767" y="1609769"/>
                  </a:lnTo>
                  <a:lnTo>
                    <a:pt x="660242" y="1605703"/>
                  </a:lnTo>
                  <a:lnTo>
                    <a:pt x="661716" y="1599641"/>
                  </a:lnTo>
                  <a:lnTo>
                    <a:pt x="663190" y="1594659"/>
                  </a:lnTo>
                  <a:lnTo>
                    <a:pt x="664664" y="1590675"/>
                  </a:lnTo>
                  <a:lnTo>
                    <a:pt x="666139" y="1587206"/>
                  </a:lnTo>
                  <a:lnTo>
                    <a:pt x="667613" y="1583738"/>
                  </a:lnTo>
                  <a:lnTo>
                    <a:pt x="669087" y="1580517"/>
                  </a:lnTo>
                  <a:lnTo>
                    <a:pt x="670561" y="1575382"/>
                  </a:lnTo>
                  <a:lnTo>
                    <a:pt x="672036" y="1570128"/>
                  </a:lnTo>
                  <a:lnTo>
                    <a:pt x="673510" y="1564856"/>
                  </a:lnTo>
                  <a:lnTo>
                    <a:pt x="674984" y="1561701"/>
                  </a:lnTo>
                  <a:lnTo>
                    <a:pt x="676458" y="1559328"/>
                  </a:lnTo>
                  <a:lnTo>
                    <a:pt x="677932" y="1558466"/>
                  </a:lnTo>
                  <a:lnTo>
                    <a:pt x="679407" y="1559201"/>
                  </a:lnTo>
                  <a:lnTo>
                    <a:pt x="680881" y="1561349"/>
                  </a:lnTo>
                  <a:lnTo>
                    <a:pt x="682355" y="1564020"/>
                  </a:lnTo>
                  <a:lnTo>
                    <a:pt x="683829" y="1566581"/>
                  </a:lnTo>
                  <a:lnTo>
                    <a:pt x="685304" y="1567696"/>
                  </a:lnTo>
                  <a:lnTo>
                    <a:pt x="686778" y="1568486"/>
                  </a:lnTo>
                  <a:lnTo>
                    <a:pt x="688252" y="1569275"/>
                  </a:lnTo>
                  <a:lnTo>
                    <a:pt x="689726" y="1570689"/>
                  </a:lnTo>
                  <a:lnTo>
                    <a:pt x="691201" y="1572067"/>
                  </a:lnTo>
                  <a:lnTo>
                    <a:pt x="692675" y="1576348"/>
                  </a:lnTo>
                  <a:lnTo>
                    <a:pt x="694149" y="1580801"/>
                  </a:lnTo>
                  <a:lnTo>
                    <a:pt x="695623" y="1586329"/>
                  </a:lnTo>
                  <a:lnTo>
                    <a:pt x="697098" y="1590048"/>
                  </a:lnTo>
                  <a:lnTo>
                    <a:pt x="698572" y="1593769"/>
                  </a:lnTo>
                  <a:lnTo>
                    <a:pt x="700046" y="1597250"/>
                  </a:lnTo>
                  <a:lnTo>
                    <a:pt x="701520" y="1600227"/>
                  </a:lnTo>
                  <a:lnTo>
                    <a:pt x="702995" y="1603204"/>
                  </a:lnTo>
                  <a:lnTo>
                    <a:pt x="704469" y="1606181"/>
                  </a:lnTo>
                  <a:lnTo>
                    <a:pt x="705943" y="1609159"/>
                  </a:lnTo>
                  <a:lnTo>
                    <a:pt x="707417" y="1612582"/>
                  </a:lnTo>
                  <a:lnTo>
                    <a:pt x="708892" y="1616005"/>
                  </a:lnTo>
                  <a:lnTo>
                    <a:pt x="710366" y="1619428"/>
                  </a:lnTo>
                  <a:lnTo>
                    <a:pt x="711840" y="1622405"/>
                  </a:lnTo>
                  <a:lnTo>
                    <a:pt x="713314" y="1624931"/>
                  </a:lnTo>
                  <a:lnTo>
                    <a:pt x="714789" y="1624468"/>
                  </a:lnTo>
                  <a:lnTo>
                    <a:pt x="716263" y="1623018"/>
                  </a:lnTo>
                  <a:lnTo>
                    <a:pt x="717737" y="1621442"/>
                  </a:lnTo>
                  <a:lnTo>
                    <a:pt x="719211" y="1621226"/>
                  </a:lnTo>
                  <a:lnTo>
                    <a:pt x="720686" y="1621011"/>
                  </a:lnTo>
                  <a:lnTo>
                    <a:pt x="722160" y="1620199"/>
                  </a:lnTo>
                  <a:lnTo>
                    <a:pt x="723634" y="1619387"/>
                  </a:lnTo>
                  <a:lnTo>
                    <a:pt x="725108" y="1618575"/>
                  </a:lnTo>
                  <a:lnTo>
                    <a:pt x="726583" y="1617504"/>
                  </a:lnTo>
                  <a:lnTo>
                    <a:pt x="728057" y="1616433"/>
                  </a:lnTo>
                  <a:lnTo>
                    <a:pt x="729531" y="1616065"/>
                  </a:lnTo>
                  <a:lnTo>
                    <a:pt x="731005" y="1615441"/>
                  </a:lnTo>
                  <a:lnTo>
                    <a:pt x="732480" y="1615842"/>
                  </a:lnTo>
                  <a:lnTo>
                    <a:pt x="733954" y="1616892"/>
                  </a:lnTo>
                  <a:lnTo>
                    <a:pt x="735428" y="1618050"/>
                  </a:lnTo>
                  <a:lnTo>
                    <a:pt x="736902" y="1620329"/>
                  </a:lnTo>
                  <a:lnTo>
                    <a:pt x="738377" y="1623170"/>
                  </a:lnTo>
                  <a:lnTo>
                    <a:pt x="739851" y="1626026"/>
                  </a:lnTo>
                  <a:lnTo>
                    <a:pt x="741325" y="1628189"/>
                  </a:lnTo>
                  <a:lnTo>
                    <a:pt x="742799" y="1630616"/>
                  </a:lnTo>
                  <a:lnTo>
                    <a:pt x="744274" y="1633500"/>
                  </a:lnTo>
                  <a:lnTo>
                    <a:pt x="745748" y="1637594"/>
                  </a:lnTo>
                  <a:lnTo>
                    <a:pt x="747222" y="1641807"/>
                  </a:lnTo>
                  <a:lnTo>
                    <a:pt x="748696" y="1647303"/>
                  </a:lnTo>
                  <a:lnTo>
                    <a:pt x="750171" y="1653137"/>
                  </a:lnTo>
                  <a:lnTo>
                    <a:pt x="751645" y="1658157"/>
                  </a:lnTo>
                  <a:lnTo>
                    <a:pt x="753119" y="1663853"/>
                  </a:lnTo>
                  <a:lnTo>
                    <a:pt x="754593" y="1669175"/>
                  </a:lnTo>
                  <a:lnTo>
                    <a:pt x="756068" y="1674043"/>
                  </a:lnTo>
                  <a:lnTo>
                    <a:pt x="757542" y="1678912"/>
                  </a:lnTo>
                  <a:lnTo>
                    <a:pt x="759016" y="1683780"/>
                  </a:lnTo>
                  <a:lnTo>
                    <a:pt x="760490" y="1689244"/>
                  </a:lnTo>
                  <a:lnTo>
                    <a:pt x="761965" y="1694708"/>
                  </a:lnTo>
                  <a:lnTo>
                    <a:pt x="763439" y="1699835"/>
                  </a:lnTo>
                  <a:lnTo>
                    <a:pt x="764913" y="1704337"/>
                  </a:lnTo>
                  <a:lnTo>
                    <a:pt x="766387" y="1708950"/>
                  </a:lnTo>
                  <a:lnTo>
                    <a:pt x="767862" y="1711927"/>
                  </a:lnTo>
                  <a:lnTo>
                    <a:pt x="769336" y="1714732"/>
                  </a:lnTo>
                  <a:lnTo>
                    <a:pt x="770810" y="1715592"/>
                  </a:lnTo>
                  <a:lnTo>
                    <a:pt x="772284" y="1716452"/>
                  </a:lnTo>
                  <a:lnTo>
                    <a:pt x="773759" y="1717758"/>
                  </a:lnTo>
                  <a:lnTo>
                    <a:pt x="775233" y="1717523"/>
                  </a:lnTo>
                  <a:lnTo>
                    <a:pt x="776707" y="1716119"/>
                  </a:lnTo>
                  <a:lnTo>
                    <a:pt x="778181" y="1714714"/>
                  </a:lnTo>
                  <a:lnTo>
                    <a:pt x="779656" y="1713310"/>
                  </a:lnTo>
                  <a:lnTo>
                    <a:pt x="781130" y="1712329"/>
                  </a:lnTo>
                  <a:lnTo>
                    <a:pt x="782604" y="1710902"/>
                  </a:lnTo>
                  <a:lnTo>
                    <a:pt x="784078" y="1709475"/>
                  </a:lnTo>
                  <a:lnTo>
                    <a:pt x="785553" y="1708048"/>
                  </a:lnTo>
                  <a:lnTo>
                    <a:pt x="787027" y="1706644"/>
                  </a:lnTo>
                  <a:lnTo>
                    <a:pt x="788501" y="1705379"/>
                  </a:lnTo>
                  <a:lnTo>
                    <a:pt x="789975" y="1704917"/>
                  </a:lnTo>
                  <a:lnTo>
                    <a:pt x="791450" y="1704301"/>
                  </a:lnTo>
                  <a:lnTo>
                    <a:pt x="792924" y="1704301"/>
                  </a:lnTo>
                  <a:lnTo>
                    <a:pt x="794398" y="1704301"/>
                  </a:lnTo>
                  <a:lnTo>
                    <a:pt x="795872" y="1703965"/>
                  </a:lnTo>
                  <a:lnTo>
                    <a:pt x="797347" y="1704760"/>
                  </a:lnTo>
                  <a:lnTo>
                    <a:pt x="798821" y="1706699"/>
                  </a:lnTo>
                  <a:lnTo>
                    <a:pt x="800295" y="1708639"/>
                  </a:lnTo>
                  <a:lnTo>
                    <a:pt x="801769" y="1710837"/>
                  </a:lnTo>
                  <a:lnTo>
                    <a:pt x="803244" y="1712698"/>
                  </a:lnTo>
                  <a:lnTo>
                    <a:pt x="804718" y="1714001"/>
                  </a:lnTo>
                  <a:lnTo>
                    <a:pt x="806192" y="1716493"/>
                  </a:lnTo>
                  <a:lnTo>
                    <a:pt x="807666" y="1719635"/>
                  </a:lnTo>
                  <a:lnTo>
                    <a:pt x="809141" y="1723393"/>
                  </a:lnTo>
                  <a:lnTo>
                    <a:pt x="810615" y="1727043"/>
                  </a:lnTo>
                  <a:lnTo>
                    <a:pt x="812089" y="1730510"/>
                  </a:lnTo>
                  <a:lnTo>
                    <a:pt x="813563" y="1734281"/>
                  </a:lnTo>
                  <a:lnTo>
                    <a:pt x="815038" y="1737474"/>
                  </a:lnTo>
                  <a:lnTo>
                    <a:pt x="816512" y="1740400"/>
                  </a:lnTo>
                  <a:lnTo>
                    <a:pt x="817986" y="1743061"/>
                  </a:lnTo>
                  <a:lnTo>
                    <a:pt x="819460" y="1745464"/>
                  </a:lnTo>
                  <a:lnTo>
                    <a:pt x="820935" y="1747903"/>
                  </a:lnTo>
                  <a:lnTo>
                    <a:pt x="822409" y="1750341"/>
                  </a:lnTo>
                  <a:lnTo>
                    <a:pt x="823883" y="1752522"/>
                  </a:lnTo>
                  <a:lnTo>
                    <a:pt x="825357" y="1754366"/>
                  </a:lnTo>
                  <a:lnTo>
                    <a:pt x="826832" y="1756577"/>
                  </a:lnTo>
                  <a:lnTo>
                    <a:pt x="828306" y="1757414"/>
                  </a:lnTo>
                  <a:lnTo>
                    <a:pt x="829780" y="1757360"/>
                  </a:lnTo>
                  <a:lnTo>
                    <a:pt x="831254" y="1756346"/>
                  </a:lnTo>
                  <a:lnTo>
                    <a:pt x="832729" y="1755332"/>
                  </a:lnTo>
                  <a:lnTo>
                    <a:pt x="834203" y="1754319"/>
                  </a:lnTo>
                  <a:lnTo>
                    <a:pt x="835677" y="1752709"/>
                  </a:lnTo>
                  <a:lnTo>
                    <a:pt x="837151" y="1751100"/>
                  </a:lnTo>
                  <a:lnTo>
                    <a:pt x="838626" y="1749828"/>
                  </a:lnTo>
                  <a:lnTo>
                    <a:pt x="840100" y="1748556"/>
                  </a:lnTo>
                  <a:lnTo>
                    <a:pt x="841574" y="1746947"/>
                  </a:lnTo>
                  <a:lnTo>
                    <a:pt x="843048" y="1745338"/>
                  </a:lnTo>
                  <a:lnTo>
                    <a:pt x="844523" y="1743326"/>
                  </a:lnTo>
                  <a:lnTo>
                    <a:pt x="845997" y="1741315"/>
                  </a:lnTo>
                  <a:lnTo>
                    <a:pt x="847471" y="1739304"/>
                  </a:lnTo>
                  <a:lnTo>
                    <a:pt x="848945" y="1736848"/>
                  </a:lnTo>
                  <a:lnTo>
                    <a:pt x="850420" y="1735072"/>
                  </a:lnTo>
                  <a:lnTo>
                    <a:pt x="851894" y="1734465"/>
                  </a:lnTo>
                  <a:lnTo>
                    <a:pt x="853368" y="1733859"/>
                  </a:lnTo>
                  <a:lnTo>
                    <a:pt x="854842" y="1733252"/>
                  </a:lnTo>
                  <a:lnTo>
                    <a:pt x="856317" y="1732222"/>
                  </a:lnTo>
                  <a:lnTo>
                    <a:pt x="857791" y="1731192"/>
                  </a:lnTo>
                  <a:lnTo>
                    <a:pt x="859265" y="1729294"/>
                  </a:lnTo>
                  <a:lnTo>
                    <a:pt x="860739" y="1726414"/>
                  </a:lnTo>
                  <a:lnTo>
                    <a:pt x="862214" y="1723958"/>
                  </a:lnTo>
                  <a:lnTo>
                    <a:pt x="863688" y="1722348"/>
                  </a:lnTo>
                  <a:lnTo>
                    <a:pt x="865162" y="1721201"/>
                  </a:lnTo>
                  <a:lnTo>
                    <a:pt x="866636" y="1721195"/>
                  </a:lnTo>
                  <a:lnTo>
                    <a:pt x="868110" y="1721189"/>
                  </a:lnTo>
                  <a:lnTo>
                    <a:pt x="869585" y="1721182"/>
                  </a:lnTo>
                  <a:lnTo>
                    <a:pt x="871059" y="1721512"/>
                  </a:lnTo>
                  <a:lnTo>
                    <a:pt x="872533" y="1720398"/>
                  </a:lnTo>
                  <a:lnTo>
                    <a:pt x="874007" y="1717186"/>
                  </a:lnTo>
                  <a:lnTo>
                    <a:pt x="875482" y="1713975"/>
                  </a:lnTo>
                  <a:lnTo>
                    <a:pt x="876956" y="1710985"/>
                  </a:lnTo>
                  <a:lnTo>
                    <a:pt x="878430" y="1708332"/>
                  </a:lnTo>
                  <a:lnTo>
                    <a:pt x="879904" y="1706463"/>
                  </a:lnTo>
                  <a:lnTo>
                    <a:pt x="881379" y="1705288"/>
                  </a:lnTo>
                  <a:lnTo>
                    <a:pt x="882853" y="1705288"/>
                  </a:lnTo>
                  <a:lnTo>
                    <a:pt x="884327" y="1706148"/>
                  </a:lnTo>
                  <a:lnTo>
                    <a:pt x="885801" y="1706671"/>
                  </a:lnTo>
                  <a:lnTo>
                    <a:pt x="887276" y="1706816"/>
                  </a:lnTo>
                  <a:lnTo>
                    <a:pt x="888750" y="1706539"/>
                  </a:lnTo>
                  <a:lnTo>
                    <a:pt x="890224" y="1706521"/>
                  </a:lnTo>
                  <a:lnTo>
                    <a:pt x="891698" y="1706927"/>
                  </a:lnTo>
                  <a:lnTo>
                    <a:pt x="893173" y="1707686"/>
                  </a:lnTo>
                  <a:lnTo>
                    <a:pt x="894647" y="1709427"/>
                  </a:lnTo>
                  <a:lnTo>
                    <a:pt x="896121" y="1712257"/>
                  </a:lnTo>
                  <a:lnTo>
                    <a:pt x="897595" y="1714501"/>
                  </a:lnTo>
                  <a:lnTo>
                    <a:pt x="899070" y="1714344"/>
                  </a:lnTo>
                  <a:lnTo>
                    <a:pt x="900544" y="1714187"/>
                  </a:lnTo>
                  <a:lnTo>
                    <a:pt x="902018" y="1713808"/>
                  </a:lnTo>
                  <a:lnTo>
                    <a:pt x="903492" y="1712238"/>
                  </a:lnTo>
                  <a:lnTo>
                    <a:pt x="904967" y="1710667"/>
                  </a:lnTo>
                  <a:lnTo>
                    <a:pt x="906441" y="1708632"/>
                  </a:lnTo>
                  <a:lnTo>
                    <a:pt x="907915" y="1706597"/>
                  </a:lnTo>
                  <a:lnTo>
                    <a:pt x="909389" y="1704104"/>
                  </a:lnTo>
                  <a:lnTo>
                    <a:pt x="910864" y="1700451"/>
                  </a:lnTo>
                  <a:lnTo>
                    <a:pt x="912338" y="1696042"/>
                  </a:lnTo>
                  <a:lnTo>
                    <a:pt x="913812" y="1690822"/>
                  </a:lnTo>
                  <a:lnTo>
                    <a:pt x="915286" y="1685157"/>
                  </a:lnTo>
                  <a:lnTo>
                    <a:pt x="916761" y="1679491"/>
                  </a:lnTo>
                  <a:lnTo>
                    <a:pt x="918235" y="1673826"/>
                  </a:lnTo>
                  <a:lnTo>
                    <a:pt x="919709" y="1668076"/>
                  </a:lnTo>
                  <a:lnTo>
                    <a:pt x="921183" y="1663361"/>
                  </a:lnTo>
                  <a:lnTo>
                    <a:pt x="922658" y="1657854"/>
                  </a:lnTo>
                  <a:lnTo>
                    <a:pt x="924132" y="1652529"/>
                  </a:lnTo>
                  <a:lnTo>
                    <a:pt x="925606" y="1648546"/>
                  </a:lnTo>
                  <a:lnTo>
                    <a:pt x="927080" y="1644564"/>
                  </a:lnTo>
                  <a:lnTo>
                    <a:pt x="928555" y="1640581"/>
                  </a:lnTo>
                  <a:lnTo>
                    <a:pt x="930029" y="1636598"/>
                  </a:lnTo>
                  <a:lnTo>
                    <a:pt x="931503" y="1633092"/>
                  </a:lnTo>
                  <a:lnTo>
                    <a:pt x="932977" y="1630523"/>
                  </a:lnTo>
                  <a:lnTo>
                    <a:pt x="934452" y="1629579"/>
                  </a:lnTo>
                  <a:lnTo>
                    <a:pt x="935926" y="1630203"/>
                  </a:lnTo>
                  <a:lnTo>
                    <a:pt x="937400" y="1630827"/>
                  </a:lnTo>
                  <a:lnTo>
                    <a:pt x="938874" y="1631050"/>
                  </a:lnTo>
                  <a:lnTo>
                    <a:pt x="940349" y="1630865"/>
                  </a:lnTo>
                  <a:lnTo>
                    <a:pt x="941823" y="1630439"/>
                  </a:lnTo>
                  <a:lnTo>
                    <a:pt x="943297" y="1630231"/>
                  </a:lnTo>
                  <a:lnTo>
                    <a:pt x="944771" y="1629642"/>
                  </a:lnTo>
                  <a:lnTo>
                    <a:pt x="946246" y="1629053"/>
                  </a:lnTo>
                  <a:lnTo>
                    <a:pt x="947720" y="1629108"/>
                  </a:lnTo>
                  <a:lnTo>
                    <a:pt x="949194" y="1629590"/>
                  </a:lnTo>
                  <a:lnTo>
                    <a:pt x="950668" y="1630071"/>
                  </a:lnTo>
                  <a:lnTo>
                    <a:pt x="952143" y="1630331"/>
                  </a:lnTo>
                  <a:lnTo>
                    <a:pt x="953617" y="1630591"/>
                  </a:lnTo>
                  <a:lnTo>
                    <a:pt x="955091" y="1630858"/>
                  </a:lnTo>
                  <a:lnTo>
                    <a:pt x="956565" y="1630430"/>
                  </a:lnTo>
                  <a:lnTo>
                    <a:pt x="958040" y="1628828"/>
                  </a:lnTo>
                  <a:lnTo>
                    <a:pt x="959514" y="1626365"/>
                  </a:lnTo>
                  <a:lnTo>
                    <a:pt x="960988" y="1624239"/>
                  </a:lnTo>
                  <a:lnTo>
                    <a:pt x="962462" y="1622125"/>
                  </a:lnTo>
                  <a:lnTo>
                    <a:pt x="963937" y="1620553"/>
                  </a:lnTo>
                  <a:lnTo>
                    <a:pt x="965411" y="1619858"/>
                  </a:lnTo>
                  <a:lnTo>
                    <a:pt x="966885" y="1619230"/>
                  </a:lnTo>
                  <a:lnTo>
                    <a:pt x="968359" y="1618249"/>
                  </a:lnTo>
                  <a:lnTo>
                    <a:pt x="969834" y="1615142"/>
                  </a:lnTo>
                  <a:lnTo>
                    <a:pt x="971308" y="1609713"/>
                  </a:lnTo>
                  <a:lnTo>
                    <a:pt x="972782" y="1603942"/>
                  </a:lnTo>
                  <a:lnTo>
                    <a:pt x="974256" y="1599455"/>
                  </a:lnTo>
                  <a:lnTo>
                    <a:pt x="975731" y="1595494"/>
                  </a:lnTo>
                  <a:lnTo>
                    <a:pt x="977205" y="1591489"/>
                  </a:lnTo>
                  <a:lnTo>
                    <a:pt x="978679" y="1588675"/>
                  </a:lnTo>
                  <a:lnTo>
                    <a:pt x="980153" y="1585861"/>
                  </a:lnTo>
                  <a:lnTo>
                    <a:pt x="981628" y="1583512"/>
                  </a:lnTo>
                  <a:lnTo>
                    <a:pt x="983102" y="1581628"/>
                  </a:lnTo>
                  <a:lnTo>
                    <a:pt x="984576" y="1577591"/>
                  </a:lnTo>
                  <a:lnTo>
                    <a:pt x="986050" y="1573938"/>
                  </a:lnTo>
                  <a:lnTo>
                    <a:pt x="987525" y="1571042"/>
                  </a:lnTo>
                  <a:lnTo>
                    <a:pt x="988999" y="1569998"/>
                  </a:lnTo>
                  <a:lnTo>
                    <a:pt x="990473" y="1570442"/>
                  </a:lnTo>
                  <a:lnTo>
                    <a:pt x="991947" y="1571183"/>
                  </a:lnTo>
                  <a:lnTo>
                    <a:pt x="993422" y="1571453"/>
                  </a:lnTo>
                  <a:lnTo>
                    <a:pt x="994896" y="1571657"/>
                  </a:lnTo>
                  <a:lnTo>
                    <a:pt x="996370" y="1571099"/>
                  </a:lnTo>
                  <a:lnTo>
                    <a:pt x="997844" y="1570716"/>
                  </a:lnTo>
                  <a:lnTo>
                    <a:pt x="999319" y="1570153"/>
                  </a:lnTo>
                  <a:lnTo>
                    <a:pt x="1000793" y="1568247"/>
                  </a:lnTo>
                  <a:lnTo>
                    <a:pt x="1002267" y="1566275"/>
                  </a:lnTo>
                  <a:lnTo>
                    <a:pt x="1003741" y="1563518"/>
                  </a:lnTo>
                  <a:lnTo>
                    <a:pt x="1005216" y="1559550"/>
                  </a:lnTo>
                  <a:lnTo>
                    <a:pt x="1006690" y="1555854"/>
                  </a:lnTo>
                  <a:lnTo>
                    <a:pt x="1008164" y="1551783"/>
                  </a:lnTo>
                  <a:lnTo>
                    <a:pt x="1009638" y="1546955"/>
                  </a:lnTo>
                  <a:lnTo>
                    <a:pt x="1011113" y="1540389"/>
                  </a:lnTo>
                  <a:lnTo>
                    <a:pt x="1012587" y="1533790"/>
                  </a:lnTo>
                  <a:lnTo>
                    <a:pt x="1014061" y="1527878"/>
                  </a:lnTo>
                  <a:lnTo>
                    <a:pt x="1015535" y="1522786"/>
                  </a:lnTo>
                  <a:lnTo>
                    <a:pt x="1017010" y="1518382"/>
                  </a:lnTo>
                  <a:lnTo>
                    <a:pt x="1018484" y="1514271"/>
                  </a:lnTo>
                  <a:lnTo>
                    <a:pt x="1019958" y="1511258"/>
                  </a:lnTo>
                  <a:lnTo>
                    <a:pt x="1021432" y="1508244"/>
                  </a:lnTo>
                  <a:lnTo>
                    <a:pt x="1022907" y="1504964"/>
                  </a:lnTo>
                  <a:lnTo>
                    <a:pt x="1024381" y="1502447"/>
                  </a:lnTo>
                  <a:lnTo>
                    <a:pt x="1025855" y="1501604"/>
                  </a:lnTo>
                  <a:lnTo>
                    <a:pt x="1027329" y="1501800"/>
                  </a:lnTo>
                  <a:lnTo>
                    <a:pt x="1028804" y="1503335"/>
                  </a:lnTo>
                  <a:lnTo>
                    <a:pt x="1030278" y="1505882"/>
                  </a:lnTo>
                  <a:lnTo>
                    <a:pt x="1031752" y="1508429"/>
                  </a:lnTo>
                  <a:lnTo>
                    <a:pt x="1033226" y="1510827"/>
                  </a:lnTo>
                  <a:lnTo>
                    <a:pt x="1034701" y="1511480"/>
                  </a:lnTo>
                  <a:lnTo>
                    <a:pt x="1036175" y="1511372"/>
                  </a:lnTo>
                  <a:lnTo>
                    <a:pt x="1037649" y="1511662"/>
                  </a:lnTo>
                  <a:lnTo>
                    <a:pt x="1039123" y="1511632"/>
                  </a:lnTo>
                  <a:lnTo>
                    <a:pt x="1040598" y="1510724"/>
                  </a:lnTo>
                  <a:lnTo>
                    <a:pt x="1042072" y="1509326"/>
                  </a:lnTo>
                  <a:lnTo>
                    <a:pt x="1043546" y="1507928"/>
                  </a:lnTo>
                  <a:lnTo>
                    <a:pt x="1045020" y="1507674"/>
                  </a:lnTo>
                  <a:lnTo>
                    <a:pt x="1046495" y="1508874"/>
                  </a:lnTo>
                  <a:lnTo>
                    <a:pt x="1047969" y="1510558"/>
                  </a:lnTo>
                  <a:lnTo>
                    <a:pt x="1049443" y="1513804"/>
                  </a:lnTo>
                  <a:lnTo>
                    <a:pt x="1050917" y="1516523"/>
                  </a:lnTo>
                  <a:lnTo>
                    <a:pt x="1052392" y="1519064"/>
                  </a:lnTo>
                  <a:lnTo>
                    <a:pt x="1053866" y="1521605"/>
                  </a:lnTo>
                  <a:lnTo>
                    <a:pt x="1055340" y="1525158"/>
                  </a:lnTo>
                  <a:lnTo>
                    <a:pt x="1056814" y="1529801"/>
                  </a:lnTo>
                  <a:lnTo>
                    <a:pt x="1058289" y="1534202"/>
                  </a:lnTo>
                  <a:lnTo>
                    <a:pt x="1059763" y="1541214"/>
                  </a:lnTo>
                  <a:lnTo>
                    <a:pt x="1061237" y="1548742"/>
                  </a:lnTo>
                  <a:lnTo>
                    <a:pt x="1062711" y="1556269"/>
                  </a:lnTo>
                  <a:lnTo>
                    <a:pt x="1064185" y="1562755"/>
                  </a:lnTo>
                  <a:lnTo>
                    <a:pt x="1065660" y="1568199"/>
                  </a:lnTo>
                  <a:lnTo>
                    <a:pt x="1067134" y="1573345"/>
                  </a:lnTo>
                  <a:lnTo>
                    <a:pt x="1068608" y="1578962"/>
                  </a:lnTo>
                  <a:lnTo>
                    <a:pt x="1070082" y="1585393"/>
                  </a:lnTo>
                  <a:lnTo>
                    <a:pt x="1071557" y="1591290"/>
                  </a:lnTo>
                  <a:lnTo>
                    <a:pt x="1073031" y="1597803"/>
                  </a:lnTo>
                  <a:lnTo>
                    <a:pt x="1074505" y="1604093"/>
                  </a:lnTo>
                  <a:lnTo>
                    <a:pt x="1075979" y="1610384"/>
                  </a:lnTo>
                  <a:lnTo>
                    <a:pt x="1077454" y="1616739"/>
                  </a:lnTo>
                  <a:lnTo>
                    <a:pt x="1078928" y="1623881"/>
                  </a:lnTo>
                  <a:lnTo>
                    <a:pt x="1080402" y="1632234"/>
                  </a:lnTo>
                  <a:lnTo>
                    <a:pt x="1081876" y="1639838"/>
                  </a:lnTo>
                  <a:lnTo>
                    <a:pt x="1083351" y="1647102"/>
                  </a:lnTo>
                  <a:lnTo>
                    <a:pt x="1084825" y="1654366"/>
                  </a:lnTo>
                  <a:lnTo>
                    <a:pt x="1086299" y="1662783"/>
                  </a:lnTo>
                  <a:lnTo>
                    <a:pt x="1087773" y="1671231"/>
                  </a:lnTo>
                  <a:lnTo>
                    <a:pt x="1089248" y="1678993"/>
                  </a:lnTo>
                  <a:lnTo>
                    <a:pt x="1090722" y="1686305"/>
                  </a:lnTo>
                  <a:lnTo>
                    <a:pt x="1092196" y="1691357"/>
                  </a:lnTo>
                  <a:lnTo>
                    <a:pt x="1093670" y="1695898"/>
                  </a:lnTo>
                  <a:lnTo>
                    <a:pt x="1095145" y="1699723"/>
                  </a:lnTo>
                  <a:lnTo>
                    <a:pt x="1096619" y="1701945"/>
                  </a:lnTo>
                  <a:lnTo>
                    <a:pt x="1098093" y="1702974"/>
                  </a:lnTo>
                  <a:lnTo>
                    <a:pt x="1099567" y="1703080"/>
                  </a:lnTo>
                  <a:lnTo>
                    <a:pt x="1101042" y="1701042"/>
                  </a:lnTo>
                  <a:lnTo>
                    <a:pt x="1102516" y="1696653"/>
                  </a:lnTo>
                  <a:lnTo>
                    <a:pt x="1103990" y="1689559"/>
                  </a:lnTo>
                  <a:lnTo>
                    <a:pt x="1105464" y="1681449"/>
                  </a:lnTo>
                  <a:lnTo>
                    <a:pt x="1106939" y="1672537"/>
                  </a:lnTo>
                  <a:lnTo>
                    <a:pt x="1108413" y="1663184"/>
                  </a:lnTo>
                  <a:lnTo>
                    <a:pt x="1109887" y="1654922"/>
                  </a:lnTo>
                  <a:lnTo>
                    <a:pt x="1111361" y="1646564"/>
                  </a:lnTo>
                  <a:lnTo>
                    <a:pt x="1112836" y="1637155"/>
                  </a:lnTo>
                  <a:lnTo>
                    <a:pt x="1114310" y="1627663"/>
                  </a:lnTo>
                  <a:lnTo>
                    <a:pt x="1115784" y="1618171"/>
                  </a:lnTo>
                  <a:lnTo>
                    <a:pt x="1117258" y="1608679"/>
                  </a:lnTo>
                  <a:lnTo>
                    <a:pt x="1118733" y="1599914"/>
                  </a:lnTo>
                  <a:lnTo>
                    <a:pt x="1120207" y="1592119"/>
                  </a:lnTo>
                  <a:lnTo>
                    <a:pt x="1121681" y="1584620"/>
                  </a:lnTo>
                  <a:lnTo>
                    <a:pt x="1123155" y="1577914"/>
                  </a:lnTo>
                  <a:lnTo>
                    <a:pt x="1124630" y="1571871"/>
                  </a:lnTo>
                  <a:lnTo>
                    <a:pt x="1126104" y="1566891"/>
                  </a:lnTo>
                  <a:lnTo>
                    <a:pt x="1127578" y="1560204"/>
                  </a:lnTo>
                  <a:lnTo>
                    <a:pt x="1129052" y="1553470"/>
                  </a:lnTo>
                  <a:lnTo>
                    <a:pt x="1130527" y="1546339"/>
                  </a:lnTo>
                  <a:lnTo>
                    <a:pt x="1132001" y="1538219"/>
                  </a:lnTo>
                  <a:lnTo>
                    <a:pt x="1133475" y="1530047"/>
                  </a:lnTo>
                  <a:lnTo>
                    <a:pt x="1134949" y="1522291"/>
                  </a:lnTo>
                  <a:lnTo>
                    <a:pt x="1136424" y="1514794"/>
                  </a:lnTo>
                  <a:lnTo>
                    <a:pt x="1137898" y="1506129"/>
                  </a:lnTo>
                  <a:lnTo>
                    <a:pt x="1139372" y="1496850"/>
                  </a:lnTo>
                  <a:lnTo>
                    <a:pt x="1140846" y="1487571"/>
                  </a:lnTo>
                  <a:lnTo>
                    <a:pt x="1142321" y="1478551"/>
                  </a:lnTo>
                  <a:lnTo>
                    <a:pt x="1143795" y="1469257"/>
                  </a:lnTo>
                  <a:lnTo>
                    <a:pt x="1145269" y="1458421"/>
                  </a:lnTo>
                  <a:lnTo>
                    <a:pt x="1146743" y="1447683"/>
                  </a:lnTo>
                  <a:lnTo>
                    <a:pt x="1148218" y="1437229"/>
                  </a:lnTo>
                  <a:lnTo>
                    <a:pt x="1149692" y="1428431"/>
                  </a:lnTo>
                  <a:lnTo>
                    <a:pt x="1151166" y="1420544"/>
                  </a:lnTo>
                  <a:lnTo>
                    <a:pt x="1152640" y="1412217"/>
                  </a:lnTo>
                  <a:lnTo>
                    <a:pt x="1154115" y="1404400"/>
                  </a:lnTo>
                  <a:lnTo>
                    <a:pt x="1155589" y="1397607"/>
                  </a:lnTo>
                  <a:lnTo>
                    <a:pt x="1157063" y="1390814"/>
                  </a:lnTo>
                  <a:lnTo>
                    <a:pt x="1158537" y="1383213"/>
                  </a:lnTo>
                  <a:lnTo>
                    <a:pt x="1160012" y="1375249"/>
                  </a:lnTo>
                  <a:lnTo>
                    <a:pt x="1161486" y="1367705"/>
                  </a:lnTo>
                  <a:lnTo>
                    <a:pt x="1162960" y="1359386"/>
                  </a:lnTo>
                  <a:lnTo>
                    <a:pt x="1164434" y="1350844"/>
                  </a:lnTo>
                  <a:lnTo>
                    <a:pt x="1165909" y="1342643"/>
                  </a:lnTo>
                  <a:lnTo>
                    <a:pt x="1167383" y="1337903"/>
                  </a:lnTo>
                  <a:lnTo>
                    <a:pt x="1168857" y="1332700"/>
                  </a:lnTo>
                  <a:lnTo>
                    <a:pt x="1170331" y="1326678"/>
                  </a:lnTo>
                  <a:lnTo>
                    <a:pt x="1171806" y="1321589"/>
                  </a:lnTo>
                  <a:lnTo>
                    <a:pt x="1173280" y="1317263"/>
                  </a:lnTo>
                  <a:lnTo>
                    <a:pt x="1174754" y="1312013"/>
                  </a:lnTo>
                  <a:lnTo>
                    <a:pt x="1176228" y="1305413"/>
                  </a:lnTo>
                  <a:lnTo>
                    <a:pt x="1177703" y="1299252"/>
                  </a:lnTo>
                  <a:lnTo>
                    <a:pt x="1179177" y="1293318"/>
                  </a:lnTo>
                  <a:lnTo>
                    <a:pt x="1180651" y="1286600"/>
                  </a:lnTo>
                  <a:lnTo>
                    <a:pt x="1182125" y="1281442"/>
                  </a:lnTo>
                  <a:lnTo>
                    <a:pt x="1183600" y="1276964"/>
                  </a:lnTo>
                  <a:lnTo>
                    <a:pt x="1185074" y="1272693"/>
                  </a:lnTo>
                  <a:lnTo>
                    <a:pt x="1186548" y="1268491"/>
                  </a:lnTo>
                  <a:lnTo>
                    <a:pt x="1188022" y="1264087"/>
                  </a:lnTo>
                  <a:lnTo>
                    <a:pt x="1189497" y="1258562"/>
                  </a:lnTo>
                  <a:lnTo>
                    <a:pt x="1190971" y="1253463"/>
                  </a:lnTo>
                  <a:lnTo>
                    <a:pt x="1192445" y="1248654"/>
                  </a:lnTo>
                  <a:lnTo>
                    <a:pt x="1193919" y="1243252"/>
                  </a:lnTo>
                  <a:lnTo>
                    <a:pt x="1195394" y="1236783"/>
                  </a:lnTo>
                  <a:lnTo>
                    <a:pt x="1196868" y="1230339"/>
                  </a:lnTo>
                  <a:lnTo>
                    <a:pt x="1198342" y="1225011"/>
                  </a:lnTo>
                  <a:lnTo>
                    <a:pt x="1199816" y="1219350"/>
                  </a:lnTo>
                  <a:lnTo>
                    <a:pt x="1201291" y="1213826"/>
                  </a:lnTo>
                  <a:lnTo>
                    <a:pt x="1202765" y="1211487"/>
                  </a:lnTo>
                  <a:lnTo>
                    <a:pt x="1204239" y="1209306"/>
                  </a:lnTo>
                  <a:lnTo>
                    <a:pt x="1205713" y="1206584"/>
                  </a:lnTo>
                  <a:lnTo>
                    <a:pt x="1207188" y="1204172"/>
                  </a:lnTo>
                  <a:lnTo>
                    <a:pt x="1208662" y="1202137"/>
                  </a:lnTo>
                  <a:lnTo>
                    <a:pt x="1210136" y="1199488"/>
                  </a:lnTo>
                  <a:lnTo>
                    <a:pt x="1211610" y="1197038"/>
                  </a:lnTo>
                  <a:lnTo>
                    <a:pt x="1213085" y="1194608"/>
                  </a:lnTo>
                  <a:lnTo>
                    <a:pt x="1214559" y="1190486"/>
                  </a:lnTo>
                  <a:lnTo>
                    <a:pt x="1216033" y="1184963"/>
                  </a:lnTo>
                  <a:lnTo>
                    <a:pt x="1217507" y="1178906"/>
                  </a:lnTo>
                  <a:lnTo>
                    <a:pt x="1218982" y="1172967"/>
                  </a:lnTo>
                  <a:lnTo>
                    <a:pt x="1220456" y="1167263"/>
                  </a:lnTo>
                  <a:lnTo>
                    <a:pt x="1221930" y="1160232"/>
                  </a:lnTo>
                  <a:lnTo>
                    <a:pt x="1223404" y="1152363"/>
                  </a:lnTo>
                  <a:lnTo>
                    <a:pt x="1224879" y="1142457"/>
                  </a:lnTo>
                  <a:lnTo>
                    <a:pt x="1226353" y="1130088"/>
                  </a:lnTo>
                  <a:lnTo>
                    <a:pt x="1227827" y="1116505"/>
                  </a:lnTo>
                  <a:lnTo>
                    <a:pt x="1229301" y="1101816"/>
                  </a:lnTo>
                  <a:lnTo>
                    <a:pt x="1230776" y="1085896"/>
                  </a:lnTo>
                  <a:lnTo>
                    <a:pt x="1232250" y="1069260"/>
                  </a:lnTo>
                  <a:lnTo>
                    <a:pt x="1233724" y="1053199"/>
                  </a:lnTo>
                  <a:lnTo>
                    <a:pt x="1235198" y="1037175"/>
                  </a:lnTo>
                  <a:lnTo>
                    <a:pt x="1236673" y="1020858"/>
                  </a:lnTo>
                  <a:lnTo>
                    <a:pt x="1238147" y="1005541"/>
                  </a:lnTo>
                  <a:lnTo>
                    <a:pt x="1239621" y="990274"/>
                  </a:lnTo>
                  <a:lnTo>
                    <a:pt x="1241095" y="973989"/>
                  </a:lnTo>
                  <a:lnTo>
                    <a:pt x="1242570" y="955263"/>
                  </a:lnTo>
                  <a:lnTo>
                    <a:pt x="1244044" y="936756"/>
                  </a:lnTo>
                  <a:lnTo>
                    <a:pt x="1245518" y="918969"/>
                  </a:lnTo>
                  <a:lnTo>
                    <a:pt x="1246992" y="901660"/>
                  </a:lnTo>
                  <a:lnTo>
                    <a:pt x="1248467" y="885457"/>
                  </a:lnTo>
                  <a:lnTo>
                    <a:pt x="1249941" y="870678"/>
                  </a:lnTo>
                  <a:lnTo>
                    <a:pt x="1251415" y="857711"/>
                  </a:lnTo>
                  <a:lnTo>
                    <a:pt x="1252889" y="845381"/>
                  </a:lnTo>
                  <a:lnTo>
                    <a:pt x="1254364" y="834066"/>
                  </a:lnTo>
                  <a:lnTo>
                    <a:pt x="1255838" y="823202"/>
                  </a:lnTo>
                  <a:lnTo>
                    <a:pt x="1257312" y="811543"/>
                  </a:lnTo>
                  <a:lnTo>
                    <a:pt x="1258786" y="800140"/>
                  </a:lnTo>
                  <a:lnTo>
                    <a:pt x="1260260" y="789052"/>
                  </a:lnTo>
                  <a:lnTo>
                    <a:pt x="1261735" y="779002"/>
                  </a:lnTo>
                  <a:lnTo>
                    <a:pt x="1263209" y="770596"/>
                  </a:lnTo>
                  <a:lnTo>
                    <a:pt x="1264683" y="763857"/>
                  </a:lnTo>
                  <a:lnTo>
                    <a:pt x="1266157" y="758030"/>
                  </a:lnTo>
                  <a:lnTo>
                    <a:pt x="1267632" y="752433"/>
                  </a:lnTo>
                  <a:lnTo>
                    <a:pt x="1269106" y="746624"/>
                  </a:lnTo>
                  <a:lnTo>
                    <a:pt x="1270580" y="741333"/>
                  </a:lnTo>
                  <a:lnTo>
                    <a:pt x="1272054" y="736999"/>
                  </a:lnTo>
                  <a:lnTo>
                    <a:pt x="1273529" y="732023"/>
                  </a:lnTo>
                  <a:lnTo>
                    <a:pt x="1275003" y="728100"/>
                  </a:lnTo>
                  <a:lnTo>
                    <a:pt x="1276477" y="725189"/>
                  </a:lnTo>
                  <a:lnTo>
                    <a:pt x="1277951" y="722447"/>
                  </a:lnTo>
                  <a:lnTo>
                    <a:pt x="1279426" y="720477"/>
                  </a:lnTo>
                  <a:lnTo>
                    <a:pt x="1280900" y="719651"/>
                  </a:lnTo>
                  <a:lnTo>
                    <a:pt x="1282374" y="718487"/>
                  </a:lnTo>
                  <a:lnTo>
                    <a:pt x="1283848" y="717437"/>
                  </a:lnTo>
                  <a:lnTo>
                    <a:pt x="1285323" y="716586"/>
                  </a:lnTo>
                  <a:lnTo>
                    <a:pt x="1286797" y="715795"/>
                  </a:lnTo>
                  <a:lnTo>
                    <a:pt x="1288271" y="716152"/>
                  </a:lnTo>
                  <a:lnTo>
                    <a:pt x="1289745" y="719018"/>
                  </a:lnTo>
                  <a:lnTo>
                    <a:pt x="1291220" y="725080"/>
                  </a:lnTo>
                  <a:lnTo>
                    <a:pt x="1292694" y="733932"/>
                  </a:lnTo>
                  <a:lnTo>
                    <a:pt x="1294168" y="743276"/>
                  </a:lnTo>
                  <a:lnTo>
                    <a:pt x="1295642" y="753730"/>
                  </a:lnTo>
                  <a:lnTo>
                    <a:pt x="1297117" y="765146"/>
                  </a:lnTo>
                  <a:lnTo>
                    <a:pt x="1298591" y="777116"/>
                  </a:lnTo>
                  <a:lnTo>
                    <a:pt x="1300065" y="789689"/>
                  </a:lnTo>
                  <a:lnTo>
                    <a:pt x="1301539" y="803815"/>
                  </a:lnTo>
                  <a:lnTo>
                    <a:pt x="1303014" y="819415"/>
                  </a:lnTo>
                  <a:lnTo>
                    <a:pt x="1304488" y="835851"/>
                  </a:lnTo>
                  <a:lnTo>
                    <a:pt x="1305962" y="852960"/>
                  </a:lnTo>
                  <a:lnTo>
                    <a:pt x="1307436" y="870479"/>
                  </a:lnTo>
                  <a:lnTo>
                    <a:pt x="1308911" y="887788"/>
                  </a:lnTo>
                  <a:lnTo>
                    <a:pt x="1310385" y="905422"/>
                  </a:lnTo>
                  <a:lnTo>
                    <a:pt x="1311859" y="923153"/>
                  </a:lnTo>
                  <a:lnTo>
                    <a:pt x="1313333" y="940659"/>
                  </a:lnTo>
                  <a:lnTo>
                    <a:pt x="1314808" y="958068"/>
                  </a:lnTo>
                  <a:lnTo>
                    <a:pt x="1316282" y="974680"/>
                  </a:lnTo>
                  <a:lnTo>
                    <a:pt x="1317756" y="993541"/>
                  </a:lnTo>
                  <a:lnTo>
                    <a:pt x="1319230" y="1013229"/>
                  </a:lnTo>
                  <a:lnTo>
                    <a:pt x="1320705" y="1033017"/>
                  </a:lnTo>
                  <a:lnTo>
                    <a:pt x="1322179" y="1052996"/>
                  </a:lnTo>
                  <a:lnTo>
                    <a:pt x="1323653" y="1073097"/>
                  </a:lnTo>
                  <a:lnTo>
                    <a:pt x="1325127" y="1093572"/>
                  </a:lnTo>
                  <a:lnTo>
                    <a:pt x="1326602" y="1115138"/>
                  </a:lnTo>
                  <a:lnTo>
                    <a:pt x="1328076" y="1137222"/>
                  </a:lnTo>
                  <a:lnTo>
                    <a:pt x="1329550" y="1158883"/>
                  </a:lnTo>
                  <a:lnTo>
                    <a:pt x="1331024" y="1180614"/>
                  </a:lnTo>
                  <a:lnTo>
                    <a:pt x="1332499" y="1202384"/>
                  </a:lnTo>
                  <a:lnTo>
                    <a:pt x="1333973" y="1223540"/>
                  </a:lnTo>
                  <a:lnTo>
                    <a:pt x="1335447" y="1244826"/>
                  </a:lnTo>
                  <a:lnTo>
                    <a:pt x="1336921" y="1266219"/>
                  </a:lnTo>
                  <a:lnTo>
                    <a:pt x="1338396" y="1288966"/>
                  </a:lnTo>
                  <a:lnTo>
                    <a:pt x="1339870" y="1310753"/>
                  </a:lnTo>
                  <a:lnTo>
                    <a:pt x="1341344" y="1331200"/>
                  </a:lnTo>
                  <a:lnTo>
                    <a:pt x="1342818" y="1351128"/>
                  </a:lnTo>
                  <a:lnTo>
                    <a:pt x="1344293" y="1371132"/>
                  </a:lnTo>
                  <a:lnTo>
                    <a:pt x="1345767" y="1390457"/>
                  </a:lnTo>
                  <a:lnTo>
                    <a:pt x="1347241" y="1408282"/>
                  </a:lnTo>
                  <a:lnTo>
                    <a:pt x="1348715" y="1425286"/>
                  </a:lnTo>
                  <a:lnTo>
                    <a:pt x="1350190" y="1441076"/>
                  </a:lnTo>
                  <a:lnTo>
                    <a:pt x="1351664" y="1454565"/>
                  </a:lnTo>
                  <a:lnTo>
                    <a:pt x="1353138" y="1465028"/>
                  </a:lnTo>
                  <a:lnTo>
                    <a:pt x="1354612" y="1473296"/>
                  </a:lnTo>
                  <a:lnTo>
                    <a:pt x="1356087" y="1480165"/>
                  </a:lnTo>
                  <a:lnTo>
                    <a:pt x="1357561" y="1487217"/>
                  </a:lnTo>
                  <a:lnTo>
                    <a:pt x="1359035" y="1493607"/>
                  </a:lnTo>
                  <a:lnTo>
                    <a:pt x="1360509" y="1499739"/>
                  </a:lnTo>
                  <a:lnTo>
                    <a:pt x="1361984" y="1503875"/>
                  </a:lnTo>
                  <a:lnTo>
                    <a:pt x="1363458" y="1507283"/>
                  </a:lnTo>
                  <a:lnTo>
                    <a:pt x="1364932" y="1509500"/>
                  </a:lnTo>
                  <a:lnTo>
                    <a:pt x="1366406" y="1509771"/>
                  </a:lnTo>
                  <a:lnTo>
                    <a:pt x="1367881" y="1506717"/>
                  </a:lnTo>
                  <a:lnTo>
                    <a:pt x="1369355" y="1503493"/>
                  </a:lnTo>
                  <a:lnTo>
                    <a:pt x="1370829" y="1499073"/>
                  </a:lnTo>
                  <a:lnTo>
                    <a:pt x="1372303" y="1493764"/>
                  </a:lnTo>
                  <a:lnTo>
                    <a:pt x="1373778" y="1488020"/>
                  </a:lnTo>
                  <a:lnTo>
                    <a:pt x="1375252" y="1481131"/>
                  </a:lnTo>
                  <a:lnTo>
                    <a:pt x="1376726" y="1472554"/>
                  </a:lnTo>
                  <a:lnTo>
                    <a:pt x="1378200" y="1462345"/>
                  </a:lnTo>
                  <a:lnTo>
                    <a:pt x="1379675" y="1451458"/>
                  </a:lnTo>
                  <a:lnTo>
                    <a:pt x="1381149" y="1439802"/>
                  </a:lnTo>
                  <a:lnTo>
                    <a:pt x="1382623" y="1428576"/>
                  </a:lnTo>
                  <a:lnTo>
                    <a:pt x="1384097" y="1417495"/>
                  </a:lnTo>
                  <a:lnTo>
                    <a:pt x="1385572" y="1405644"/>
                  </a:lnTo>
                  <a:lnTo>
                    <a:pt x="1387046" y="1392813"/>
                  </a:lnTo>
                  <a:lnTo>
                    <a:pt x="1388520" y="1379542"/>
                  </a:lnTo>
                  <a:lnTo>
                    <a:pt x="1389994" y="1365917"/>
                  </a:lnTo>
                  <a:lnTo>
                    <a:pt x="1391469" y="1353695"/>
                  </a:lnTo>
                  <a:lnTo>
                    <a:pt x="1392943" y="1340036"/>
                  </a:lnTo>
                  <a:lnTo>
                    <a:pt x="1394417" y="1326112"/>
                  </a:lnTo>
                  <a:lnTo>
                    <a:pt x="1395891" y="1312598"/>
                  </a:lnTo>
                  <a:lnTo>
                    <a:pt x="1397366" y="1300301"/>
                  </a:lnTo>
                  <a:lnTo>
                    <a:pt x="1398840" y="1288933"/>
                  </a:lnTo>
                  <a:lnTo>
                    <a:pt x="1400314" y="1277672"/>
                  </a:lnTo>
                  <a:lnTo>
                    <a:pt x="1401788" y="1265194"/>
                  </a:lnTo>
                  <a:lnTo>
                    <a:pt x="1403263" y="1252776"/>
                  </a:lnTo>
                  <a:lnTo>
                    <a:pt x="1404737" y="1240918"/>
                  </a:lnTo>
                  <a:lnTo>
                    <a:pt x="1406211" y="1229588"/>
                  </a:lnTo>
                  <a:lnTo>
                    <a:pt x="1407685" y="1219712"/>
                  </a:lnTo>
                  <a:lnTo>
                    <a:pt x="1409160" y="1212025"/>
                  </a:lnTo>
                  <a:lnTo>
                    <a:pt x="1410634" y="1205312"/>
                  </a:lnTo>
                  <a:lnTo>
                    <a:pt x="1412108" y="1200402"/>
                  </a:lnTo>
                  <a:lnTo>
                    <a:pt x="1413582" y="1193409"/>
                  </a:lnTo>
                  <a:lnTo>
                    <a:pt x="1415057" y="1187461"/>
                  </a:lnTo>
                  <a:lnTo>
                    <a:pt x="1416531" y="1181769"/>
                  </a:lnTo>
                  <a:lnTo>
                    <a:pt x="1418005" y="1174762"/>
                  </a:lnTo>
                  <a:lnTo>
                    <a:pt x="1419479" y="1167073"/>
                  </a:lnTo>
                  <a:lnTo>
                    <a:pt x="1420954" y="1159720"/>
                  </a:lnTo>
                  <a:lnTo>
                    <a:pt x="1422428" y="1154402"/>
                  </a:lnTo>
                  <a:lnTo>
                    <a:pt x="1423902" y="1150343"/>
                  </a:lnTo>
                  <a:lnTo>
                    <a:pt x="1425376" y="1145929"/>
                  </a:lnTo>
                  <a:lnTo>
                    <a:pt x="1426851" y="1140461"/>
                  </a:lnTo>
                  <a:lnTo>
                    <a:pt x="1428325" y="1137240"/>
                  </a:lnTo>
                  <a:lnTo>
                    <a:pt x="1429799" y="1133755"/>
                  </a:lnTo>
                  <a:lnTo>
                    <a:pt x="1431273" y="1127940"/>
                  </a:lnTo>
                  <a:lnTo>
                    <a:pt x="1432748" y="1121086"/>
                  </a:lnTo>
                  <a:lnTo>
                    <a:pt x="1434222" y="1112872"/>
                  </a:lnTo>
                  <a:lnTo>
                    <a:pt x="1435696" y="1104556"/>
                  </a:lnTo>
                  <a:lnTo>
                    <a:pt x="1437170" y="1097509"/>
                  </a:lnTo>
                  <a:lnTo>
                    <a:pt x="1438645" y="1091275"/>
                  </a:lnTo>
                  <a:lnTo>
                    <a:pt x="1440119" y="1086003"/>
                  </a:lnTo>
                  <a:lnTo>
                    <a:pt x="1441593" y="1080710"/>
                  </a:lnTo>
                  <a:lnTo>
                    <a:pt x="1443067" y="1076448"/>
                  </a:lnTo>
                  <a:lnTo>
                    <a:pt x="1444542" y="1070755"/>
                  </a:lnTo>
                  <a:lnTo>
                    <a:pt x="1446016" y="1064940"/>
                  </a:lnTo>
                  <a:lnTo>
                    <a:pt x="1447490" y="1059946"/>
                  </a:lnTo>
                  <a:lnTo>
                    <a:pt x="1448964" y="1054802"/>
                  </a:lnTo>
                  <a:lnTo>
                    <a:pt x="1450439" y="1049760"/>
                  </a:lnTo>
                  <a:lnTo>
                    <a:pt x="1451913" y="1046851"/>
                  </a:lnTo>
                  <a:lnTo>
                    <a:pt x="1453387" y="1046283"/>
                  </a:lnTo>
                  <a:lnTo>
                    <a:pt x="1454861" y="1046337"/>
                  </a:lnTo>
                  <a:lnTo>
                    <a:pt x="1456335" y="1047776"/>
                  </a:lnTo>
                  <a:lnTo>
                    <a:pt x="1457810" y="1049122"/>
                  </a:lnTo>
                  <a:lnTo>
                    <a:pt x="1459284" y="1050537"/>
                  </a:lnTo>
                  <a:lnTo>
                    <a:pt x="1460758" y="1052574"/>
                  </a:lnTo>
                  <a:lnTo>
                    <a:pt x="1462232" y="1055916"/>
                  </a:lnTo>
                  <a:lnTo>
                    <a:pt x="1463707" y="1059984"/>
                  </a:lnTo>
                  <a:lnTo>
                    <a:pt x="1465181" y="1064950"/>
                  </a:lnTo>
                  <a:lnTo>
                    <a:pt x="1466655" y="1070481"/>
                  </a:lnTo>
                  <a:lnTo>
                    <a:pt x="1468129" y="1077179"/>
                  </a:lnTo>
                  <a:lnTo>
                    <a:pt x="1469604" y="1083305"/>
                  </a:lnTo>
                  <a:lnTo>
                    <a:pt x="1471078" y="1088743"/>
                  </a:lnTo>
                  <a:lnTo>
                    <a:pt x="1472552" y="1093624"/>
                  </a:lnTo>
                  <a:lnTo>
                    <a:pt x="1474026" y="1096526"/>
                  </a:lnTo>
                  <a:lnTo>
                    <a:pt x="1475501" y="1098586"/>
                  </a:lnTo>
                  <a:lnTo>
                    <a:pt x="1476975" y="1100895"/>
                  </a:lnTo>
                  <a:lnTo>
                    <a:pt x="1478449" y="1102806"/>
                  </a:lnTo>
                  <a:lnTo>
                    <a:pt x="1479923" y="1103668"/>
                  </a:lnTo>
                  <a:lnTo>
                    <a:pt x="1481398" y="1103277"/>
                  </a:lnTo>
                  <a:lnTo>
                    <a:pt x="1482872" y="1100271"/>
                  </a:lnTo>
                  <a:lnTo>
                    <a:pt x="1484346" y="1093578"/>
                  </a:lnTo>
                  <a:lnTo>
                    <a:pt x="1485820" y="1085064"/>
                  </a:lnTo>
                  <a:lnTo>
                    <a:pt x="1487295" y="1074485"/>
                  </a:lnTo>
                  <a:lnTo>
                    <a:pt x="1488769" y="1063379"/>
                  </a:lnTo>
                  <a:lnTo>
                    <a:pt x="1490243" y="1051223"/>
                  </a:lnTo>
                  <a:lnTo>
                    <a:pt x="1491717" y="1039160"/>
                  </a:lnTo>
                  <a:lnTo>
                    <a:pt x="1493192" y="1029326"/>
                  </a:lnTo>
                  <a:lnTo>
                    <a:pt x="1494666" y="1020360"/>
                  </a:lnTo>
                  <a:lnTo>
                    <a:pt x="1496140" y="1012159"/>
                  </a:lnTo>
                  <a:lnTo>
                    <a:pt x="1497614" y="1003031"/>
                  </a:lnTo>
                  <a:lnTo>
                    <a:pt x="1499089" y="991903"/>
                  </a:lnTo>
                  <a:lnTo>
                    <a:pt x="1500563" y="980526"/>
                  </a:lnTo>
                  <a:lnTo>
                    <a:pt x="1502037" y="971034"/>
                  </a:lnTo>
                  <a:lnTo>
                    <a:pt x="1503511" y="961670"/>
                  </a:lnTo>
                  <a:lnTo>
                    <a:pt x="1504986" y="954727"/>
                  </a:lnTo>
                  <a:lnTo>
                    <a:pt x="1506460" y="950803"/>
                  </a:lnTo>
                  <a:lnTo>
                    <a:pt x="1507934" y="946548"/>
                  </a:lnTo>
                  <a:lnTo>
                    <a:pt x="1509408" y="942705"/>
                  </a:lnTo>
                  <a:lnTo>
                    <a:pt x="1510883" y="938746"/>
                  </a:lnTo>
                  <a:lnTo>
                    <a:pt x="1512357" y="934656"/>
                  </a:lnTo>
                  <a:lnTo>
                    <a:pt x="1513831" y="929368"/>
                  </a:lnTo>
                  <a:lnTo>
                    <a:pt x="1515305" y="923985"/>
                  </a:lnTo>
                  <a:lnTo>
                    <a:pt x="1516780" y="918149"/>
                  </a:lnTo>
                  <a:lnTo>
                    <a:pt x="1518254" y="911659"/>
                  </a:lnTo>
                  <a:lnTo>
                    <a:pt x="1519728" y="906719"/>
                  </a:lnTo>
                  <a:lnTo>
                    <a:pt x="1521202" y="903132"/>
                  </a:lnTo>
                  <a:lnTo>
                    <a:pt x="1522677" y="899370"/>
                  </a:lnTo>
                  <a:lnTo>
                    <a:pt x="1524151" y="896177"/>
                  </a:lnTo>
                  <a:lnTo>
                    <a:pt x="1525625" y="894486"/>
                  </a:lnTo>
                  <a:lnTo>
                    <a:pt x="1527099" y="892235"/>
                  </a:lnTo>
                  <a:lnTo>
                    <a:pt x="1528574" y="889103"/>
                  </a:lnTo>
                  <a:lnTo>
                    <a:pt x="1530048" y="885811"/>
                  </a:lnTo>
                  <a:lnTo>
                    <a:pt x="1531522" y="881718"/>
                  </a:lnTo>
                  <a:lnTo>
                    <a:pt x="1532996" y="877513"/>
                  </a:lnTo>
                  <a:lnTo>
                    <a:pt x="1534471" y="873168"/>
                  </a:lnTo>
                  <a:lnTo>
                    <a:pt x="1535945" y="869006"/>
                  </a:lnTo>
                  <a:lnTo>
                    <a:pt x="1537419" y="863488"/>
                  </a:lnTo>
                  <a:lnTo>
                    <a:pt x="1538893" y="858540"/>
                  </a:lnTo>
                  <a:lnTo>
                    <a:pt x="1540368" y="853625"/>
                  </a:lnTo>
                  <a:lnTo>
                    <a:pt x="1541842" y="848301"/>
                  </a:lnTo>
                  <a:lnTo>
                    <a:pt x="1543316" y="841346"/>
                  </a:lnTo>
                  <a:lnTo>
                    <a:pt x="1544790" y="834458"/>
                  </a:lnTo>
                  <a:lnTo>
                    <a:pt x="1546265" y="827367"/>
                  </a:lnTo>
                  <a:lnTo>
                    <a:pt x="1547739" y="819532"/>
                  </a:lnTo>
                  <a:lnTo>
                    <a:pt x="1549213" y="812817"/>
                  </a:lnTo>
                  <a:lnTo>
                    <a:pt x="1550687" y="806197"/>
                  </a:lnTo>
                  <a:lnTo>
                    <a:pt x="1552162" y="799107"/>
                  </a:lnTo>
                  <a:lnTo>
                    <a:pt x="1553636" y="791687"/>
                  </a:lnTo>
                  <a:lnTo>
                    <a:pt x="1555110" y="785324"/>
                  </a:lnTo>
                  <a:lnTo>
                    <a:pt x="1556584" y="779790"/>
                  </a:lnTo>
                  <a:lnTo>
                    <a:pt x="1558059" y="775541"/>
                  </a:lnTo>
                  <a:lnTo>
                    <a:pt x="1559533" y="773425"/>
                  </a:lnTo>
                  <a:lnTo>
                    <a:pt x="1561007" y="772234"/>
                  </a:lnTo>
                  <a:lnTo>
                    <a:pt x="1562481" y="771668"/>
                  </a:lnTo>
                  <a:lnTo>
                    <a:pt x="1563956" y="771735"/>
                  </a:lnTo>
                  <a:lnTo>
                    <a:pt x="1565430" y="771686"/>
                  </a:lnTo>
                  <a:lnTo>
                    <a:pt x="1566904" y="771201"/>
                  </a:lnTo>
                  <a:lnTo>
                    <a:pt x="1568378" y="769997"/>
                  </a:lnTo>
                  <a:lnTo>
                    <a:pt x="1569853" y="768516"/>
                  </a:lnTo>
                  <a:lnTo>
                    <a:pt x="1571327" y="766317"/>
                  </a:lnTo>
                  <a:lnTo>
                    <a:pt x="1572801" y="763281"/>
                  </a:lnTo>
                  <a:lnTo>
                    <a:pt x="1574275" y="761498"/>
                  </a:lnTo>
                  <a:lnTo>
                    <a:pt x="1575750" y="759700"/>
                  </a:lnTo>
                  <a:lnTo>
                    <a:pt x="1577224" y="756835"/>
                  </a:lnTo>
                  <a:lnTo>
                    <a:pt x="1578698" y="752991"/>
                  </a:lnTo>
                  <a:lnTo>
                    <a:pt x="1580172" y="748401"/>
                  </a:lnTo>
                  <a:lnTo>
                    <a:pt x="1581647" y="743196"/>
                  </a:lnTo>
                  <a:lnTo>
                    <a:pt x="1583121" y="739269"/>
                  </a:lnTo>
                  <a:lnTo>
                    <a:pt x="1584595" y="735746"/>
                  </a:lnTo>
                  <a:lnTo>
                    <a:pt x="1586069" y="732710"/>
                  </a:lnTo>
                  <a:lnTo>
                    <a:pt x="1587544" y="730188"/>
                  </a:lnTo>
                  <a:lnTo>
                    <a:pt x="1589018" y="728893"/>
                  </a:lnTo>
                  <a:lnTo>
                    <a:pt x="1590492" y="727379"/>
                  </a:lnTo>
                  <a:lnTo>
                    <a:pt x="1591966" y="725994"/>
                  </a:lnTo>
                  <a:lnTo>
                    <a:pt x="1593441" y="723913"/>
                  </a:lnTo>
                  <a:lnTo>
                    <a:pt x="1594915" y="722483"/>
                  </a:lnTo>
                  <a:lnTo>
                    <a:pt x="1596389" y="720346"/>
                  </a:lnTo>
                  <a:lnTo>
                    <a:pt x="1597863" y="717927"/>
                  </a:lnTo>
                  <a:lnTo>
                    <a:pt x="1599338" y="716066"/>
                  </a:lnTo>
                  <a:lnTo>
                    <a:pt x="1600812" y="715463"/>
                  </a:lnTo>
                  <a:lnTo>
                    <a:pt x="1602286" y="714302"/>
                  </a:lnTo>
                  <a:lnTo>
                    <a:pt x="1603760" y="714196"/>
                  </a:lnTo>
                  <a:lnTo>
                    <a:pt x="1605235" y="715343"/>
                  </a:lnTo>
                  <a:lnTo>
                    <a:pt x="1606709" y="716991"/>
                  </a:lnTo>
                  <a:lnTo>
                    <a:pt x="1608183" y="719327"/>
                  </a:lnTo>
                  <a:lnTo>
                    <a:pt x="1609657" y="723603"/>
                  </a:lnTo>
                  <a:lnTo>
                    <a:pt x="1611132" y="729935"/>
                  </a:lnTo>
                  <a:lnTo>
                    <a:pt x="1612606" y="738368"/>
                  </a:lnTo>
                  <a:lnTo>
                    <a:pt x="1614080" y="747695"/>
                  </a:lnTo>
                  <a:lnTo>
                    <a:pt x="1615554" y="755650"/>
                  </a:lnTo>
                  <a:lnTo>
                    <a:pt x="1617029" y="761959"/>
                  </a:lnTo>
                  <a:lnTo>
                    <a:pt x="1618503" y="769449"/>
                  </a:lnTo>
                  <a:lnTo>
                    <a:pt x="1619977" y="775829"/>
                  </a:lnTo>
                  <a:lnTo>
                    <a:pt x="1621451" y="780289"/>
                  </a:lnTo>
                  <a:lnTo>
                    <a:pt x="1622926" y="783349"/>
                  </a:lnTo>
                  <a:lnTo>
                    <a:pt x="1624400" y="784450"/>
                  </a:lnTo>
                  <a:lnTo>
                    <a:pt x="1625874" y="784249"/>
                  </a:lnTo>
                  <a:lnTo>
                    <a:pt x="1627348" y="783691"/>
                  </a:lnTo>
                  <a:lnTo>
                    <a:pt x="1628823" y="783229"/>
                  </a:lnTo>
                  <a:lnTo>
                    <a:pt x="1630297" y="782675"/>
                  </a:lnTo>
                  <a:lnTo>
                    <a:pt x="1631771" y="781105"/>
                  </a:lnTo>
                  <a:lnTo>
                    <a:pt x="1633245" y="778970"/>
                  </a:lnTo>
                  <a:lnTo>
                    <a:pt x="1634720" y="775760"/>
                  </a:lnTo>
                  <a:lnTo>
                    <a:pt x="1636194" y="770972"/>
                  </a:lnTo>
                  <a:lnTo>
                    <a:pt x="1637668" y="765197"/>
                  </a:lnTo>
                  <a:lnTo>
                    <a:pt x="1639142" y="758725"/>
                  </a:lnTo>
                  <a:lnTo>
                    <a:pt x="1640617" y="752108"/>
                  </a:lnTo>
                  <a:lnTo>
                    <a:pt x="1642091" y="745760"/>
                  </a:lnTo>
                  <a:lnTo>
                    <a:pt x="1643565" y="739645"/>
                  </a:lnTo>
                  <a:lnTo>
                    <a:pt x="1645039" y="733698"/>
                  </a:lnTo>
                  <a:lnTo>
                    <a:pt x="1646514" y="727345"/>
                  </a:lnTo>
                  <a:lnTo>
                    <a:pt x="1647988" y="721271"/>
                  </a:lnTo>
                  <a:lnTo>
                    <a:pt x="1649462" y="714666"/>
                  </a:lnTo>
                  <a:lnTo>
                    <a:pt x="1650936" y="708428"/>
                  </a:lnTo>
                  <a:lnTo>
                    <a:pt x="1652410" y="701355"/>
                  </a:lnTo>
                  <a:lnTo>
                    <a:pt x="1653885" y="694860"/>
                  </a:lnTo>
                  <a:lnTo>
                    <a:pt x="1655359" y="689286"/>
                  </a:lnTo>
                  <a:lnTo>
                    <a:pt x="1656833" y="685948"/>
                  </a:lnTo>
                  <a:lnTo>
                    <a:pt x="1658307" y="682205"/>
                  </a:lnTo>
                  <a:lnTo>
                    <a:pt x="1659782" y="679418"/>
                  </a:lnTo>
                  <a:lnTo>
                    <a:pt x="1661256" y="677217"/>
                  </a:lnTo>
                  <a:lnTo>
                    <a:pt x="1662730" y="674686"/>
                  </a:lnTo>
                  <a:lnTo>
                    <a:pt x="1664204" y="672624"/>
                  </a:lnTo>
                  <a:lnTo>
                    <a:pt x="1665679" y="671762"/>
                  </a:lnTo>
                  <a:lnTo>
                    <a:pt x="1667153" y="671605"/>
                  </a:lnTo>
                  <a:lnTo>
                    <a:pt x="1668627" y="674412"/>
                  </a:lnTo>
                  <a:lnTo>
                    <a:pt x="1670101" y="676827"/>
                  </a:lnTo>
                  <a:lnTo>
                    <a:pt x="1671576" y="680442"/>
                  </a:lnTo>
                  <a:lnTo>
                    <a:pt x="1673050" y="684694"/>
                  </a:lnTo>
                  <a:lnTo>
                    <a:pt x="1674524" y="688467"/>
                  </a:lnTo>
                  <a:lnTo>
                    <a:pt x="1675998" y="691367"/>
                  </a:lnTo>
                  <a:lnTo>
                    <a:pt x="1677473" y="694583"/>
                  </a:lnTo>
                  <a:lnTo>
                    <a:pt x="1678947" y="696723"/>
                  </a:lnTo>
                  <a:lnTo>
                    <a:pt x="1680421" y="698294"/>
                  </a:lnTo>
                  <a:lnTo>
                    <a:pt x="1681895" y="698477"/>
                  </a:lnTo>
                  <a:lnTo>
                    <a:pt x="1683370" y="698138"/>
                  </a:lnTo>
                  <a:lnTo>
                    <a:pt x="1684844" y="695396"/>
                  </a:lnTo>
                  <a:lnTo>
                    <a:pt x="1686318" y="690114"/>
                  </a:lnTo>
                  <a:lnTo>
                    <a:pt x="1687792" y="683583"/>
                  </a:lnTo>
                  <a:lnTo>
                    <a:pt x="1689267" y="675045"/>
                  </a:lnTo>
                  <a:lnTo>
                    <a:pt x="1690741" y="667433"/>
                  </a:lnTo>
                  <a:lnTo>
                    <a:pt x="1692215" y="661230"/>
                  </a:lnTo>
                  <a:lnTo>
                    <a:pt x="1693689" y="654148"/>
                  </a:lnTo>
                  <a:lnTo>
                    <a:pt x="1695164" y="648826"/>
                  </a:lnTo>
                  <a:lnTo>
                    <a:pt x="1696638" y="646020"/>
                  </a:lnTo>
                  <a:lnTo>
                    <a:pt x="1698112" y="645192"/>
                  </a:lnTo>
                  <a:lnTo>
                    <a:pt x="1699586" y="645283"/>
                  </a:lnTo>
                  <a:lnTo>
                    <a:pt x="1701061" y="647170"/>
                  </a:lnTo>
                  <a:lnTo>
                    <a:pt x="1702535" y="649541"/>
                  </a:lnTo>
                  <a:lnTo>
                    <a:pt x="1704009" y="654067"/>
                  </a:lnTo>
                  <a:lnTo>
                    <a:pt x="1705483" y="657931"/>
                  </a:lnTo>
                  <a:lnTo>
                    <a:pt x="1706958" y="664573"/>
                  </a:lnTo>
                  <a:lnTo>
                    <a:pt x="1708432" y="671487"/>
                  </a:lnTo>
                  <a:lnTo>
                    <a:pt x="1709906" y="680077"/>
                  </a:lnTo>
                  <a:lnTo>
                    <a:pt x="1711380" y="689923"/>
                  </a:lnTo>
                  <a:lnTo>
                    <a:pt x="1712855" y="700830"/>
                  </a:lnTo>
                  <a:lnTo>
                    <a:pt x="1714329" y="711860"/>
                  </a:lnTo>
                  <a:lnTo>
                    <a:pt x="1715803" y="722638"/>
                  </a:lnTo>
                  <a:lnTo>
                    <a:pt x="1717277" y="732905"/>
                  </a:lnTo>
                  <a:lnTo>
                    <a:pt x="1718752" y="744030"/>
                  </a:lnTo>
                  <a:lnTo>
                    <a:pt x="1720226" y="756350"/>
                  </a:lnTo>
                  <a:lnTo>
                    <a:pt x="1721700" y="770259"/>
                  </a:lnTo>
                  <a:lnTo>
                    <a:pt x="1723174" y="785398"/>
                  </a:lnTo>
                  <a:lnTo>
                    <a:pt x="1724649" y="802730"/>
                  </a:lnTo>
                  <a:lnTo>
                    <a:pt x="1726123" y="819317"/>
                  </a:lnTo>
                  <a:lnTo>
                    <a:pt x="1727597" y="837062"/>
                  </a:lnTo>
                  <a:lnTo>
                    <a:pt x="1729071" y="852757"/>
                  </a:lnTo>
                  <a:lnTo>
                    <a:pt x="1730546" y="866100"/>
                  </a:lnTo>
                  <a:lnTo>
                    <a:pt x="1732020" y="876074"/>
                  </a:lnTo>
                  <a:lnTo>
                    <a:pt x="1733494" y="886149"/>
                  </a:lnTo>
                  <a:lnTo>
                    <a:pt x="1734968" y="896565"/>
                  </a:lnTo>
                  <a:lnTo>
                    <a:pt x="1736443" y="905643"/>
                  </a:lnTo>
                  <a:lnTo>
                    <a:pt x="1737917" y="914930"/>
                  </a:lnTo>
                  <a:lnTo>
                    <a:pt x="1739391" y="922033"/>
                  </a:lnTo>
                  <a:lnTo>
                    <a:pt x="1740865" y="926539"/>
                  </a:lnTo>
                  <a:lnTo>
                    <a:pt x="1742340" y="929841"/>
                  </a:lnTo>
                  <a:lnTo>
                    <a:pt x="1743814" y="930272"/>
                  </a:lnTo>
                  <a:lnTo>
                    <a:pt x="1745288" y="929229"/>
                  </a:lnTo>
                  <a:lnTo>
                    <a:pt x="1746762" y="926189"/>
                  </a:lnTo>
                  <a:lnTo>
                    <a:pt x="1748237" y="921972"/>
                  </a:lnTo>
                  <a:lnTo>
                    <a:pt x="1749711" y="917153"/>
                  </a:lnTo>
                  <a:lnTo>
                    <a:pt x="1751185" y="910848"/>
                  </a:lnTo>
                  <a:lnTo>
                    <a:pt x="1752659" y="904911"/>
                  </a:lnTo>
                  <a:lnTo>
                    <a:pt x="1754134" y="899714"/>
                  </a:lnTo>
                  <a:lnTo>
                    <a:pt x="1755608" y="893841"/>
                  </a:lnTo>
                  <a:lnTo>
                    <a:pt x="1757082" y="887788"/>
                  </a:lnTo>
                  <a:lnTo>
                    <a:pt x="1758556" y="881637"/>
                  </a:lnTo>
                  <a:lnTo>
                    <a:pt x="1760031" y="875581"/>
                  </a:lnTo>
                  <a:lnTo>
                    <a:pt x="1761505" y="870318"/>
                  </a:lnTo>
                  <a:lnTo>
                    <a:pt x="1762979" y="865798"/>
                  </a:lnTo>
                  <a:lnTo>
                    <a:pt x="1764453" y="861995"/>
                  </a:lnTo>
                  <a:lnTo>
                    <a:pt x="1765928" y="858945"/>
                  </a:lnTo>
                  <a:lnTo>
                    <a:pt x="1767402" y="855983"/>
                  </a:lnTo>
                  <a:lnTo>
                    <a:pt x="1768876" y="853614"/>
                  </a:lnTo>
                  <a:lnTo>
                    <a:pt x="1770350" y="851591"/>
                  </a:lnTo>
                  <a:lnTo>
                    <a:pt x="1771825" y="849655"/>
                  </a:lnTo>
                  <a:lnTo>
                    <a:pt x="1773299" y="847576"/>
                  </a:lnTo>
                  <a:lnTo>
                    <a:pt x="1774773" y="846322"/>
                  </a:lnTo>
                  <a:lnTo>
                    <a:pt x="1776247" y="843984"/>
                  </a:lnTo>
                  <a:lnTo>
                    <a:pt x="1777722" y="840779"/>
                  </a:lnTo>
                  <a:lnTo>
                    <a:pt x="1779196" y="835475"/>
                  </a:lnTo>
                  <a:lnTo>
                    <a:pt x="1780670" y="830248"/>
                  </a:lnTo>
                  <a:lnTo>
                    <a:pt x="1782144" y="824232"/>
                  </a:lnTo>
                  <a:lnTo>
                    <a:pt x="1783619" y="817568"/>
                  </a:lnTo>
                  <a:lnTo>
                    <a:pt x="1785093" y="809012"/>
                  </a:lnTo>
                  <a:lnTo>
                    <a:pt x="1786567" y="799919"/>
                  </a:lnTo>
                  <a:lnTo>
                    <a:pt x="1788041" y="789721"/>
                  </a:lnTo>
                  <a:lnTo>
                    <a:pt x="1789516" y="779278"/>
                  </a:lnTo>
                  <a:lnTo>
                    <a:pt x="1790990" y="769421"/>
                  </a:lnTo>
                  <a:lnTo>
                    <a:pt x="1792464" y="759815"/>
                  </a:lnTo>
                  <a:lnTo>
                    <a:pt x="1793938" y="748482"/>
                  </a:lnTo>
                  <a:lnTo>
                    <a:pt x="1795413" y="735301"/>
                  </a:lnTo>
                  <a:lnTo>
                    <a:pt x="1796887" y="721113"/>
                  </a:lnTo>
                  <a:lnTo>
                    <a:pt x="1798361" y="705491"/>
                  </a:lnTo>
                  <a:lnTo>
                    <a:pt x="1799835" y="687899"/>
                  </a:lnTo>
                  <a:lnTo>
                    <a:pt x="1801310" y="670442"/>
                  </a:lnTo>
                  <a:lnTo>
                    <a:pt x="1802784" y="653288"/>
                  </a:lnTo>
                  <a:lnTo>
                    <a:pt x="1804258" y="638038"/>
                  </a:lnTo>
                  <a:lnTo>
                    <a:pt x="1805732" y="624514"/>
                  </a:lnTo>
                  <a:lnTo>
                    <a:pt x="1807207" y="613391"/>
                  </a:lnTo>
                  <a:lnTo>
                    <a:pt x="1808681" y="603273"/>
                  </a:lnTo>
                  <a:lnTo>
                    <a:pt x="1810155" y="593347"/>
                  </a:lnTo>
                  <a:lnTo>
                    <a:pt x="1811629" y="584525"/>
                  </a:lnTo>
                  <a:lnTo>
                    <a:pt x="1813104" y="576345"/>
                  </a:lnTo>
                  <a:lnTo>
                    <a:pt x="1814578" y="571110"/>
                  </a:lnTo>
                  <a:lnTo>
                    <a:pt x="1816052" y="569330"/>
                  </a:lnTo>
                  <a:lnTo>
                    <a:pt x="1817526" y="569969"/>
                  </a:lnTo>
                  <a:lnTo>
                    <a:pt x="1819001" y="573051"/>
                  </a:lnTo>
                  <a:lnTo>
                    <a:pt x="1820475" y="578016"/>
                  </a:lnTo>
                  <a:lnTo>
                    <a:pt x="1821949" y="587092"/>
                  </a:lnTo>
                  <a:lnTo>
                    <a:pt x="1823423" y="598270"/>
                  </a:lnTo>
                  <a:lnTo>
                    <a:pt x="1824898" y="610704"/>
                  </a:lnTo>
                  <a:lnTo>
                    <a:pt x="1826372" y="625783"/>
                  </a:lnTo>
                  <a:lnTo>
                    <a:pt x="1827846" y="639899"/>
                  </a:lnTo>
                  <a:lnTo>
                    <a:pt x="1829320" y="653034"/>
                  </a:lnTo>
                  <a:lnTo>
                    <a:pt x="1830795" y="665436"/>
                  </a:lnTo>
                  <a:lnTo>
                    <a:pt x="1832269" y="678551"/>
                  </a:lnTo>
                  <a:lnTo>
                    <a:pt x="1833743" y="691725"/>
                  </a:lnTo>
                  <a:lnTo>
                    <a:pt x="1835217" y="705260"/>
                  </a:lnTo>
                  <a:lnTo>
                    <a:pt x="1836692" y="716886"/>
                  </a:lnTo>
                  <a:lnTo>
                    <a:pt x="1838166" y="727455"/>
                  </a:lnTo>
                  <a:lnTo>
                    <a:pt x="1839640" y="737335"/>
                  </a:lnTo>
                  <a:lnTo>
                    <a:pt x="1841114" y="746732"/>
                  </a:lnTo>
                  <a:lnTo>
                    <a:pt x="1842589" y="755380"/>
                  </a:lnTo>
                  <a:lnTo>
                    <a:pt x="1844063" y="763704"/>
                  </a:lnTo>
                  <a:lnTo>
                    <a:pt x="1845537" y="770857"/>
                  </a:lnTo>
                  <a:lnTo>
                    <a:pt x="1847011" y="777148"/>
                  </a:lnTo>
                  <a:lnTo>
                    <a:pt x="1848485" y="782622"/>
                  </a:lnTo>
                  <a:lnTo>
                    <a:pt x="1849960" y="787738"/>
                  </a:lnTo>
                  <a:lnTo>
                    <a:pt x="1851434" y="792599"/>
                  </a:lnTo>
                  <a:lnTo>
                    <a:pt x="1852908" y="798473"/>
                  </a:lnTo>
                  <a:lnTo>
                    <a:pt x="1854382" y="804769"/>
                  </a:lnTo>
                  <a:lnTo>
                    <a:pt x="1855857" y="810277"/>
                  </a:lnTo>
                  <a:lnTo>
                    <a:pt x="1857331" y="814696"/>
                  </a:lnTo>
                  <a:lnTo>
                    <a:pt x="1858805" y="819226"/>
                  </a:lnTo>
                  <a:lnTo>
                    <a:pt x="1860279" y="822931"/>
                  </a:lnTo>
                  <a:lnTo>
                    <a:pt x="1861754" y="826200"/>
                  </a:lnTo>
                  <a:lnTo>
                    <a:pt x="1863228" y="829526"/>
                  </a:lnTo>
                  <a:lnTo>
                    <a:pt x="1864702" y="832341"/>
                  </a:lnTo>
                  <a:lnTo>
                    <a:pt x="1866176" y="834123"/>
                  </a:lnTo>
                  <a:lnTo>
                    <a:pt x="1867651" y="834979"/>
                  </a:lnTo>
                  <a:lnTo>
                    <a:pt x="1869125" y="836484"/>
                  </a:lnTo>
                  <a:lnTo>
                    <a:pt x="1870599" y="838270"/>
                  </a:lnTo>
                  <a:lnTo>
                    <a:pt x="1872073" y="839394"/>
                  </a:lnTo>
                  <a:lnTo>
                    <a:pt x="1873548" y="838855"/>
                  </a:lnTo>
                  <a:lnTo>
                    <a:pt x="1875022" y="837861"/>
                  </a:lnTo>
                  <a:lnTo>
                    <a:pt x="1876496" y="836398"/>
                  </a:lnTo>
                  <a:lnTo>
                    <a:pt x="1877970" y="834124"/>
                  </a:lnTo>
                  <a:lnTo>
                    <a:pt x="1879445" y="831376"/>
                  </a:lnTo>
                  <a:lnTo>
                    <a:pt x="1880919" y="828593"/>
                  </a:lnTo>
                  <a:lnTo>
                    <a:pt x="1882393" y="825398"/>
                  </a:lnTo>
                  <a:lnTo>
                    <a:pt x="1883867" y="821586"/>
                  </a:lnTo>
                  <a:lnTo>
                    <a:pt x="1885342" y="815873"/>
                  </a:lnTo>
                  <a:lnTo>
                    <a:pt x="1886816" y="810361"/>
                  </a:lnTo>
                  <a:lnTo>
                    <a:pt x="1888290" y="804030"/>
                  </a:lnTo>
                  <a:lnTo>
                    <a:pt x="1889764" y="796227"/>
                  </a:lnTo>
                  <a:lnTo>
                    <a:pt x="1891239" y="786371"/>
                  </a:lnTo>
                  <a:lnTo>
                    <a:pt x="1892713" y="774685"/>
                  </a:lnTo>
                  <a:lnTo>
                    <a:pt x="1894187" y="761560"/>
                  </a:lnTo>
                  <a:lnTo>
                    <a:pt x="1895661" y="747929"/>
                  </a:lnTo>
                  <a:lnTo>
                    <a:pt x="1897136" y="731081"/>
                  </a:lnTo>
                  <a:lnTo>
                    <a:pt x="1898610" y="713838"/>
                  </a:lnTo>
                  <a:lnTo>
                    <a:pt x="1900084" y="696463"/>
                  </a:lnTo>
                  <a:lnTo>
                    <a:pt x="1901558" y="676937"/>
                  </a:lnTo>
                  <a:lnTo>
                    <a:pt x="1903033" y="658278"/>
                  </a:lnTo>
                  <a:lnTo>
                    <a:pt x="1904507" y="639904"/>
                  </a:lnTo>
                  <a:lnTo>
                    <a:pt x="1905981" y="622329"/>
                  </a:lnTo>
                  <a:lnTo>
                    <a:pt x="1907455" y="605242"/>
                  </a:lnTo>
                  <a:lnTo>
                    <a:pt x="1908930" y="588271"/>
                  </a:lnTo>
                  <a:lnTo>
                    <a:pt x="1910404" y="572424"/>
                  </a:lnTo>
                  <a:lnTo>
                    <a:pt x="1911878" y="558324"/>
                  </a:lnTo>
                  <a:lnTo>
                    <a:pt x="1913352" y="545149"/>
                  </a:lnTo>
                  <a:lnTo>
                    <a:pt x="1914827" y="532933"/>
                  </a:lnTo>
                  <a:lnTo>
                    <a:pt x="1916301" y="522115"/>
                  </a:lnTo>
                  <a:lnTo>
                    <a:pt x="1917775" y="513223"/>
                  </a:lnTo>
                  <a:lnTo>
                    <a:pt x="1919249" y="506234"/>
                  </a:lnTo>
                  <a:lnTo>
                    <a:pt x="1920724" y="499326"/>
                  </a:lnTo>
                  <a:lnTo>
                    <a:pt x="1922198" y="492810"/>
                  </a:lnTo>
                  <a:lnTo>
                    <a:pt x="1923672" y="488306"/>
                  </a:lnTo>
                  <a:lnTo>
                    <a:pt x="1925146" y="485555"/>
                  </a:lnTo>
                  <a:lnTo>
                    <a:pt x="1926621" y="485145"/>
                  </a:lnTo>
                  <a:lnTo>
                    <a:pt x="1928095" y="484798"/>
                  </a:lnTo>
                  <a:lnTo>
                    <a:pt x="1929569" y="485019"/>
                  </a:lnTo>
                  <a:lnTo>
                    <a:pt x="1931043" y="485720"/>
                  </a:lnTo>
                  <a:lnTo>
                    <a:pt x="1932518" y="485560"/>
                  </a:lnTo>
                  <a:lnTo>
                    <a:pt x="1933992" y="485417"/>
                  </a:lnTo>
                  <a:lnTo>
                    <a:pt x="1935466" y="486355"/>
                  </a:lnTo>
                  <a:lnTo>
                    <a:pt x="1936940" y="487145"/>
                  </a:lnTo>
                  <a:lnTo>
                    <a:pt x="1938415" y="487056"/>
                  </a:lnTo>
                  <a:lnTo>
                    <a:pt x="1939889" y="486209"/>
                  </a:lnTo>
                  <a:lnTo>
                    <a:pt x="1941363" y="485347"/>
                  </a:lnTo>
                  <a:lnTo>
                    <a:pt x="1942837" y="485956"/>
                  </a:lnTo>
                  <a:lnTo>
                    <a:pt x="1944312" y="485583"/>
                  </a:lnTo>
                  <a:lnTo>
                    <a:pt x="1945786" y="485911"/>
                  </a:lnTo>
                  <a:lnTo>
                    <a:pt x="1947260" y="486779"/>
                  </a:lnTo>
                  <a:lnTo>
                    <a:pt x="1948734" y="488155"/>
                  </a:lnTo>
                  <a:lnTo>
                    <a:pt x="1950209" y="490286"/>
                  </a:lnTo>
                  <a:lnTo>
                    <a:pt x="1951683" y="492797"/>
                  </a:lnTo>
                  <a:lnTo>
                    <a:pt x="1953157" y="495514"/>
                  </a:lnTo>
                  <a:lnTo>
                    <a:pt x="1954631" y="500006"/>
                  </a:lnTo>
                  <a:lnTo>
                    <a:pt x="1956106" y="503792"/>
                  </a:lnTo>
                  <a:lnTo>
                    <a:pt x="1957580" y="506348"/>
                  </a:lnTo>
                  <a:lnTo>
                    <a:pt x="1959054" y="508769"/>
                  </a:lnTo>
                  <a:lnTo>
                    <a:pt x="1960528" y="512509"/>
                  </a:lnTo>
                  <a:lnTo>
                    <a:pt x="1962003" y="515987"/>
                  </a:lnTo>
                  <a:lnTo>
                    <a:pt x="1963477" y="520157"/>
                  </a:lnTo>
                  <a:lnTo>
                    <a:pt x="1964951" y="524770"/>
                  </a:lnTo>
                  <a:lnTo>
                    <a:pt x="1966425" y="528753"/>
                  </a:lnTo>
                  <a:lnTo>
                    <a:pt x="1967900" y="533610"/>
                  </a:lnTo>
                  <a:lnTo>
                    <a:pt x="1969374" y="538105"/>
                  </a:lnTo>
                  <a:lnTo>
                    <a:pt x="1970848" y="543260"/>
                  </a:lnTo>
                  <a:lnTo>
                    <a:pt x="1972322" y="548607"/>
                  </a:lnTo>
                  <a:lnTo>
                    <a:pt x="1973797" y="553261"/>
                  </a:lnTo>
                  <a:lnTo>
                    <a:pt x="1975271" y="558163"/>
                  </a:lnTo>
                  <a:lnTo>
                    <a:pt x="1976745" y="563989"/>
                  </a:lnTo>
                  <a:lnTo>
                    <a:pt x="1978219" y="570050"/>
                  </a:lnTo>
                  <a:lnTo>
                    <a:pt x="1979694" y="577210"/>
                  </a:lnTo>
                  <a:lnTo>
                    <a:pt x="1981168" y="584376"/>
                  </a:lnTo>
                  <a:lnTo>
                    <a:pt x="1982642" y="591454"/>
                  </a:lnTo>
                  <a:lnTo>
                    <a:pt x="1984116" y="596994"/>
                  </a:lnTo>
                  <a:lnTo>
                    <a:pt x="1985591" y="601740"/>
                  </a:lnTo>
                  <a:lnTo>
                    <a:pt x="1987065" y="604805"/>
                  </a:lnTo>
                  <a:lnTo>
                    <a:pt x="1988539" y="608601"/>
                  </a:lnTo>
                  <a:lnTo>
                    <a:pt x="1990013" y="612925"/>
                  </a:lnTo>
                  <a:lnTo>
                    <a:pt x="1991488" y="614089"/>
                  </a:lnTo>
                  <a:lnTo>
                    <a:pt x="1992962" y="613512"/>
                  </a:lnTo>
                  <a:lnTo>
                    <a:pt x="1994436" y="610544"/>
                  </a:lnTo>
                  <a:lnTo>
                    <a:pt x="1995910" y="608485"/>
                  </a:lnTo>
                  <a:lnTo>
                    <a:pt x="1997385" y="606433"/>
                  </a:lnTo>
                  <a:lnTo>
                    <a:pt x="1998859" y="602302"/>
                  </a:lnTo>
                  <a:lnTo>
                    <a:pt x="2000333" y="596275"/>
                  </a:lnTo>
                  <a:lnTo>
                    <a:pt x="2001807" y="589010"/>
                  </a:lnTo>
                  <a:lnTo>
                    <a:pt x="2003282" y="582316"/>
                  </a:lnTo>
                  <a:lnTo>
                    <a:pt x="2004756" y="574813"/>
                  </a:lnTo>
                  <a:lnTo>
                    <a:pt x="2006230" y="568561"/>
                  </a:lnTo>
                  <a:lnTo>
                    <a:pt x="2007704" y="562644"/>
                  </a:lnTo>
                  <a:lnTo>
                    <a:pt x="2009179" y="557758"/>
                  </a:lnTo>
                  <a:lnTo>
                    <a:pt x="2010653" y="552454"/>
                  </a:lnTo>
                  <a:lnTo>
                    <a:pt x="2012127" y="548014"/>
                  </a:lnTo>
                  <a:lnTo>
                    <a:pt x="2013601" y="545280"/>
                  </a:lnTo>
                  <a:lnTo>
                    <a:pt x="2015076" y="545646"/>
                  </a:lnTo>
                  <a:lnTo>
                    <a:pt x="2016550" y="547455"/>
                  </a:lnTo>
                  <a:lnTo>
                    <a:pt x="2018024" y="548814"/>
                  </a:lnTo>
                  <a:lnTo>
                    <a:pt x="2019498" y="549732"/>
                  </a:lnTo>
                  <a:lnTo>
                    <a:pt x="2020973" y="550714"/>
                  </a:lnTo>
                  <a:lnTo>
                    <a:pt x="2022447" y="551581"/>
                  </a:lnTo>
                  <a:lnTo>
                    <a:pt x="2023921" y="553733"/>
                  </a:lnTo>
                  <a:lnTo>
                    <a:pt x="2025395" y="555505"/>
                  </a:lnTo>
                  <a:lnTo>
                    <a:pt x="2026870" y="557737"/>
                  </a:lnTo>
                  <a:lnTo>
                    <a:pt x="2028344" y="560642"/>
                  </a:lnTo>
                  <a:lnTo>
                    <a:pt x="2029818" y="562163"/>
                  </a:lnTo>
                  <a:lnTo>
                    <a:pt x="2031292" y="563307"/>
                  </a:lnTo>
                  <a:lnTo>
                    <a:pt x="2032767" y="566579"/>
                  </a:lnTo>
                  <a:lnTo>
                    <a:pt x="2034241" y="569245"/>
                  </a:lnTo>
                  <a:lnTo>
                    <a:pt x="2035715" y="571354"/>
                  </a:lnTo>
                  <a:lnTo>
                    <a:pt x="2037189" y="572233"/>
                  </a:lnTo>
                  <a:lnTo>
                    <a:pt x="2038663" y="572501"/>
                  </a:lnTo>
                  <a:lnTo>
                    <a:pt x="2040138" y="571380"/>
                  </a:lnTo>
                  <a:lnTo>
                    <a:pt x="2041612" y="570865"/>
                  </a:lnTo>
                  <a:lnTo>
                    <a:pt x="2043086" y="570029"/>
                  </a:lnTo>
                  <a:lnTo>
                    <a:pt x="2044560" y="568573"/>
                  </a:lnTo>
                  <a:lnTo>
                    <a:pt x="2046035" y="565156"/>
                  </a:lnTo>
                  <a:lnTo>
                    <a:pt x="2047509" y="561493"/>
                  </a:lnTo>
                  <a:lnTo>
                    <a:pt x="2048983" y="557475"/>
                  </a:lnTo>
                  <a:lnTo>
                    <a:pt x="2050457" y="552988"/>
                  </a:lnTo>
                  <a:lnTo>
                    <a:pt x="2051932" y="547799"/>
                  </a:lnTo>
                  <a:lnTo>
                    <a:pt x="2053406" y="542109"/>
                  </a:lnTo>
                  <a:lnTo>
                    <a:pt x="2054880" y="534885"/>
                  </a:lnTo>
                  <a:lnTo>
                    <a:pt x="2056354" y="527300"/>
                  </a:lnTo>
                  <a:lnTo>
                    <a:pt x="2057829" y="519198"/>
                  </a:lnTo>
                  <a:lnTo>
                    <a:pt x="2059303" y="512060"/>
                  </a:lnTo>
                  <a:lnTo>
                    <a:pt x="2060777" y="503493"/>
                  </a:lnTo>
                  <a:lnTo>
                    <a:pt x="2062251" y="496707"/>
                  </a:lnTo>
                  <a:lnTo>
                    <a:pt x="2063726" y="489227"/>
                  </a:lnTo>
                  <a:lnTo>
                    <a:pt x="2065200" y="479563"/>
                  </a:lnTo>
                  <a:lnTo>
                    <a:pt x="2066674" y="471728"/>
                  </a:lnTo>
                  <a:lnTo>
                    <a:pt x="2068148" y="464678"/>
                  </a:lnTo>
                  <a:lnTo>
                    <a:pt x="2069623" y="458576"/>
                  </a:lnTo>
                  <a:lnTo>
                    <a:pt x="2071097" y="452497"/>
                  </a:lnTo>
                  <a:lnTo>
                    <a:pt x="2072571" y="446853"/>
                  </a:lnTo>
                  <a:lnTo>
                    <a:pt x="2074045" y="441154"/>
                  </a:lnTo>
                  <a:lnTo>
                    <a:pt x="2075520" y="435726"/>
                  </a:lnTo>
                  <a:lnTo>
                    <a:pt x="2076994" y="430655"/>
                  </a:lnTo>
                  <a:lnTo>
                    <a:pt x="2078468" y="425224"/>
                  </a:lnTo>
                  <a:lnTo>
                    <a:pt x="2079942" y="420171"/>
                  </a:lnTo>
                  <a:lnTo>
                    <a:pt x="2081417" y="416327"/>
                  </a:lnTo>
                  <a:lnTo>
                    <a:pt x="2082891" y="413284"/>
                  </a:lnTo>
                  <a:lnTo>
                    <a:pt x="2084365" y="410088"/>
                  </a:lnTo>
                  <a:lnTo>
                    <a:pt x="2085839" y="407957"/>
                  </a:lnTo>
                  <a:lnTo>
                    <a:pt x="2087314" y="406624"/>
                  </a:lnTo>
                  <a:lnTo>
                    <a:pt x="2088788" y="404577"/>
                  </a:lnTo>
                  <a:lnTo>
                    <a:pt x="2090262" y="401038"/>
                  </a:lnTo>
                  <a:lnTo>
                    <a:pt x="2091736" y="397024"/>
                  </a:lnTo>
                  <a:lnTo>
                    <a:pt x="2093211" y="393372"/>
                  </a:lnTo>
                  <a:lnTo>
                    <a:pt x="2094685" y="390907"/>
                  </a:lnTo>
                  <a:lnTo>
                    <a:pt x="2096159" y="388574"/>
                  </a:lnTo>
                  <a:lnTo>
                    <a:pt x="2097633" y="386979"/>
                  </a:lnTo>
                  <a:lnTo>
                    <a:pt x="2099108" y="385573"/>
                  </a:lnTo>
                  <a:lnTo>
                    <a:pt x="2100582" y="383623"/>
                  </a:lnTo>
                  <a:lnTo>
                    <a:pt x="2102056" y="381138"/>
                  </a:lnTo>
                  <a:lnTo>
                    <a:pt x="2103530" y="377580"/>
                  </a:lnTo>
                  <a:lnTo>
                    <a:pt x="2105005" y="373974"/>
                  </a:lnTo>
                  <a:lnTo>
                    <a:pt x="2106479" y="370738"/>
                  </a:lnTo>
                  <a:lnTo>
                    <a:pt x="2107953" y="365933"/>
                  </a:lnTo>
                  <a:lnTo>
                    <a:pt x="2109427" y="361793"/>
                  </a:lnTo>
                  <a:lnTo>
                    <a:pt x="2110902" y="358332"/>
                  </a:lnTo>
                  <a:lnTo>
                    <a:pt x="2112376" y="355679"/>
                  </a:lnTo>
                  <a:lnTo>
                    <a:pt x="2113850" y="352951"/>
                  </a:lnTo>
                  <a:lnTo>
                    <a:pt x="2115324" y="351769"/>
                  </a:lnTo>
                  <a:lnTo>
                    <a:pt x="2116799" y="351831"/>
                  </a:lnTo>
                  <a:lnTo>
                    <a:pt x="2118273" y="351443"/>
                  </a:lnTo>
                  <a:lnTo>
                    <a:pt x="2119747" y="352356"/>
                  </a:lnTo>
                  <a:lnTo>
                    <a:pt x="2121221" y="354614"/>
                  </a:lnTo>
                  <a:lnTo>
                    <a:pt x="2122696" y="359690"/>
                  </a:lnTo>
                  <a:lnTo>
                    <a:pt x="2124170" y="365867"/>
                  </a:lnTo>
                  <a:lnTo>
                    <a:pt x="2125644" y="372689"/>
                  </a:lnTo>
                  <a:lnTo>
                    <a:pt x="2127118" y="379449"/>
                  </a:lnTo>
                  <a:lnTo>
                    <a:pt x="2128593" y="387726"/>
                  </a:lnTo>
                  <a:lnTo>
                    <a:pt x="2130067" y="396738"/>
                  </a:lnTo>
                  <a:lnTo>
                    <a:pt x="2131541" y="406432"/>
                  </a:lnTo>
                  <a:lnTo>
                    <a:pt x="2133015" y="415956"/>
                  </a:lnTo>
                  <a:lnTo>
                    <a:pt x="2134490" y="426443"/>
                  </a:lnTo>
                  <a:lnTo>
                    <a:pt x="2135964" y="438708"/>
                  </a:lnTo>
                  <a:lnTo>
                    <a:pt x="2137438" y="450815"/>
                  </a:lnTo>
                  <a:lnTo>
                    <a:pt x="2138912" y="461969"/>
                  </a:lnTo>
                  <a:lnTo>
                    <a:pt x="2140387" y="474324"/>
                  </a:lnTo>
                  <a:lnTo>
                    <a:pt x="2141861" y="486894"/>
                  </a:lnTo>
                  <a:lnTo>
                    <a:pt x="2143335" y="499030"/>
                  </a:lnTo>
                  <a:lnTo>
                    <a:pt x="2144809" y="510182"/>
                  </a:lnTo>
                  <a:lnTo>
                    <a:pt x="2146284" y="521568"/>
                  </a:lnTo>
                  <a:lnTo>
                    <a:pt x="2147758" y="531302"/>
                  </a:lnTo>
                  <a:lnTo>
                    <a:pt x="2149232" y="543269"/>
                  </a:lnTo>
                  <a:lnTo>
                    <a:pt x="2150706" y="555066"/>
                  </a:lnTo>
                  <a:lnTo>
                    <a:pt x="2152181" y="566186"/>
                  </a:lnTo>
                  <a:lnTo>
                    <a:pt x="2153655" y="577137"/>
                  </a:lnTo>
                  <a:lnTo>
                    <a:pt x="2155129" y="587593"/>
                  </a:lnTo>
                  <a:lnTo>
                    <a:pt x="2156603" y="597679"/>
                  </a:lnTo>
                  <a:lnTo>
                    <a:pt x="2158078" y="607509"/>
                  </a:lnTo>
                  <a:lnTo>
                    <a:pt x="2159552" y="618372"/>
                  </a:lnTo>
                  <a:lnTo>
                    <a:pt x="2161026" y="627918"/>
                  </a:lnTo>
                  <a:lnTo>
                    <a:pt x="2162500" y="637793"/>
                  </a:lnTo>
                  <a:lnTo>
                    <a:pt x="2163975" y="648186"/>
                  </a:lnTo>
                  <a:lnTo>
                    <a:pt x="2165449" y="658364"/>
                  </a:lnTo>
                  <a:lnTo>
                    <a:pt x="2166923" y="668043"/>
                  </a:lnTo>
                  <a:lnTo>
                    <a:pt x="2168397" y="677017"/>
                  </a:lnTo>
                  <a:lnTo>
                    <a:pt x="2169872" y="685842"/>
                  </a:lnTo>
                  <a:lnTo>
                    <a:pt x="2171346" y="692831"/>
                  </a:lnTo>
                  <a:lnTo>
                    <a:pt x="2172820" y="698993"/>
                  </a:lnTo>
                  <a:lnTo>
                    <a:pt x="2174294" y="704539"/>
                  </a:lnTo>
                  <a:lnTo>
                    <a:pt x="2175769" y="710506"/>
                  </a:lnTo>
                  <a:lnTo>
                    <a:pt x="2177243" y="716250"/>
                  </a:lnTo>
                  <a:lnTo>
                    <a:pt x="2178717" y="722470"/>
                  </a:lnTo>
                  <a:lnTo>
                    <a:pt x="2180191" y="728520"/>
                  </a:lnTo>
                  <a:lnTo>
                    <a:pt x="2181666" y="734967"/>
                  </a:lnTo>
                  <a:lnTo>
                    <a:pt x="2183140" y="741352"/>
                  </a:lnTo>
                  <a:lnTo>
                    <a:pt x="2184614" y="748091"/>
                  </a:lnTo>
                  <a:lnTo>
                    <a:pt x="2186088" y="754307"/>
                  </a:lnTo>
                  <a:lnTo>
                    <a:pt x="2187563" y="761138"/>
                  </a:lnTo>
                  <a:lnTo>
                    <a:pt x="2189037" y="767795"/>
                  </a:lnTo>
                  <a:lnTo>
                    <a:pt x="2190511" y="773744"/>
                  </a:lnTo>
                  <a:lnTo>
                    <a:pt x="2191985" y="777836"/>
                  </a:lnTo>
                  <a:lnTo>
                    <a:pt x="2193460" y="782997"/>
                  </a:lnTo>
                  <a:lnTo>
                    <a:pt x="2194934" y="787864"/>
                  </a:lnTo>
                  <a:lnTo>
                    <a:pt x="2196408" y="791624"/>
                  </a:lnTo>
                  <a:lnTo>
                    <a:pt x="2197882" y="793250"/>
                  </a:lnTo>
                  <a:lnTo>
                    <a:pt x="2199357" y="794356"/>
                  </a:lnTo>
                  <a:lnTo>
                    <a:pt x="2200831" y="794420"/>
                  </a:lnTo>
                  <a:lnTo>
                    <a:pt x="2202305" y="794715"/>
                  </a:lnTo>
                  <a:lnTo>
                    <a:pt x="2203779" y="794135"/>
                  </a:lnTo>
                  <a:lnTo>
                    <a:pt x="2205254" y="793863"/>
                  </a:lnTo>
                  <a:lnTo>
                    <a:pt x="2206728" y="792665"/>
                  </a:lnTo>
                  <a:lnTo>
                    <a:pt x="2208202" y="791860"/>
                  </a:lnTo>
                  <a:lnTo>
                    <a:pt x="2209676" y="790194"/>
                  </a:lnTo>
                  <a:lnTo>
                    <a:pt x="2211151" y="787738"/>
                  </a:lnTo>
                  <a:lnTo>
                    <a:pt x="2212625" y="784887"/>
                  </a:lnTo>
                  <a:lnTo>
                    <a:pt x="2214099" y="782660"/>
                  </a:lnTo>
                  <a:lnTo>
                    <a:pt x="2215573" y="780690"/>
                  </a:lnTo>
                  <a:lnTo>
                    <a:pt x="2217048" y="778594"/>
                  </a:lnTo>
                  <a:lnTo>
                    <a:pt x="2218522" y="777151"/>
                  </a:lnTo>
                  <a:lnTo>
                    <a:pt x="2219996" y="776189"/>
                  </a:lnTo>
                  <a:lnTo>
                    <a:pt x="2221470" y="774146"/>
                  </a:lnTo>
                  <a:lnTo>
                    <a:pt x="2222945" y="773485"/>
                  </a:lnTo>
                  <a:lnTo>
                    <a:pt x="2224419" y="771158"/>
                  </a:lnTo>
                  <a:lnTo>
                    <a:pt x="2225893" y="769182"/>
                  </a:lnTo>
                  <a:lnTo>
                    <a:pt x="2227367" y="767116"/>
                  </a:lnTo>
                  <a:lnTo>
                    <a:pt x="2228842" y="764805"/>
                  </a:lnTo>
                  <a:lnTo>
                    <a:pt x="2230316" y="762607"/>
                  </a:lnTo>
                  <a:lnTo>
                    <a:pt x="2231790" y="759471"/>
                  </a:lnTo>
                  <a:lnTo>
                    <a:pt x="2233264" y="755580"/>
                  </a:lnTo>
                  <a:lnTo>
                    <a:pt x="2234738" y="750398"/>
                  </a:lnTo>
                  <a:lnTo>
                    <a:pt x="2236213" y="746504"/>
                  </a:lnTo>
                  <a:lnTo>
                    <a:pt x="2237687" y="741385"/>
                  </a:lnTo>
                  <a:lnTo>
                    <a:pt x="2239161" y="735620"/>
                  </a:lnTo>
                  <a:lnTo>
                    <a:pt x="2240635" y="729274"/>
                  </a:lnTo>
                  <a:lnTo>
                    <a:pt x="2242110" y="723186"/>
                  </a:lnTo>
                  <a:lnTo>
                    <a:pt x="2243584" y="717305"/>
                  </a:lnTo>
                  <a:lnTo>
                    <a:pt x="2245058" y="711223"/>
                  </a:lnTo>
                  <a:lnTo>
                    <a:pt x="2246532" y="706280"/>
                  </a:lnTo>
                  <a:lnTo>
                    <a:pt x="2248007" y="701784"/>
                  </a:lnTo>
                  <a:lnTo>
                    <a:pt x="2249481" y="697228"/>
                  </a:lnTo>
                  <a:lnTo>
                    <a:pt x="2250955" y="692548"/>
                  </a:lnTo>
                  <a:lnTo>
                    <a:pt x="2252429" y="688415"/>
                  </a:lnTo>
                  <a:lnTo>
                    <a:pt x="2253904" y="684510"/>
                  </a:lnTo>
                  <a:lnTo>
                    <a:pt x="2255378" y="681008"/>
                  </a:lnTo>
                  <a:lnTo>
                    <a:pt x="2256852" y="677203"/>
                  </a:lnTo>
                  <a:lnTo>
                    <a:pt x="2258326" y="672806"/>
                  </a:lnTo>
                  <a:lnTo>
                    <a:pt x="2259801" y="667280"/>
                  </a:lnTo>
                  <a:lnTo>
                    <a:pt x="2261275" y="662194"/>
                  </a:lnTo>
                  <a:lnTo>
                    <a:pt x="2262749" y="656825"/>
                  </a:lnTo>
                  <a:lnTo>
                    <a:pt x="2264223" y="651285"/>
                  </a:lnTo>
                  <a:lnTo>
                    <a:pt x="2265698" y="645732"/>
                  </a:lnTo>
                  <a:lnTo>
                    <a:pt x="2267172" y="640999"/>
                  </a:lnTo>
                  <a:lnTo>
                    <a:pt x="2268646" y="635176"/>
                  </a:lnTo>
                  <a:lnTo>
                    <a:pt x="2270120" y="628886"/>
                  </a:lnTo>
                  <a:lnTo>
                    <a:pt x="2271595" y="623080"/>
                  </a:lnTo>
                  <a:lnTo>
                    <a:pt x="2273069" y="617049"/>
                  </a:lnTo>
                  <a:lnTo>
                    <a:pt x="2274543" y="611208"/>
                  </a:lnTo>
                  <a:lnTo>
                    <a:pt x="2276017" y="605391"/>
                  </a:lnTo>
                  <a:lnTo>
                    <a:pt x="2277492" y="599068"/>
                  </a:lnTo>
                  <a:lnTo>
                    <a:pt x="2278966" y="592922"/>
                  </a:lnTo>
                  <a:lnTo>
                    <a:pt x="2280440" y="586068"/>
                  </a:lnTo>
                  <a:lnTo>
                    <a:pt x="2281914" y="579970"/>
                  </a:lnTo>
                  <a:lnTo>
                    <a:pt x="2283389" y="572698"/>
                  </a:lnTo>
                  <a:lnTo>
                    <a:pt x="2284863" y="564428"/>
                  </a:lnTo>
                  <a:lnTo>
                    <a:pt x="2286337" y="556119"/>
                  </a:lnTo>
                  <a:lnTo>
                    <a:pt x="2287811" y="548577"/>
                  </a:lnTo>
                  <a:lnTo>
                    <a:pt x="2289286" y="539987"/>
                  </a:lnTo>
                  <a:lnTo>
                    <a:pt x="2290760" y="531212"/>
                  </a:lnTo>
                  <a:lnTo>
                    <a:pt x="2292234" y="522447"/>
                  </a:lnTo>
                  <a:lnTo>
                    <a:pt x="2293708" y="513703"/>
                  </a:lnTo>
                  <a:lnTo>
                    <a:pt x="2295183" y="504470"/>
                  </a:lnTo>
                  <a:lnTo>
                    <a:pt x="2296657" y="495633"/>
                  </a:lnTo>
                  <a:lnTo>
                    <a:pt x="2298131" y="487826"/>
                  </a:lnTo>
                  <a:lnTo>
                    <a:pt x="2299605" y="479938"/>
                  </a:lnTo>
                  <a:lnTo>
                    <a:pt x="2301080" y="472311"/>
                  </a:lnTo>
                  <a:lnTo>
                    <a:pt x="2302554" y="465382"/>
                  </a:lnTo>
                  <a:lnTo>
                    <a:pt x="2304028" y="459157"/>
                  </a:lnTo>
                  <a:lnTo>
                    <a:pt x="2305502" y="452975"/>
                  </a:lnTo>
                  <a:lnTo>
                    <a:pt x="2306977" y="446626"/>
                  </a:lnTo>
                  <a:lnTo>
                    <a:pt x="2308451" y="441541"/>
                  </a:lnTo>
                  <a:lnTo>
                    <a:pt x="2309925" y="436171"/>
                  </a:lnTo>
                  <a:lnTo>
                    <a:pt x="2311399" y="431993"/>
                  </a:lnTo>
                  <a:lnTo>
                    <a:pt x="2312874" y="428466"/>
                  </a:lnTo>
                  <a:lnTo>
                    <a:pt x="2314348" y="425656"/>
                  </a:lnTo>
                  <a:lnTo>
                    <a:pt x="2315822" y="424559"/>
                  </a:lnTo>
                  <a:lnTo>
                    <a:pt x="2317296" y="423231"/>
                  </a:lnTo>
                  <a:lnTo>
                    <a:pt x="2318771" y="421742"/>
                  </a:lnTo>
                  <a:lnTo>
                    <a:pt x="2320245" y="419846"/>
                  </a:lnTo>
                  <a:lnTo>
                    <a:pt x="2321719" y="418051"/>
                  </a:lnTo>
                  <a:lnTo>
                    <a:pt x="2323193" y="415545"/>
                  </a:lnTo>
                  <a:lnTo>
                    <a:pt x="2324668" y="413364"/>
                  </a:lnTo>
                  <a:lnTo>
                    <a:pt x="2326142" y="411057"/>
                  </a:lnTo>
                  <a:lnTo>
                    <a:pt x="2327616" y="408376"/>
                  </a:lnTo>
                  <a:lnTo>
                    <a:pt x="2329090" y="406759"/>
                  </a:lnTo>
                  <a:lnTo>
                    <a:pt x="2330565" y="405561"/>
                  </a:lnTo>
                  <a:lnTo>
                    <a:pt x="2332039" y="404321"/>
                  </a:lnTo>
                  <a:lnTo>
                    <a:pt x="2333513" y="403183"/>
                  </a:lnTo>
                  <a:lnTo>
                    <a:pt x="2334987" y="402648"/>
                  </a:lnTo>
                  <a:lnTo>
                    <a:pt x="2336462" y="400340"/>
                  </a:lnTo>
                  <a:lnTo>
                    <a:pt x="2337936" y="397593"/>
                  </a:lnTo>
                  <a:lnTo>
                    <a:pt x="2339410" y="395783"/>
                  </a:lnTo>
                  <a:lnTo>
                    <a:pt x="2340884" y="394616"/>
                  </a:lnTo>
                  <a:lnTo>
                    <a:pt x="2342359" y="393817"/>
                  </a:lnTo>
                  <a:lnTo>
                    <a:pt x="2343833" y="394279"/>
                  </a:lnTo>
                  <a:lnTo>
                    <a:pt x="2345307" y="395086"/>
                  </a:lnTo>
                  <a:lnTo>
                    <a:pt x="2346781" y="395962"/>
                  </a:lnTo>
                  <a:lnTo>
                    <a:pt x="2348256" y="396396"/>
                  </a:lnTo>
                  <a:lnTo>
                    <a:pt x="2349730" y="396902"/>
                  </a:lnTo>
                  <a:lnTo>
                    <a:pt x="2351204" y="397123"/>
                  </a:lnTo>
                  <a:lnTo>
                    <a:pt x="2352678" y="397673"/>
                  </a:lnTo>
                  <a:lnTo>
                    <a:pt x="2354153" y="398343"/>
                  </a:lnTo>
                  <a:lnTo>
                    <a:pt x="2355627" y="399673"/>
                  </a:lnTo>
                  <a:lnTo>
                    <a:pt x="2357101" y="400386"/>
                  </a:lnTo>
                  <a:lnTo>
                    <a:pt x="2358575" y="402982"/>
                  </a:lnTo>
                  <a:lnTo>
                    <a:pt x="2360050" y="407767"/>
                  </a:lnTo>
                  <a:lnTo>
                    <a:pt x="2361524" y="413303"/>
                  </a:lnTo>
                  <a:lnTo>
                    <a:pt x="2362998" y="417779"/>
                  </a:lnTo>
                  <a:lnTo>
                    <a:pt x="2364472" y="422548"/>
                  </a:lnTo>
                  <a:lnTo>
                    <a:pt x="2365947" y="426888"/>
                  </a:lnTo>
                  <a:lnTo>
                    <a:pt x="2367421" y="431548"/>
                  </a:lnTo>
                  <a:lnTo>
                    <a:pt x="2368895" y="435771"/>
                  </a:lnTo>
                  <a:lnTo>
                    <a:pt x="2370369" y="440446"/>
                  </a:lnTo>
                  <a:lnTo>
                    <a:pt x="2371844" y="444594"/>
                  </a:lnTo>
                  <a:lnTo>
                    <a:pt x="2373318" y="447188"/>
                  </a:lnTo>
                  <a:lnTo>
                    <a:pt x="2374792" y="449590"/>
                  </a:lnTo>
                  <a:lnTo>
                    <a:pt x="2376266" y="451589"/>
                  </a:lnTo>
                  <a:lnTo>
                    <a:pt x="2377741" y="453206"/>
                  </a:lnTo>
                  <a:lnTo>
                    <a:pt x="2379215" y="454567"/>
                  </a:lnTo>
                  <a:lnTo>
                    <a:pt x="2380689" y="455835"/>
                  </a:lnTo>
                  <a:lnTo>
                    <a:pt x="2382163" y="457726"/>
                  </a:lnTo>
                  <a:lnTo>
                    <a:pt x="2383638" y="459007"/>
                  </a:lnTo>
                  <a:lnTo>
                    <a:pt x="2385112" y="461254"/>
                  </a:lnTo>
                  <a:lnTo>
                    <a:pt x="2386586" y="461567"/>
                  </a:lnTo>
                  <a:lnTo>
                    <a:pt x="2388060" y="461968"/>
                  </a:lnTo>
                  <a:lnTo>
                    <a:pt x="2389535" y="460969"/>
                  </a:lnTo>
                  <a:lnTo>
                    <a:pt x="2391009" y="459580"/>
                  </a:lnTo>
                  <a:lnTo>
                    <a:pt x="2392483" y="459359"/>
                  </a:lnTo>
                  <a:lnTo>
                    <a:pt x="2393957" y="459503"/>
                  </a:lnTo>
                  <a:lnTo>
                    <a:pt x="2395432" y="459939"/>
                  </a:lnTo>
                  <a:lnTo>
                    <a:pt x="2396906" y="459857"/>
                  </a:lnTo>
                  <a:lnTo>
                    <a:pt x="2398380" y="460335"/>
                  </a:lnTo>
                  <a:lnTo>
                    <a:pt x="2399854" y="460191"/>
                  </a:lnTo>
                  <a:lnTo>
                    <a:pt x="2401329" y="459633"/>
                  </a:lnTo>
                  <a:lnTo>
                    <a:pt x="2402803" y="459200"/>
                  </a:lnTo>
                  <a:lnTo>
                    <a:pt x="2404277" y="458451"/>
                  </a:lnTo>
                  <a:lnTo>
                    <a:pt x="2405751" y="456974"/>
                  </a:lnTo>
                  <a:lnTo>
                    <a:pt x="2407226" y="456147"/>
                  </a:lnTo>
                  <a:lnTo>
                    <a:pt x="2408700" y="456526"/>
                  </a:lnTo>
                  <a:lnTo>
                    <a:pt x="2410174" y="457780"/>
                  </a:lnTo>
                  <a:lnTo>
                    <a:pt x="2411648" y="460127"/>
                  </a:lnTo>
                  <a:lnTo>
                    <a:pt x="2413123" y="462504"/>
                  </a:lnTo>
                  <a:lnTo>
                    <a:pt x="2414597" y="465540"/>
                  </a:lnTo>
                  <a:lnTo>
                    <a:pt x="2416071" y="468251"/>
                  </a:lnTo>
                  <a:lnTo>
                    <a:pt x="2417545" y="472049"/>
                  </a:lnTo>
                  <a:lnTo>
                    <a:pt x="2419020" y="475888"/>
                  </a:lnTo>
                  <a:lnTo>
                    <a:pt x="2420494" y="480779"/>
                  </a:lnTo>
                  <a:lnTo>
                    <a:pt x="2421968" y="487511"/>
                  </a:lnTo>
                  <a:lnTo>
                    <a:pt x="2423442" y="494963"/>
                  </a:lnTo>
                  <a:lnTo>
                    <a:pt x="2424917" y="503152"/>
                  </a:lnTo>
                  <a:lnTo>
                    <a:pt x="2426391" y="511509"/>
                  </a:lnTo>
                  <a:lnTo>
                    <a:pt x="2427865" y="520240"/>
                  </a:lnTo>
                  <a:lnTo>
                    <a:pt x="2429339" y="529842"/>
                  </a:lnTo>
                  <a:lnTo>
                    <a:pt x="2430813" y="539826"/>
                  </a:lnTo>
                  <a:lnTo>
                    <a:pt x="2432288" y="550370"/>
                  </a:lnTo>
                  <a:lnTo>
                    <a:pt x="2433762" y="562148"/>
                  </a:lnTo>
                  <a:lnTo>
                    <a:pt x="2435236" y="573753"/>
                  </a:lnTo>
                  <a:lnTo>
                    <a:pt x="2436710" y="581969"/>
                  </a:lnTo>
                  <a:lnTo>
                    <a:pt x="2438185" y="588984"/>
                  </a:lnTo>
                  <a:lnTo>
                    <a:pt x="2439659" y="595185"/>
                  </a:lnTo>
                  <a:lnTo>
                    <a:pt x="2441133" y="601295"/>
                  </a:lnTo>
                  <a:lnTo>
                    <a:pt x="2442607" y="605139"/>
                  </a:lnTo>
                  <a:lnTo>
                    <a:pt x="2444082" y="608660"/>
                  </a:lnTo>
                  <a:lnTo>
                    <a:pt x="2445556" y="610630"/>
                  </a:lnTo>
                  <a:lnTo>
                    <a:pt x="2447030" y="612671"/>
                  </a:lnTo>
                  <a:lnTo>
                    <a:pt x="2448504" y="615319"/>
                  </a:lnTo>
                  <a:lnTo>
                    <a:pt x="2449979" y="618230"/>
                  </a:lnTo>
                  <a:lnTo>
                    <a:pt x="2451453" y="620201"/>
                  </a:lnTo>
                  <a:lnTo>
                    <a:pt x="2452927" y="621959"/>
                  </a:lnTo>
                  <a:lnTo>
                    <a:pt x="2454401" y="622957"/>
                  </a:lnTo>
                  <a:lnTo>
                    <a:pt x="2455876" y="624169"/>
                  </a:lnTo>
                  <a:lnTo>
                    <a:pt x="2457350" y="624223"/>
                  </a:lnTo>
                  <a:lnTo>
                    <a:pt x="2458824" y="624780"/>
                  </a:lnTo>
                  <a:lnTo>
                    <a:pt x="2460298" y="624920"/>
                  </a:lnTo>
                  <a:lnTo>
                    <a:pt x="2461773" y="626417"/>
                  </a:lnTo>
                  <a:lnTo>
                    <a:pt x="2463247" y="627717"/>
                  </a:lnTo>
                  <a:lnTo>
                    <a:pt x="2464721" y="630298"/>
                  </a:lnTo>
                  <a:lnTo>
                    <a:pt x="2466195" y="632592"/>
                  </a:lnTo>
                  <a:lnTo>
                    <a:pt x="2467670" y="635046"/>
                  </a:lnTo>
                  <a:lnTo>
                    <a:pt x="2469144" y="638000"/>
                  </a:lnTo>
                  <a:lnTo>
                    <a:pt x="2470618" y="642010"/>
                  </a:lnTo>
                  <a:lnTo>
                    <a:pt x="2472092" y="647111"/>
                  </a:lnTo>
                  <a:lnTo>
                    <a:pt x="2473567" y="652435"/>
                  </a:lnTo>
                  <a:lnTo>
                    <a:pt x="2475041" y="657876"/>
                  </a:lnTo>
                  <a:lnTo>
                    <a:pt x="2476515" y="663404"/>
                  </a:lnTo>
                  <a:lnTo>
                    <a:pt x="2477989" y="669206"/>
                  </a:lnTo>
                  <a:lnTo>
                    <a:pt x="2479464" y="673827"/>
                  </a:lnTo>
                  <a:lnTo>
                    <a:pt x="2480938" y="677504"/>
                  </a:lnTo>
                  <a:lnTo>
                    <a:pt x="2482412" y="680590"/>
                  </a:lnTo>
                  <a:lnTo>
                    <a:pt x="2483886" y="682661"/>
                  </a:lnTo>
                  <a:lnTo>
                    <a:pt x="2485361" y="683448"/>
                  </a:lnTo>
                  <a:lnTo>
                    <a:pt x="2486835" y="684875"/>
                  </a:lnTo>
                  <a:lnTo>
                    <a:pt x="2488309" y="686206"/>
                  </a:lnTo>
                  <a:lnTo>
                    <a:pt x="2489783" y="686712"/>
                  </a:lnTo>
                  <a:lnTo>
                    <a:pt x="2491258" y="686680"/>
                  </a:lnTo>
                  <a:lnTo>
                    <a:pt x="2492732" y="685330"/>
                  </a:lnTo>
                  <a:lnTo>
                    <a:pt x="2494206" y="682637"/>
                  </a:lnTo>
                  <a:lnTo>
                    <a:pt x="2495680" y="679164"/>
                  </a:lnTo>
                  <a:lnTo>
                    <a:pt x="2497155" y="672801"/>
                  </a:lnTo>
                  <a:lnTo>
                    <a:pt x="2498629" y="666331"/>
                  </a:lnTo>
                  <a:lnTo>
                    <a:pt x="2500103" y="658832"/>
                  </a:lnTo>
                  <a:lnTo>
                    <a:pt x="2501577" y="652299"/>
                  </a:lnTo>
                  <a:lnTo>
                    <a:pt x="2503052" y="645119"/>
                  </a:lnTo>
                  <a:lnTo>
                    <a:pt x="2504526" y="637440"/>
                  </a:lnTo>
                  <a:lnTo>
                    <a:pt x="2506000" y="628973"/>
                  </a:lnTo>
                  <a:lnTo>
                    <a:pt x="2507474" y="620306"/>
                  </a:lnTo>
                  <a:lnTo>
                    <a:pt x="2508949" y="609718"/>
                  </a:lnTo>
                  <a:lnTo>
                    <a:pt x="2510423" y="598298"/>
                  </a:lnTo>
                  <a:lnTo>
                    <a:pt x="2511897" y="589229"/>
                  </a:lnTo>
                  <a:lnTo>
                    <a:pt x="2513371" y="581393"/>
                  </a:lnTo>
                  <a:lnTo>
                    <a:pt x="2514846" y="574881"/>
                  </a:lnTo>
                  <a:lnTo>
                    <a:pt x="2516320" y="568144"/>
                  </a:lnTo>
                  <a:lnTo>
                    <a:pt x="2517794" y="562771"/>
                  </a:lnTo>
                  <a:lnTo>
                    <a:pt x="2519268" y="558314"/>
                  </a:lnTo>
                  <a:lnTo>
                    <a:pt x="2520743" y="555639"/>
                  </a:lnTo>
                  <a:lnTo>
                    <a:pt x="2522217" y="553394"/>
                  </a:lnTo>
                  <a:lnTo>
                    <a:pt x="2523691" y="551365"/>
                  </a:lnTo>
                  <a:lnTo>
                    <a:pt x="2525165" y="549509"/>
                  </a:lnTo>
                  <a:lnTo>
                    <a:pt x="2526640" y="548202"/>
                  </a:lnTo>
                  <a:lnTo>
                    <a:pt x="2528114" y="547216"/>
                  </a:lnTo>
                  <a:lnTo>
                    <a:pt x="2529588" y="546654"/>
                  </a:lnTo>
                  <a:lnTo>
                    <a:pt x="2531062" y="546212"/>
                  </a:lnTo>
                  <a:lnTo>
                    <a:pt x="2532537" y="546330"/>
                  </a:lnTo>
                  <a:lnTo>
                    <a:pt x="2534011" y="546396"/>
                  </a:lnTo>
                  <a:lnTo>
                    <a:pt x="2535485" y="545946"/>
                  </a:lnTo>
                  <a:lnTo>
                    <a:pt x="2536959" y="545303"/>
                  </a:lnTo>
                  <a:lnTo>
                    <a:pt x="2538434" y="545085"/>
                  </a:lnTo>
                  <a:lnTo>
                    <a:pt x="2539908" y="542552"/>
                  </a:lnTo>
                  <a:lnTo>
                    <a:pt x="2541382" y="538721"/>
                  </a:lnTo>
                  <a:lnTo>
                    <a:pt x="2542856" y="534095"/>
                  </a:lnTo>
                  <a:lnTo>
                    <a:pt x="2544331" y="528088"/>
                  </a:lnTo>
                  <a:lnTo>
                    <a:pt x="2545805" y="519975"/>
                  </a:lnTo>
                  <a:lnTo>
                    <a:pt x="2547279" y="511545"/>
                  </a:lnTo>
                  <a:lnTo>
                    <a:pt x="2548753" y="501902"/>
                  </a:lnTo>
                  <a:lnTo>
                    <a:pt x="2550228" y="493209"/>
                  </a:lnTo>
                  <a:lnTo>
                    <a:pt x="2551702" y="485057"/>
                  </a:lnTo>
                  <a:lnTo>
                    <a:pt x="2553176" y="477056"/>
                  </a:lnTo>
                  <a:lnTo>
                    <a:pt x="2554650" y="469515"/>
                  </a:lnTo>
                  <a:lnTo>
                    <a:pt x="2556125" y="463609"/>
                  </a:lnTo>
                  <a:lnTo>
                    <a:pt x="2557599" y="459184"/>
                  </a:lnTo>
                  <a:lnTo>
                    <a:pt x="2559073" y="454480"/>
                  </a:lnTo>
                  <a:lnTo>
                    <a:pt x="2560547" y="449712"/>
                  </a:lnTo>
                  <a:lnTo>
                    <a:pt x="2562022" y="444247"/>
                  </a:lnTo>
                  <a:lnTo>
                    <a:pt x="2563496" y="439317"/>
                  </a:lnTo>
                  <a:lnTo>
                    <a:pt x="2564970" y="434595"/>
                  </a:lnTo>
                  <a:lnTo>
                    <a:pt x="2566444" y="430382"/>
                  </a:lnTo>
                  <a:lnTo>
                    <a:pt x="2567919" y="426177"/>
                  </a:lnTo>
                  <a:lnTo>
                    <a:pt x="2569393" y="423147"/>
                  </a:lnTo>
                  <a:lnTo>
                    <a:pt x="2570867" y="419611"/>
                  </a:lnTo>
                  <a:lnTo>
                    <a:pt x="2572341" y="416528"/>
                  </a:lnTo>
                  <a:lnTo>
                    <a:pt x="2573816" y="412681"/>
                  </a:lnTo>
                  <a:lnTo>
                    <a:pt x="2575290" y="408662"/>
                  </a:lnTo>
                  <a:lnTo>
                    <a:pt x="2576764" y="403492"/>
                  </a:lnTo>
                  <a:lnTo>
                    <a:pt x="2578238" y="398543"/>
                  </a:lnTo>
                  <a:lnTo>
                    <a:pt x="2579713" y="391964"/>
                  </a:lnTo>
                  <a:lnTo>
                    <a:pt x="2581187" y="386478"/>
                  </a:lnTo>
                  <a:lnTo>
                    <a:pt x="2582661" y="380876"/>
                  </a:lnTo>
                  <a:lnTo>
                    <a:pt x="2584135" y="375523"/>
                  </a:lnTo>
                  <a:lnTo>
                    <a:pt x="2585610" y="370683"/>
                  </a:lnTo>
                  <a:lnTo>
                    <a:pt x="2587084" y="366421"/>
                  </a:lnTo>
                  <a:lnTo>
                    <a:pt x="2588558" y="362924"/>
                  </a:lnTo>
                  <a:lnTo>
                    <a:pt x="2590032" y="359377"/>
                  </a:lnTo>
                  <a:lnTo>
                    <a:pt x="2591507" y="356187"/>
                  </a:lnTo>
                  <a:lnTo>
                    <a:pt x="2592981" y="353859"/>
                  </a:lnTo>
                  <a:lnTo>
                    <a:pt x="2594455" y="351847"/>
                  </a:lnTo>
                  <a:lnTo>
                    <a:pt x="2595929" y="349434"/>
                  </a:lnTo>
                  <a:lnTo>
                    <a:pt x="2597404" y="347377"/>
                  </a:lnTo>
                  <a:lnTo>
                    <a:pt x="2598878" y="345014"/>
                  </a:lnTo>
                  <a:lnTo>
                    <a:pt x="2600352" y="342597"/>
                  </a:lnTo>
                  <a:lnTo>
                    <a:pt x="2601826" y="340906"/>
                  </a:lnTo>
                  <a:lnTo>
                    <a:pt x="2603301" y="338554"/>
                  </a:lnTo>
                  <a:lnTo>
                    <a:pt x="2604775" y="336624"/>
                  </a:lnTo>
                  <a:lnTo>
                    <a:pt x="2606249" y="332905"/>
                  </a:lnTo>
                  <a:lnTo>
                    <a:pt x="2607723" y="329193"/>
                  </a:lnTo>
                  <a:lnTo>
                    <a:pt x="2609198" y="325329"/>
                  </a:lnTo>
                  <a:lnTo>
                    <a:pt x="2610672" y="321517"/>
                  </a:lnTo>
                  <a:lnTo>
                    <a:pt x="2612146" y="317562"/>
                  </a:lnTo>
                  <a:lnTo>
                    <a:pt x="2613620" y="312866"/>
                  </a:lnTo>
                  <a:lnTo>
                    <a:pt x="2615095" y="309610"/>
                  </a:lnTo>
                  <a:lnTo>
                    <a:pt x="2616569" y="306931"/>
                  </a:lnTo>
                  <a:lnTo>
                    <a:pt x="2618043" y="303273"/>
                  </a:lnTo>
                  <a:lnTo>
                    <a:pt x="2619517" y="300372"/>
                  </a:lnTo>
                  <a:lnTo>
                    <a:pt x="2620992" y="298904"/>
                  </a:lnTo>
                  <a:lnTo>
                    <a:pt x="2622466" y="297290"/>
                  </a:lnTo>
                  <a:lnTo>
                    <a:pt x="2623940" y="296626"/>
                  </a:lnTo>
                  <a:lnTo>
                    <a:pt x="2625414" y="295696"/>
                  </a:lnTo>
                  <a:lnTo>
                    <a:pt x="2626888" y="294908"/>
                  </a:lnTo>
                  <a:lnTo>
                    <a:pt x="2628363" y="293915"/>
                  </a:lnTo>
                  <a:lnTo>
                    <a:pt x="2629837" y="292776"/>
                  </a:lnTo>
                  <a:lnTo>
                    <a:pt x="2631311" y="290912"/>
                  </a:lnTo>
                  <a:lnTo>
                    <a:pt x="2632785" y="287727"/>
                  </a:lnTo>
                  <a:lnTo>
                    <a:pt x="2634260" y="284814"/>
                  </a:lnTo>
                  <a:lnTo>
                    <a:pt x="2635734" y="282222"/>
                  </a:lnTo>
                  <a:lnTo>
                    <a:pt x="2637208" y="280240"/>
                  </a:lnTo>
                  <a:lnTo>
                    <a:pt x="2638682" y="277812"/>
                  </a:lnTo>
                  <a:lnTo>
                    <a:pt x="2640157" y="275256"/>
                  </a:lnTo>
                  <a:lnTo>
                    <a:pt x="2641631" y="272596"/>
                  </a:lnTo>
                  <a:lnTo>
                    <a:pt x="2643105" y="270056"/>
                  </a:lnTo>
                  <a:lnTo>
                    <a:pt x="2644579" y="266635"/>
                  </a:lnTo>
                  <a:lnTo>
                    <a:pt x="2646054" y="263798"/>
                  </a:lnTo>
                  <a:lnTo>
                    <a:pt x="2647528" y="261000"/>
                  </a:lnTo>
                  <a:lnTo>
                    <a:pt x="2649002" y="258313"/>
                  </a:lnTo>
                  <a:lnTo>
                    <a:pt x="2650476" y="256081"/>
                  </a:lnTo>
                  <a:lnTo>
                    <a:pt x="2651951" y="253651"/>
                  </a:lnTo>
                  <a:lnTo>
                    <a:pt x="2653425" y="251074"/>
                  </a:lnTo>
                  <a:lnTo>
                    <a:pt x="2654899" y="249220"/>
                  </a:lnTo>
                  <a:lnTo>
                    <a:pt x="2656373" y="247364"/>
                  </a:lnTo>
                  <a:lnTo>
                    <a:pt x="2657848" y="246316"/>
                  </a:lnTo>
                  <a:lnTo>
                    <a:pt x="2659322" y="244438"/>
                  </a:lnTo>
                  <a:lnTo>
                    <a:pt x="2660796" y="242398"/>
                  </a:lnTo>
                  <a:lnTo>
                    <a:pt x="2662270" y="240925"/>
                  </a:lnTo>
                  <a:lnTo>
                    <a:pt x="2663745" y="238853"/>
                  </a:lnTo>
                  <a:lnTo>
                    <a:pt x="2665219" y="236977"/>
                  </a:lnTo>
                  <a:lnTo>
                    <a:pt x="2666693" y="234927"/>
                  </a:lnTo>
                  <a:lnTo>
                    <a:pt x="2668167" y="231819"/>
                  </a:lnTo>
                  <a:lnTo>
                    <a:pt x="2669642" y="228559"/>
                  </a:lnTo>
                  <a:lnTo>
                    <a:pt x="2671116" y="225664"/>
                  </a:lnTo>
                  <a:lnTo>
                    <a:pt x="2672590" y="222033"/>
                  </a:lnTo>
                  <a:lnTo>
                    <a:pt x="2674064" y="218936"/>
                  </a:lnTo>
                  <a:lnTo>
                    <a:pt x="2675539" y="216789"/>
                  </a:lnTo>
                  <a:lnTo>
                    <a:pt x="2677013" y="213664"/>
                  </a:lnTo>
                  <a:lnTo>
                    <a:pt x="2678487" y="211003"/>
                  </a:lnTo>
                  <a:lnTo>
                    <a:pt x="2679961" y="208325"/>
                  </a:lnTo>
                  <a:lnTo>
                    <a:pt x="2681436" y="206920"/>
                  </a:lnTo>
                  <a:lnTo>
                    <a:pt x="2682910" y="206265"/>
                  </a:lnTo>
                  <a:lnTo>
                    <a:pt x="2684384" y="205525"/>
                  </a:lnTo>
                  <a:lnTo>
                    <a:pt x="2685858" y="205010"/>
                  </a:lnTo>
                  <a:lnTo>
                    <a:pt x="2687333" y="204454"/>
                  </a:lnTo>
                  <a:lnTo>
                    <a:pt x="2688807" y="204485"/>
                  </a:lnTo>
                  <a:lnTo>
                    <a:pt x="2690281" y="205434"/>
                  </a:lnTo>
                  <a:lnTo>
                    <a:pt x="2691755" y="207803"/>
                  </a:lnTo>
                  <a:lnTo>
                    <a:pt x="2693230" y="211324"/>
                  </a:lnTo>
                  <a:lnTo>
                    <a:pt x="2694704" y="214639"/>
                  </a:lnTo>
                  <a:lnTo>
                    <a:pt x="2696178" y="218112"/>
                  </a:lnTo>
                  <a:lnTo>
                    <a:pt x="2697652" y="221981"/>
                  </a:lnTo>
                  <a:lnTo>
                    <a:pt x="2699127" y="225612"/>
                  </a:lnTo>
                  <a:lnTo>
                    <a:pt x="2700601" y="229317"/>
                  </a:lnTo>
                  <a:lnTo>
                    <a:pt x="2702075" y="233915"/>
                  </a:lnTo>
                  <a:lnTo>
                    <a:pt x="2703549" y="238632"/>
                  </a:lnTo>
                  <a:lnTo>
                    <a:pt x="2705024" y="243532"/>
                  </a:lnTo>
                  <a:lnTo>
                    <a:pt x="2706498" y="248560"/>
                  </a:lnTo>
                  <a:lnTo>
                    <a:pt x="2707972" y="254389"/>
                  </a:lnTo>
                  <a:lnTo>
                    <a:pt x="2709446" y="260630"/>
                  </a:lnTo>
                  <a:lnTo>
                    <a:pt x="2710921" y="266940"/>
                  </a:lnTo>
                  <a:lnTo>
                    <a:pt x="2712395" y="272549"/>
                  </a:lnTo>
                  <a:lnTo>
                    <a:pt x="2713869" y="278705"/>
                  </a:lnTo>
                  <a:lnTo>
                    <a:pt x="2715343" y="285439"/>
                  </a:lnTo>
                  <a:lnTo>
                    <a:pt x="2716818" y="292061"/>
                  </a:lnTo>
                  <a:lnTo>
                    <a:pt x="2718292" y="297543"/>
                  </a:lnTo>
                  <a:lnTo>
                    <a:pt x="2719766" y="302981"/>
                  </a:lnTo>
                  <a:lnTo>
                    <a:pt x="2721240" y="308005"/>
                  </a:lnTo>
                  <a:lnTo>
                    <a:pt x="2722715" y="313381"/>
                  </a:lnTo>
                  <a:lnTo>
                    <a:pt x="2724189" y="319963"/>
                  </a:lnTo>
                  <a:lnTo>
                    <a:pt x="2725663" y="326939"/>
                  </a:lnTo>
                  <a:lnTo>
                    <a:pt x="2727137" y="334712"/>
                  </a:lnTo>
                  <a:lnTo>
                    <a:pt x="2728612" y="344276"/>
                  </a:lnTo>
                  <a:lnTo>
                    <a:pt x="2730086" y="354563"/>
                  </a:lnTo>
                  <a:lnTo>
                    <a:pt x="2731560" y="364528"/>
                  </a:lnTo>
                  <a:lnTo>
                    <a:pt x="2733034" y="373521"/>
                  </a:lnTo>
                  <a:lnTo>
                    <a:pt x="2734509" y="383073"/>
                  </a:lnTo>
                  <a:lnTo>
                    <a:pt x="2735983" y="391858"/>
                  </a:lnTo>
                  <a:lnTo>
                    <a:pt x="2737457" y="400093"/>
                  </a:lnTo>
                  <a:lnTo>
                    <a:pt x="2738931" y="408347"/>
                  </a:lnTo>
                  <a:lnTo>
                    <a:pt x="2740406" y="416742"/>
                  </a:lnTo>
                  <a:lnTo>
                    <a:pt x="2741880" y="425414"/>
                  </a:lnTo>
                  <a:lnTo>
                    <a:pt x="2743354" y="434831"/>
                  </a:lnTo>
                  <a:lnTo>
                    <a:pt x="2744828" y="444191"/>
                  </a:lnTo>
                  <a:lnTo>
                    <a:pt x="2746303" y="453673"/>
                  </a:lnTo>
                  <a:lnTo>
                    <a:pt x="2747777" y="463786"/>
                  </a:lnTo>
                  <a:lnTo>
                    <a:pt x="2749251" y="473593"/>
                  </a:lnTo>
                  <a:lnTo>
                    <a:pt x="2750725" y="482752"/>
                  </a:lnTo>
                  <a:lnTo>
                    <a:pt x="2752200" y="492802"/>
                  </a:lnTo>
                  <a:lnTo>
                    <a:pt x="2753674" y="503192"/>
                  </a:lnTo>
                  <a:lnTo>
                    <a:pt x="2755148" y="513367"/>
                  </a:lnTo>
                  <a:lnTo>
                    <a:pt x="2756622" y="523459"/>
                  </a:lnTo>
                  <a:lnTo>
                    <a:pt x="2758097" y="532837"/>
                  </a:lnTo>
                  <a:lnTo>
                    <a:pt x="2759571" y="542068"/>
                  </a:lnTo>
                  <a:lnTo>
                    <a:pt x="2761045" y="550739"/>
                  </a:lnTo>
                  <a:lnTo>
                    <a:pt x="2762519" y="557884"/>
                  </a:lnTo>
                  <a:lnTo>
                    <a:pt x="2763994" y="564703"/>
                  </a:lnTo>
                  <a:lnTo>
                    <a:pt x="2765468" y="570065"/>
                  </a:lnTo>
                  <a:lnTo>
                    <a:pt x="2766942" y="574632"/>
                  </a:lnTo>
                  <a:lnTo>
                    <a:pt x="2768416" y="577802"/>
                  </a:lnTo>
                  <a:lnTo>
                    <a:pt x="2769891" y="579911"/>
                  </a:lnTo>
                  <a:lnTo>
                    <a:pt x="2771365" y="582603"/>
                  </a:lnTo>
                  <a:lnTo>
                    <a:pt x="2772839" y="583380"/>
                  </a:lnTo>
                  <a:lnTo>
                    <a:pt x="2774313" y="584125"/>
                  </a:lnTo>
                  <a:lnTo>
                    <a:pt x="2775788" y="582817"/>
                  </a:lnTo>
                  <a:lnTo>
                    <a:pt x="2777262" y="579264"/>
                  </a:lnTo>
                  <a:lnTo>
                    <a:pt x="2778736" y="575621"/>
                  </a:lnTo>
                  <a:lnTo>
                    <a:pt x="2780210" y="571828"/>
                  </a:lnTo>
                  <a:lnTo>
                    <a:pt x="2781685" y="567006"/>
                  </a:lnTo>
                  <a:lnTo>
                    <a:pt x="2783159" y="561191"/>
                  </a:lnTo>
                  <a:lnTo>
                    <a:pt x="2784633" y="555046"/>
                  </a:lnTo>
                  <a:lnTo>
                    <a:pt x="2786107" y="549636"/>
                  </a:lnTo>
                  <a:lnTo>
                    <a:pt x="2787582" y="544601"/>
                  </a:lnTo>
                  <a:lnTo>
                    <a:pt x="2789056" y="539324"/>
                  </a:lnTo>
                  <a:lnTo>
                    <a:pt x="2790530" y="533289"/>
                  </a:lnTo>
                  <a:lnTo>
                    <a:pt x="2792004" y="526845"/>
                  </a:lnTo>
                  <a:lnTo>
                    <a:pt x="2793479" y="520514"/>
                  </a:lnTo>
                  <a:lnTo>
                    <a:pt x="2794953" y="514463"/>
                  </a:lnTo>
                  <a:lnTo>
                    <a:pt x="2796427" y="508878"/>
                  </a:lnTo>
                  <a:lnTo>
                    <a:pt x="2797901" y="503919"/>
                  </a:lnTo>
                  <a:lnTo>
                    <a:pt x="2799376" y="498228"/>
                  </a:lnTo>
                  <a:lnTo>
                    <a:pt x="2800850" y="492977"/>
                  </a:lnTo>
                  <a:lnTo>
                    <a:pt x="2802324" y="487597"/>
                  </a:lnTo>
                  <a:lnTo>
                    <a:pt x="2803798" y="481544"/>
                  </a:lnTo>
                  <a:lnTo>
                    <a:pt x="2805273" y="473910"/>
                  </a:lnTo>
                  <a:lnTo>
                    <a:pt x="2806747" y="465333"/>
                  </a:lnTo>
                  <a:lnTo>
                    <a:pt x="2808221" y="456719"/>
                  </a:lnTo>
                  <a:lnTo>
                    <a:pt x="2809695" y="449605"/>
                  </a:lnTo>
                  <a:lnTo>
                    <a:pt x="2811170" y="443195"/>
                  </a:lnTo>
                  <a:lnTo>
                    <a:pt x="2812644" y="437917"/>
                  </a:lnTo>
                  <a:lnTo>
                    <a:pt x="2814118" y="433334"/>
                  </a:lnTo>
                  <a:lnTo>
                    <a:pt x="2815592" y="428854"/>
                  </a:lnTo>
                  <a:lnTo>
                    <a:pt x="2817067" y="424409"/>
                  </a:lnTo>
                  <a:lnTo>
                    <a:pt x="2818541" y="418650"/>
                  </a:lnTo>
                  <a:lnTo>
                    <a:pt x="2820015" y="412707"/>
                  </a:lnTo>
                  <a:lnTo>
                    <a:pt x="2821489" y="405630"/>
                  </a:lnTo>
                  <a:lnTo>
                    <a:pt x="2822963" y="397489"/>
                  </a:lnTo>
                  <a:lnTo>
                    <a:pt x="2824438" y="389283"/>
                  </a:lnTo>
                  <a:lnTo>
                    <a:pt x="2825912" y="379902"/>
                  </a:lnTo>
                  <a:lnTo>
                    <a:pt x="2827386" y="369618"/>
                  </a:lnTo>
                  <a:lnTo>
                    <a:pt x="2828860" y="359735"/>
                  </a:lnTo>
                  <a:lnTo>
                    <a:pt x="2830335" y="349976"/>
                  </a:lnTo>
                  <a:lnTo>
                    <a:pt x="2831809" y="340096"/>
                  </a:lnTo>
                  <a:lnTo>
                    <a:pt x="2833283" y="330328"/>
                  </a:lnTo>
                  <a:lnTo>
                    <a:pt x="2834757" y="320092"/>
                  </a:lnTo>
                  <a:lnTo>
                    <a:pt x="2836232" y="309638"/>
                  </a:lnTo>
                  <a:lnTo>
                    <a:pt x="2837706" y="299866"/>
                  </a:lnTo>
                  <a:lnTo>
                    <a:pt x="2839180" y="290464"/>
                  </a:lnTo>
                  <a:lnTo>
                    <a:pt x="2840654" y="282889"/>
                  </a:lnTo>
                  <a:lnTo>
                    <a:pt x="2842129" y="275069"/>
                  </a:lnTo>
                  <a:lnTo>
                    <a:pt x="2843603" y="269124"/>
                  </a:lnTo>
                  <a:lnTo>
                    <a:pt x="2845077" y="264456"/>
                  </a:lnTo>
                  <a:lnTo>
                    <a:pt x="2846551" y="259457"/>
                  </a:lnTo>
                  <a:lnTo>
                    <a:pt x="2848026" y="255428"/>
                  </a:lnTo>
                  <a:lnTo>
                    <a:pt x="2849500" y="252307"/>
                  </a:lnTo>
                  <a:lnTo>
                    <a:pt x="2850974" y="250693"/>
                  </a:lnTo>
                  <a:lnTo>
                    <a:pt x="2852448" y="250179"/>
                  </a:lnTo>
                  <a:lnTo>
                    <a:pt x="2853923" y="250079"/>
                  </a:lnTo>
                  <a:lnTo>
                    <a:pt x="2855397" y="249964"/>
                  </a:lnTo>
                  <a:lnTo>
                    <a:pt x="2856871" y="250789"/>
                  </a:lnTo>
                  <a:lnTo>
                    <a:pt x="2858345" y="252780"/>
                  </a:lnTo>
                  <a:lnTo>
                    <a:pt x="2859820" y="254779"/>
                  </a:lnTo>
                  <a:lnTo>
                    <a:pt x="2861294" y="256326"/>
                  </a:lnTo>
                  <a:lnTo>
                    <a:pt x="2862768" y="258301"/>
                  </a:lnTo>
                  <a:lnTo>
                    <a:pt x="2864242" y="260315"/>
                  </a:lnTo>
                  <a:lnTo>
                    <a:pt x="2865717" y="261772"/>
                  </a:lnTo>
                  <a:lnTo>
                    <a:pt x="2867191" y="264171"/>
                  </a:lnTo>
                  <a:lnTo>
                    <a:pt x="2868665" y="267379"/>
                  </a:lnTo>
                  <a:lnTo>
                    <a:pt x="2870139" y="270512"/>
                  </a:lnTo>
                  <a:lnTo>
                    <a:pt x="2871614" y="273319"/>
                  </a:lnTo>
                  <a:lnTo>
                    <a:pt x="2873088" y="275160"/>
                  </a:lnTo>
                  <a:lnTo>
                    <a:pt x="2874562" y="276923"/>
                  </a:lnTo>
                  <a:lnTo>
                    <a:pt x="2876036" y="276865"/>
                  </a:lnTo>
                  <a:lnTo>
                    <a:pt x="2877511" y="276051"/>
                  </a:lnTo>
                  <a:lnTo>
                    <a:pt x="2878985" y="274700"/>
                  </a:lnTo>
                  <a:lnTo>
                    <a:pt x="2880459" y="274212"/>
                  </a:lnTo>
                  <a:lnTo>
                    <a:pt x="2881933" y="274493"/>
                  </a:lnTo>
                  <a:lnTo>
                    <a:pt x="2883408" y="274661"/>
                  </a:lnTo>
                  <a:lnTo>
                    <a:pt x="2884882" y="272732"/>
                  </a:lnTo>
                  <a:lnTo>
                    <a:pt x="2886356" y="270000"/>
                  </a:lnTo>
                  <a:lnTo>
                    <a:pt x="2887830" y="266676"/>
                  </a:lnTo>
                  <a:lnTo>
                    <a:pt x="2889305" y="262495"/>
                  </a:lnTo>
                  <a:lnTo>
                    <a:pt x="2890779" y="258387"/>
                  </a:lnTo>
                  <a:lnTo>
                    <a:pt x="2892253" y="254570"/>
                  </a:lnTo>
                  <a:lnTo>
                    <a:pt x="2893727" y="251936"/>
                  </a:lnTo>
                  <a:lnTo>
                    <a:pt x="2895202" y="249238"/>
                  </a:lnTo>
                  <a:lnTo>
                    <a:pt x="2896676" y="247844"/>
                  </a:lnTo>
                  <a:lnTo>
                    <a:pt x="2898150" y="248264"/>
                  </a:lnTo>
                  <a:lnTo>
                    <a:pt x="2899624" y="249735"/>
                  </a:lnTo>
                  <a:lnTo>
                    <a:pt x="2901099" y="251720"/>
                  </a:lnTo>
                  <a:lnTo>
                    <a:pt x="2902573" y="254850"/>
                  </a:lnTo>
                  <a:lnTo>
                    <a:pt x="2904047" y="257606"/>
                  </a:lnTo>
                  <a:lnTo>
                    <a:pt x="2905521" y="261149"/>
                  </a:lnTo>
                  <a:lnTo>
                    <a:pt x="2906996" y="266026"/>
                  </a:lnTo>
                  <a:lnTo>
                    <a:pt x="2908470" y="270547"/>
                  </a:lnTo>
                  <a:lnTo>
                    <a:pt x="2909944" y="275536"/>
                  </a:lnTo>
                  <a:lnTo>
                    <a:pt x="2911418" y="282064"/>
                  </a:lnTo>
                  <a:lnTo>
                    <a:pt x="2912893" y="288746"/>
                  </a:lnTo>
                  <a:lnTo>
                    <a:pt x="2914367" y="294756"/>
                  </a:lnTo>
                  <a:lnTo>
                    <a:pt x="2915841" y="300845"/>
                  </a:lnTo>
                  <a:lnTo>
                    <a:pt x="2917315" y="307380"/>
                  </a:lnTo>
                  <a:lnTo>
                    <a:pt x="2918790" y="313096"/>
                  </a:lnTo>
                  <a:lnTo>
                    <a:pt x="2920264" y="319560"/>
                  </a:lnTo>
                  <a:lnTo>
                    <a:pt x="2921738" y="325270"/>
                  </a:lnTo>
                  <a:lnTo>
                    <a:pt x="2923212" y="331472"/>
                  </a:lnTo>
                  <a:lnTo>
                    <a:pt x="2924687" y="336935"/>
                  </a:lnTo>
                  <a:lnTo>
                    <a:pt x="2926161" y="341550"/>
                  </a:lnTo>
                  <a:lnTo>
                    <a:pt x="2927635" y="346546"/>
                  </a:lnTo>
                  <a:lnTo>
                    <a:pt x="2929109" y="351556"/>
                  </a:lnTo>
                  <a:lnTo>
                    <a:pt x="2930584" y="357513"/>
                  </a:lnTo>
                  <a:lnTo>
                    <a:pt x="2932058" y="363871"/>
                  </a:lnTo>
                  <a:lnTo>
                    <a:pt x="2933532" y="369609"/>
                  </a:lnTo>
                  <a:lnTo>
                    <a:pt x="2935006" y="376680"/>
                  </a:lnTo>
                  <a:lnTo>
                    <a:pt x="2936481" y="384480"/>
                  </a:lnTo>
                  <a:lnTo>
                    <a:pt x="2937955" y="392416"/>
                  </a:lnTo>
                  <a:lnTo>
                    <a:pt x="2939429" y="399959"/>
                  </a:lnTo>
                  <a:lnTo>
                    <a:pt x="2940903" y="406960"/>
                  </a:lnTo>
                  <a:lnTo>
                    <a:pt x="2942378" y="413334"/>
                  </a:lnTo>
                  <a:lnTo>
                    <a:pt x="2943852" y="420304"/>
                  </a:lnTo>
                  <a:lnTo>
                    <a:pt x="2945326" y="426833"/>
                  </a:lnTo>
                  <a:lnTo>
                    <a:pt x="2946800" y="432613"/>
                  </a:lnTo>
                  <a:lnTo>
                    <a:pt x="2948275" y="440058"/>
                  </a:lnTo>
                  <a:lnTo>
                    <a:pt x="2949749" y="446376"/>
                  </a:lnTo>
                  <a:lnTo>
                    <a:pt x="2951223" y="451783"/>
                  </a:lnTo>
                  <a:lnTo>
                    <a:pt x="2952697" y="457223"/>
                  </a:lnTo>
                  <a:lnTo>
                    <a:pt x="2954172" y="462550"/>
                  </a:lnTo>
                  <a:lnTo>
                    <a:pt x="2955646" y="467149"/>
                  </a:lnTo>
                  <a:lnTo>
                    <a:pt x="2957120" y="470213"/>
                  </a:lnTo>
                  <a:lnTo>
                    <a:pt x="2958594" y="472966"/>
                  </a:lnTo>
                  <a:lnTo>
                    <a:pt x="2960069" y="475478"/>
                  </a:lnTo>
                  <a:lnTo>
                    <a:pt x="2961543" y="478645"/>
                  </a:lnTo>
                  <a:lnTo>
                    <a:pt x="2963017" y="481468"/>
                  </a:lnTo>
                  <a:lnTo>
                    <a:pt x="2964491" y="484487"/>
                  </a:lnTo>
                  <a:lnTo>
                    <a:pt x="2965966" y="486766"/>
                  </a:lnTo>
                  <a:lnTo>
                    <a:pt x="2967440" y="487782"/>
                  </a:lnTo>
                  <a:lnTo>
                    <a:pt x="2968914" y="488374"/>
                  </a:lnTo>
                  <a:lnTo>
                    <a:pt x="2970388" y="488829"/>
                  </a:lnTo>
                  <a:lnTo>
                    <a:pt x="2971863" y="488782"/>
                  </a:lnTo>
                  <a:lnTo>
                    <a:pt x="2973337" y="487448"/>
                  </a:lnTo>
                  <a:lnTo>
                    <a:pt x="2974811" y="484954"/>
                  </a:lnTo>
                  <a:lnTo>
                    <a:pt x="2976285" y="482212"/>
                  </a:lnTo>
                  <a:lnTo>
                    <a:pt x="2977760" y="478721"/>
                  </a:lnTo>
                  <a:lnTo>
                    <a:pt x="2979234" y="475004"/>
                  </a:lnTo>
                  <a:lnTo>
                    <a:pt x="2980708" y="469945"/>
                  </a:lnTo>
                  <a:lnTo>
                    <a:pt x="2982182" y="463498"/>
                  </a:lnTo>
                  <a:lnTo>
                    <a:pt x="2983657" y="456445"/>
                  </a:lnTo>
                  <a:lnTo>
                    <a:pt x="2985131" y="447781"/>
                  </a:lnTo>
                  <a:lnTo>
                    <a:pt x="2986605" y="438459"/>
                  </a:lnTo>
                  <a:lnTo>
                    <a:pt x="2988079" y="429667"/>
                  </a:lnTo>
                  <a:lnTo>
                    <a:pt x="2989554" y="420673"/>
                  </a:lnTo>
                  <a:lnTo>
                    <a:pt x="2991028" y="411481"/>
                  </a:lnTo>
                  <a:lnTo>
                    <a:pt x="2992502" y="401229"/>
                  </a:lnTo>
                  <a:lnTo>
                    <a:pt x="2993976" y="390858"/>
                  </a:lnTo>
                  <a:lnTo>
                    <a:pt x="2995451" y="379391"/>
                  </a:lnTo>
                  <a:lnTo>
                    <a:pt x="2996925" y="368951"/>
                  </a:lnTo>
                  <a:lnTo>
                    <a:pt x="2998399" y="358996"/>
                  </a:lnTo>
                  <a:lnTo>
                    <a:pt x="2999873" y="348893"/>
                  </a:lnTo>
                  <a:lnTo>
                    <a:pt x="3001348" y="339591"/>
                  </a:lnTo>
                  <a:lnTo>
                    <a:pt x="3002822" y="331327"/>
                  </a:lnTo>
                  <a:lnTo>
                    <a:pt x="3004296" y="323306"/>
                  </a:lnTo>
                  <a:lnTo>
                    <a:pt x="3005770" y="315320"/>
                  </a:lnTo>
                  <a:lnTo>
                    <a:pt x="3007245" y="307728"/>
                  </a:lnTo>
                  <a:lnTo>
                    <a:pt x="3008719" y="299966"/>
                  </a:lnTo>
                  <a:lnTo>
                    <a:pt x="3010193" y="291333"/>
                  </a:lnTo>
                  <a:lnTo>
                    <a:pt x="3011667" y="281846"/>
                  </a:lnTo>
                  <a:lnTo>
                    <a:pt x="3013142" y="271536"/>
                  </a:lnTo>
                  <a:lnTo>
                    <a:pt x="3014616" y="262421"/>
                  </a:lnTo>
                  <a:lnTo>
                    <a:pt x="3016090" y="254152"/>
                  </a:lnTo>
                  <a:lnTo>
                    <a:pt x="3017564" y="246183"/>
                  </a:lnTo>
                  <a:lnTo>
                    <a:pt x="3019038" y="238041"/>
                  </a:lnTo>
                  <a:lnTo>
                    <a:pt x="3020513" y="230392"/>
                  </a:lnTo>
                  <a:lnTo>
                    <a:pt x="3021987" y="223431"/>
                  </a:lnTo>
                  <a:lnTo>
                    <a:pt x="3023461" y="215711"/>
                  </a:lnTo>
                  <a:lnTo>
                    <a:pt x="3024935" y="208483"/>
                  </a:lnTo>
                  <a:lnTo>
                    <a:pt x="3026410" y="203571"/>
                  </a:lnTo>
                  <a:lnTo>
                    <a:pt x="3027884" y="199597"/>
                  </a:lnTo>
                  <a:lnTo>
                    <a:pt x="3029358" y="194625"/>
                  </a:lnTo>
                  <a:lnTo>
                    <a:pt x="3030832" y="190754"/>
                  </a:lnTo>
                  <a:lnTo>
                    <a:pt x="3032307" y="188200"/>
                  </a:lnTo>
                  <a:lnTo>
                    <a:pt x="3033781" y="185893"/>
                  </a:lnTo>
                  <a:lnTo>
                    <a:pt x="3035255" y="184883"/>
                  </a:lnTo>
                  <a:lnTo>
                    <a:pt x="3036729" y="184068"/>
                  </a:lnTo>
                  <a:lnTo>
                    <a:pt x="3038204" y="183950"/>
                  </a:lnTo>
                  <a:lnTo>
                    <a:pt x="3039678" y="184069"/>
                  </a:lnTo>
                  <a:lnTo>
                    <a:pt x="3041152" y="183957"/>
                  </a:lnTo>
                  <a:lnTo>
                    <a:pt x="3042626" y="184408"/>
                  </a:lnTo>
                  <a:lnTo>
                    <a:pt x="3044101" y="185721"/>
                  </a:lnTo>
                  <a:lnTo>
                    <a:pt x="3045575" y="187247"/>
                  </a:lnTo>
                  <a:lnTo>
                    <a:pt x="3047049" y="189488"/>
                  </a:lnTo>
                  <a:lnTo>
                    <a:pt x="3048523" y="191856"/>
                  </a:lnTo>
                  <a:lnTo>
                    <a:pt x="3049998" y="194445"/>
                  </a:lnTo>
                  <a:lnTo>
                    <a:pt x="3051472" y="197490"/>
                  </a:lnTo>
                  <a:lnTo>
                    <a:pt x="3052946" y="200894"/>
                  </a:lnTo>
                  <a:lnTo>
                    <a:pt x="3054420" y="204226"/>
                  </a:lnTo>
                  <a:lnTo>
                    <a:pt x="3055895" y="206968"/>
                  </a:lnTo>
                  <a:lnTo>
                    <a:pt x="3057369" y="210522"/>
                  </a:lnTo>
                  <a:lnTo>
                    <a:pt x="3058843" y="214209"/>
                  </a:lnTo>
                  <a:lnTo>
                    <a:pt x="3060317" y="219237"/>
                  </a:lnTo>
                  <a:lnTo>
                    <a:pt x="3061792" y="224828"/>
                  </a:lnTo>
                  <a:lnTo>
                    <a:pt x="3063266" y="230671"/>
                  </a:lnTo>
                  <a:lnTo>
                    <a:pt x="3064740" y="237128"/>
                  </a:lnTo>
                  <a:lnTo>
                    <a:pt x="3066214" y="243364"/>
                  </a:lnTo>
                  <a:lnTo>
                    <a:pt x="3067689" y="249828"/>
                  </a:lnTo>
                  <a:lnTo>
                    <a:pt x="3069163" y="255471"/>
                  </a:lnTo>
                  <a:lnTo>
                    <a:pt x="3070637" y="262255"/>
                  </a:lnTo>
                  <a:lnTo>
                    <a:pt x="3072111" y="268051"/>
                  </a:lnTo>
                  <a:lnTo>
                    <a:pt x="3073586" y="273279"/>
                  </a:lnTo>
                  <a:lnTo>
                    <a:pt x="3075060" y="279318"/>
                  </a:lnTo>
                  <a:lnTo>
                    <a:pt x="3076534" y="285451"/>
                  </a:lnTo>
                  <a:lnTo>
                    <a:pt x="3078008" y="290315"/>
                  </a:lnTo>
                  <a:lnTo>
                    <a:pt x="3079483" y="295033"/>
                  </a:lnTo>
                  <a:lnTo>
                    <a:pt x="3080957" y="297794"/>
                  </a:lnTo>
                  <a:lnTo>
                    <a:pt x="3082431" y="299875"/>
                  </a:lnTo>
                  <a:lnTo>
                    <a:pt x="3083905" y="302295"/>
                  </a:lnTo>
                  <a:lnTo>
                    <a:pt x="3085380" y="304510"/>
                  </a:lnTo>
                  <a:lnTo>
                    <a:pt x="3086854" y="307441"/>
                  </a:lnTo>
                  <a:lnTo>
                    <a:pt x="3088328" y="310084"/>
                  </a:lnTo>
                  <a:lnTo>
                    <a:pt x="3089802" y="312473"/>
                  </a:lnTo>
                  <a:lnTo>
                    <a:pt x="3091277" y="316416"/>
                  </a:lnTo>
                  <a:lnTo>
                    <a:pt x="3092751" y="320086"/>
                  </a:lnTo>
                  <a:lnTo>
                    <a:pt x="3094225" y="323835"/>
                  </a:lnTo>
                  <a:lnTo>
                    <a:pt x="3095699" y="328275"/>
                  </a:lnTo>
                  <a:lnTo>
                    <a:pt x="3097174" y="333470"/>
                  </a:lnTo>
                  <a:lnTo>
                    <a:pt x="3098648" y="339148"/>
                  </a:lnTo>
                  <a:lnTo>
                    <a:pt x="3100122" y="346522"/>
                  </a:lnTo>
                  <a:lnTo>
                    <a:pt x="3101596" y="354284"/>
                  </a:lnTo>
                  <a:lnTo>
                    <a:pt x="3103071" y="360958"/>
                  </a:lnTo>
                  <a:lnTo>
                    <a:pt x="3104545" y="368804"/>
                  </a:lnTo>
                  <a:lnTo>
                    <a:pt x="3106019" y="375870"/>
                  </a:lnTo>
                  <a:lnTo>
                    <a:pt x="3107493" y="383292"/>
                  </a:lnTo>
                  <a:lnTo>
                    <a:pt x="3108968" y="391349"/>
                  </a:lnTo>
                  <a:lnTo>
                    <a:pt x="3110442" y="399781"/>
                  </a:lnTo>
                  <a:lnTo>
                    <a:pt x="3111916" y="408239"/>
                  </a:lnTo>
                  <a:lnTo>
                    <a:pt x="3113390" y="417455"/>
                  </a:lnTo>
                  <a:lnTo>
                    <a:pt x="3114865" y="427979"/>
                  </a:lnTo>
                  <a:lnTo>
                    <a:pt x="3116339" y="438878"/>
                  </a:lnTo>
                  <a:lnTo>
                    <a:pt x="3117813" y="449471"/>
                  </a:lnTo>
                  <a:lnTo>
                    <a:pt x="3119287" y="457499"/>
                  </a:lnTo>
                  <a:lnTo>
                    <a:pt x="3120762" y="466013"/>
                  </a:lnTo>
                  <a:lnTo>
                    <a:pt x="3122236" y="473111"/>
                  </a:lnTo>
                  <a:lnTo>
                    <a:pt x="3123710" y="479528"/>
                  </a:lnTo>
                  <a:lnTo>
                    <a:pt x="3125184" y="485335"/>
                  </a:lnTo>
                  <a:lnTo>
                    <a:pt x="3126659" y="491194"/>
                  </a:lnTo>
                  <a:lnTo>
                    <a:pt x="3128133" y="496320"/>
                  </a:lnTo>
                  <a:lnTo>
                    <a:pt x="3129607" y="500769"/>
                  </a:lnTo>
                  <a:lnTo>
                    <a:pt x="3131081" y="505865"/>
                  </a:lnTo>
                  <a:lnTo>
                    <a:pt x="3132556" y="510416"/>
                  </a:lnTo>
                  <a:lnTo>
                    <a:pt x="3134030" y="515357"/>
                  </a:lnTo>
                  <a:lnTo>
                    <a:pt x="3135504" y="520892"/>
                  </a:lnTo>
                  <a:lnTo>
                    <a:pt x="3136978" y="525804"/>
                  </a:lnTo>
                  <a:lnTo>
                    <a:pt x="3138453" y="530647"/>
                  </a:lnTo>
                  <a:lnTo>
                    <a:pt x="3139927" y="536278"/>
                  </a:lnTo>
                  <a:lnTo>
                    <a:pt x="3141401" y="542365"/>
                  </a:lnTo>
                  <a:lnTo>
                    <a:pt x="3142875" y="549391"/>
                  </a:lnTo>
                  <a:lnTo>
                    <a:pt x="3144350" y="557771"/>
                  </a:lnTo>
                  <a:lnTo>
                    <a:pt x="3145824" y="565565"/>
                  </a:lnTo>
                  <a:lnTo>
                    <a:pt x="3147298" y="573910"/>
                  </a:lnTo>
                  <a:lnTo>
                    <a:pt x="3148772" y="581936"/>
                  </a:lnTo>
                  <a:lnTo>
                    <a:pt x="3150247" y="589667"/>
                  </a:lnTo>
                  <a:lnTo>
                    <a:pt x="3151721" y="598611"/>
                  </a:lnTo>
                  <a:lnTo>
                    <a:pt x="3153195" y="607081"/>
                  </a:lnTo>
                  <a:lnTo>
                    <a:pt x="3154669" y="614344"/>
                  </a:lnTo>
                  <a:lnTo>
                    <a:pt x="3156144" y="623067"/>
                  </a:lnTo>
                  <a:lnTo>
                    <a:pt x="3157618" y="632687"/>
                  </a:lnTo>
                  <a:lnTo>
                    <a:pt x="3159092" y="641463"/>
                  </a:lnTo>
                  <a:lnTo>
                    <a:pt x="3160566" y="650320"/>
                  </a:lnTo>
                  <a:lnTo>
                    <a:pt x="3162041" y="657917"/>
                  </a:lnTo>
                  <a:lnTo>
                    <a:pt x="3163515" y="666092"/>
                  </a:lnTo>
                  <a:lnTo>
                    <a:pt x="3164989" y="673895"/>
                  </a:lnTo>
                  <a:lnTo>
                    <a:pt x="3166463" y="680521"/>
                  </a:lnTo>
                  <a:lnTo>
                    <a:pt x="3167938" y="685161"/>
                  </a:lnTo>
                  <a:lnTo>
                    <a:pt x="3169412" y="690018"/>
                  </a:lnTo>
                  <a:lnTo>
                    <a:pt x="3170886" y="692615"/>
                  </a:lnTo>
                  <a:lnTo>
                    <a:pt x="3172360" y="694305"/>
                  </a:lnTo>
                  <a:lnTo>
                    <a:pt x="3173835" y="695839"/>
                  </a:lnTo>
                  <a:lnTo>
                    <a:pt x="3175309" y="696428"/>
                  </a:lnTo>
                  <a:lnTo>
                    <a:pt x="3176783" y="696923"/>
                  </a:lnTo>
                  <a:lnTo>
                    <a:pt x="3178257" y="698344"/>
                  </a:lnTo>
                  <a:lnTo>
                    <a:pt x="3179732" y="698411"/>
                  </a:lnTo>
                  <a:lnTo>
                    <a:pt x="3181206" y="698873"/>
                  </a:lnTo>
                  <a:lnTo>
                    <a:pt x="3182680" y="698540"/>
                  </a:lnTo>
                  <a:lnTo>
                    <a:pt x="3184154" y="696680"/>
                  </a:lnTo>
                  <a:lnTo>
                    <a:pt x="3185629" y="692912"/>
                  </a:lnTo>
                  <a:lnTo>
                    <a:pt x="3187103" y="688299"/>
                  </a:lnTo>
                  <a:lnTo>
                    <a:pt x="3188577" y="681867"/>
                  </a:lnTo>
                  <a:lnTo>
                    <a:pt x="3190051" y="674227"/>
                  </a:lnTo>
                  <a:lnTo>
                    <a:pt x="3191526" y="666018"/>
                  </a:lnTo>
                  <a:lnTo>
                    <a:pt x="3193000" y="659168"/>
                  </a:lnTo>
                  <a:lnTo>
                    <a:pt x="3194474" y="653219"/>
                  </a:lnTo>
                  <a:lnTo>
                    <a:pt x="3195948" y="645409"/>
                  </a:lnTo>
                  <a:lnTo>
                    <a:pt x="3197423" y="637554"/>
                  </a:lnTo>
                  <a:lnTo>
                    <a:pt x="3198897" y="629660"/>
                  </a:lnTo>
                  <a:lnTo>
                    <a:pt x="3200371" y="621706"/>
                  </a:lnTo>
                  <a:lnTo>
                    <a:pt x="3201845" y="613571"/>
                  </a:lnTo>
                  <a:lnTo>
                    <a:pt x="3203320" y="606325"/>
                  </a:lnTo>
                  <a:lnTo>
                    <a:pt x="3204794" y="599629"/>
                  </a:lnTo>
                  <a:lnTo>
                    <a:pt x="3206268" y="593765"/>
                  </a:lnTo>
                  <a:lnTo>
                    <a:pt x="3207742" y="588074"/>
                  </a:lnTo>
                  <a:lnTo>
                    <a:pt x="3209216" y="582161"/>
                  </a:lnTo>
                  <a:lnTo>
                    <a:pt x="3210691" y="577089"/>
                  </a:lnTo>
                  <a:lnTo>
                    <a:pt x="3212165" y="571305"/>
                  </a:lnTo>
                  <a:lnTo>
                    <a:pt x="3213639" y="565433"/>
                  </a:lnTo>
                  <a:lnTo>
                    <a:pt x="3215113" y="558403"/>
                  </a:lnTo>
                  <a:lnTo>
                    <a:pt x="3216588" y="550239"/>
                  </a:lnTo>
                  <a:lnTo>
                    <a:pt x="3218062" y="541600"/>
                  </a:lnTo>
                  <a:lnTo>
                    <a:pt x="3219536" y="532461"/>
                  </a:lnTo>
                  <a:lnTo>
                    <a:pt x="3221010" y="523477"/>
                  </a:lnTo>
                  <a:lnTo>
                    <a:pt x="3222485" y="515061"/>
                  </a:lnTo>
                  <a:lnTo>
                    <a:pt x="3223959" y="507070"/>
                  </a:lnTo>
                  <a:lnTo>
                    <a:pt x="3225433" y="497613"/>
                  </a:lnTo>
                  <a:lnTo>
                    <a:pt x="3226907" y="486288"/>
                  </a:lnTo>
                  <a:lnTo>
                    <a:pt x="3228382" y="475300"/>
                  </a:lnTo>
                  <a:lnTo>
                    <a:pt x="3229856" y="464754"/>
                  </a:lnTo>
                  <a:lnTo>
                    <a:pt x="3231330" y="454356"/>
                  </a:lnTo>
                  <a:lnTo>
                    <a:pt x="3232804" y="442558"/>
                  </a:lnTo>
                  <a:lnTo>
                    <a:pt x="3234279" y="431823"/>
                  </a:lnTo>
                  <a:lnTo>
                    <a:pt x="3235753" y="421273"/>
                  </a:lnTo>
                  <a:lnTo>
                    <a:pt x="3237227" y="411156"/>
                  </a:lnTo>
                  <a:lnTo>
                    <a:pt x="3238701" y="401459"/>
                  </a:lnTo>
                  <a:lnTo>
                    <a:pt x="3240176" y="391443"/>
                  </a:lnTo>
                  <a:lnTo>
                    <a:pt x="3241650" y="382357"/>
                  </a:lnTo>
                  <a:lnTo>
                    <a:pt x="3243124" y="375731"/>
                  </a:lnTo>
                  <a:lnTo>
                    <a:pt x="3244598" y="367931"/>
                  </a:lnTo>
                  <a:lnTo>
                    <a:pt x="3246073" y="361680"/>
                  </a:lnTo>
                  <a:lnTo>
                    <a:pt x="3247547" y="357054"/>
                  </a:lnTo>
                  <a:lnTo>
                    <a:pt x="3249021" y="353428"/>
                  </a:lnTo>
                  <a:lnTo>
                    <a:pt x="3250495" y="350846"/>
                  </a:lnTo>
                  <a:lnTo>
                    <a:pt x="3251970" y="349240"/>
                  </a:lnTo>
                  <a:lnTo>
                    <a:pt x="3253444" y="346464"/>
                  </a:lnTo>
                  <a:lnTo>
                    <a:pt x="3254918" y="344909"/>
                  </a:lnTo>
                  <a:lnTo>
                    <a:pt x="3256392" y="343416"/>
                  </a:lnTo>
                  <a:lnTo>
                    <a:pt x="3257867" y="342064"/>
                  </a:lnTo>
                  <a:lnTo>
                    <a:pt x="3259341" y="341663"/>
                  </a:lnTo>
                  <a:lnTo>
                    <a:pt x="3260815" y="342037"/>
                  </a:lnTo>
                  <a:lnTo>
                    <a:pt x="3262289" y="343486"/>
                  </a:lnTo>
                  <a:lnTo>
                    <a:pt x="3263764" y="344867"/>
                  </a:lnTo>
                  <a:lnTo>
                    <a:pt x="3265238" y="345030"/>
                  </a:lnTo>
                  <a:lnTo>
                    <a:pt x="3266712" y="346125"/>
                  </a:lnTo>
                  <a:lnTo>
                    <a:pt x="3268186" y="346551"/>
                  </a:lnTo>
                  <a:lnTo>
                    <a:pt x="3269661" y="347543"/>
                  </a:lnTo>
                  <a:lnTo>
                    <a:pt x="3271135" y="349116"/>
                  </a:lnTo>
                  <a:lnTo>
                    <a:pt x="3272609" y="351495"/>
                  </a:lnTo>
                  <a:lnTo>
                    <a:pt x="3274083" y="352711"/>
                  </a:lnTo>
                  <a:lnTo>
                    <a:pt x="3275558" y="354132"/>
                  </a:lnTo>
                  <a:lnTo>
                    <a:pt x="3277032" y="356230"/>
                  </a:lnTo>
                  <a:lnTo>
                    <a:pt x="3278506" y="356978"/>
                  </a:lnTo>
                  <a:lnTo>
                    <a:pt x="3279980" y="358301"/>
                  </a:lnTo>
                  <a:lnTo>
                    <a:pt x="3281455" y="359719"/>
                  </a:lnTo>
                  <a:lnTo>
                    <a:pt x="3282929" y="361582"/>
                  </a:lnTo>
                  <a:lnTo>
                    <a:pt x="3284403" y="363648"/>
                  </a:lnTo>
                  <a:lnTo>
                    <a:pt x="3285877" y="364663"/>
                  </a:lnTo>
                  <a:lnTo>
                    <a:pt x="3287352" y="365909"/>
                  </a:lnTo>
                  <a:lnTo>
                    <a:pt x="3288826" y="367035"/>
                  </a:lnTo>
                  <a:lnTo>
                    <a:pt x="3290300" y="368649"/>
                  </a:lnTo>
                  <a:lnTo>
                    <a:pt x="3291774" y="371267"/>
                  </a:lnTo>
                  <a:lnTo>
                    <a:pt x="3293249" y="373689"/>
                  </a:lnTo>
                  <a:lnTo>
                    <a:pt x="3294723" y="375795"/>
                  </a:lnTo>
                  <a:lnTo>
                    <a:pt x="3296197" y="378248"/>
                  </a:lnTo>
                  <a:lnTo>
                    <a:pt x="3297671" y="380418"/>
                  </a:lnTo>
                  <a:lnTo>
                    <a:pt x="3299146" y="382692"/>
                  </a:lnTo>
                  <a:lnTo>
                    <a:pt x="3300620" y="386061"/>
                  </a:lnTo>
                  <a:lnTo>
                    <a:pt x="3302094" y="390978"/>
                  </a:lnTo>
                  <a:lnTo>
                    <a:pt x="3303568" y="395637"/>
                  </a:lnTo>
                  <a:lnTo>
                    <a:pt x="3305043" y="400551"/>
                  </a:lnTo>
                  <a:lnTo>
                    <a:pt x="3306517" y="404851"/>
                  </a:lnTo>
                  <a:lnTo>
                    <a:pt x="3307991" y="409339"/>
                  </a:lnTo>
                  <a:lnTo>
                    <a:pt x="3309465" y="412345"/>
                  </a:lnTo>
                  <a:lnTo>
                    <a:pt x="3310940" y="414257"/>
                  </a:lnTo>
                  <a:lnTo>
                    <a:pt x="3312414" y="415999"/>
                  </a:lnTo>
                  <a:lnTo>
                    <a:pt x="3313888" y="417752"/>
                  </a:lnTo>
                  <a:lnTo>
                    <a:pt x="3315362" y="419193"/>
                  </a:lnTo>
                  <a:lnTo>
                    <a:pt x="3316837" y="420113"/>
                  </a:lnTo>
                  <a:lnTo>
                    <a:pt x="3318311" y="420364"/>
                  </a:lnTo>
                  <a:lnTo>
                    <a:pt x="3319785" y="420612"/>
                  </a:lnTo>
                  <a:lnTo>
                    <a:pt x="3321259" y="420461"/>
                  </a:lnTo>
                  <a:lnTo>
                    <a:pt x="3322734" y="417870"/>
                  </a:lnTo>
                  <a:lnTo>
                    <a:pt x="3324208" y="412938"/>
                  </a:lnTo>
                  <a:lnTo>
                    <a:pt x="3325682" y="406886"/>
                  </a:lnTo>
                  <a:lnTo>
                    <a:pt x="3327156" y="399461"/>
                  </a:lnTo>
                  <a:lnTo>
                    <a:pt x="3328631" y="393480"/>
                  </a:lnTo>
                  <a:lnTo>
                    <a:pt x="3330105" y="387019"/>
                  </a:lnTo>
                  <a:lnTo>
                    <a:pt x="3331579" y="380819"/>
                  </a:lnTo>
                  <a:lnTo>
                    <a:pt x="3333053" y="375532"/>
                  </a:lnTo>
                  <a:lnTo>
                    <a:pt x="3334528" y="370874"/>
                  </a:lnTo>
                  <a:lnTo>
                    <a:pt x="3336002" y="365973"/>
                  </a:lnTo>
                  <a:lnTo>
                    <a:pt x="3337476" y="360620"/>
                  </a:lnTo>
                  <a:lnTo>
                    <a:pt x="3338950" y="355499"/>
                  </a:lnTo>
                  <a:lnTo>
                    <a:pt x="3340425" y="351933"/>
                  </a:lnTo>
                  <a:lnTo>
                    <a:pt x="3341899" y="348357"/>
                  </a:lnTo>
                  <a:lnTo>
                    <a:pt x="3343373" y="345744"/>
                  </a:lnTo>
                  <a:lnTo>
                    <a:pt x="3344847" y="344632"/>
                  </a:lnTo>
                  <a:lnTo>
                    <a:pt x="3346322" y="345493"/>
                  </a:lnTo>
                  <a:lnTo>
                    <a:pt x="3347796" y="347423"/>
                  </a:lnTo>
                  <a:lnTo>
                    <a:pt x="3349270" y="351673"/>
                  </a:lnTo>
                  <a:lnTo>
                    <a:pt x="3350744" y="356481"/>
                  </a:lnTo>
                  <a:lnTo>
                    <a:pt x="3352219" y="360673"/>
                  </a:lnTo>
                  <a:lnTo>
                    <a:pt x="3353693" y="365955"/>
                  </a:lnTo>
                  <a:lnTo>
                    <a:pt x="3355167" y="371256"/>
                  </a:lnTo>
                  <a:lnTo>
                    <a:pt x="3356641" y="376096"/>
                  </a:lnTo>
                  <a:lnTo>
                    <a:pt x="3358116" y="381191"/>
                  </a:lnTo>
                  <a:lnTo>
                    <a:pt x="3359590" y="387975"/>
                  </a:lnTo>
                  <a:lnTo>
                    <a:pt x="3361064" y="395113"/>
                  </a:lnTo>
                  <a:lnTo>
                    <a:pt x="3362538" y="402327"/>
                  </a:lnTo>
                  <a:lnTo>
                    <a:pt x="3364013" y="410175"/>
                  </a:lnTo>
                  <a:lnTo>
                    <a:pt x="3365487" y="416261"/>
                  </a:lnTo>
                  <a:lnTo>
                    <a:pt x="3366961" y="421001"/>
                  </a:lnTo>
                  <a:lnTo>
                    <a:pt x="3368435" y="425087"/>
                  </a:lnTo>
                  <a:lnTo>
                    <a:pt x="3369910" y="429433"/>
                  </a:lnTo>
                  <a:lnTo>
                    <a:pt x="3371384" y="432863"/>
                  </a:lnTo>
                  <a:lnTo>
                    <a:pt x="3372858" y="434833"/>
                  </a:lnTo>
                  <a:lnTo>
                    <a:pt x="3374332" y="437080"/>
                  </a:lnTo>
                  <a:lnTo>
                    <a:pt x="3375807" y="439996"/>
                  </a:lnTo>
                  <a:lnTo>
                    <a:pt x="3377281" y="442218"/>
                  </a:lnTo>
                  <a:lnTo>
                    <a:pt x="3378755" y="444270"/>
                  </a:lnTo>
                  <a:lnTo>
                    <a:pt x="3380229" y="446309"/>
                  </a:lnTo>
                  <a:lnTo>
                    <a:pt x="3381704" y="447852"/>
                  </a:lnTo>
                  <a:lnTo>
                    <a:pt x="3383178" y="449632"/>
                  </a:lnTo>
                  <a:lnTo>
                    <a:pt x="3384652" y="451505"/>
                  </a:lnTo>
                  <a:lnTo>
                    <a:pt x="3386126" y="451925"/>
                  </a:lnTo>
                  <a:lnTo>
                    <a:pt x="3387601" y="452694"/>
                  </a:lnTo>
                  <a:lnTo>
                    <a:pt x="3389075" y="452501"/>
                  </a:lnTo>
                  <a:lnTo>
                    <a:pt x="3390549" y="451912"/>
                  </a:lnTo>
                  <a:lnTo>
                    <a:pt x="3392023" y="449871"/>
                  </a:lnTo>
                  <a:lnTo>
                    <a:pt x="3393498" y="448450"/>
                  </a:lnTo>
                  <a:lnTo>
                    <a:pt x="3394972" y="447221"/>
                  </a:lnTo>
                  <a:lnTo>
                    <a:pt x="3396446" y="446220"/>
                  </a:lnTo>
                  <a:lnTo>
                    <a:pt x="3397920" y="445254"/>
                  </a:lnTo>
                  <a:lnTo>
                    <a:pt x="3399395" y="444089"/>
                  </a:lnTo>
                  <a:lnTo>
                    <a:pt x="3400869" y="442720"/>
                  </a:lnTo>
                  <a:lnTo>
                    <a:pt x="3402343" y="441317"/>
                  </a:lnTo>
                  <a:lnTo>
                    <a:pt x="3403817" y="439189"/>
                  </a:lnTo>
                  <a:lnTo>
                    <a:pt x="3405291" y="437711"/>
                  </a:lnTo>
                  <a:lnTo>
                    <a:pt x="3406766" y="436628"/>
                  </a:lnTo>
                  <a:lnTo>
                    <a:pt x="3408240" y="435433"/>
                  </a:lnTo>
                  <a:lnTo>
                    <a:pt x="3409714" y="434251"/>
                  </a:lnTo>
                  <a:lnTo>
                    <a:pt x="3411188" y="432936"/>
                  </a:lnTo>
                  <a:lnTo>
                    <a:pt x="3412663" y="431574"/>
                  </a:lnTo>
                  <a:lnTo>
                    <a:pt x="3414137" y="430976"/>
                  </a:lnTo>
                  <a:lnTo>
                    <a:pt x="3415611" y="429743"/>
                  </a:lnTo>
                  <a:lnTo>
                    <a:pt x="3417085" y="429331"/>
                  </a:lnTo>
                  <a:lnTo>
                    <a:pt x="3418560" y="427837"/>
                  </a:lnTo>
                  <a:lnTo>
                    <a:pt x="3420034" y="426961"/>
                  </a:lnTo>
                  <a:lnTo>
                    <a:pt x="3421508" y="425183"/>
                  </a:lnTo>
                  <a:lnTo>
                    <a:pt x="3422982" y="423028"/>
                  </a:lnTo>
                  <a:lnTo>
                    <a:pt x="3424457" y="420328"/>
                  </a:lnTo>
                  <a:lnTo>
                    <a:pt x="3425931" y="418162"/>
                  </a:lnTo>
                  <a:lnTo>
                    <a:pt x="3427405" y="415852"/>
                  </a:lnTo>
                  <a:lnTo>
                    <a:pt x="3428879" y="413143"/>
                  </a:lnTo>
                  <a:lnTo>
                    <a:pt x="3430354" y="410159"/>
                  </a:lnTo>
                  <a:lnTo>
                    <a:pt x="3431828" y="407050"/>
                  </a:lnTo>
                  <a:lnTo>
                    <a:pt x="3433302" y="403669"/>
                  </a:lnTo>
                  <a:lnTo>
                    <a:pt x="3434776" y="398231"/>
                  </a:lnTo>
                  <a:lnTo>
                    <a:pt x="3436251" y="391334"/>
                  </a:lnTo>
                  <a:lnTo>
                    <a:pt x="3437725" y="383495"/>
                  </a:lnTo>
                  <a:lnTo>
                    <a:pt x="3439199" y="373962"/>
                  </a:lnTo>
                  <a:lnTo>
                    <a:pt x="3440673" y="365940"/>
                  </a:lnTo>
                  <a:lnTo>
                    <a:pt x="3442148" y="358818"/>
                  </a:lnTo>
                  <a:lnTo>
                    <a:pt x="3443622" y="352780"/>
                  </a:lnTo>
                  <a:lnTo>
                    <a:pt x="3445096" y="346503"/>
                  </a:lnTo>
                  <a:lnTo>
                    <a:pt x="3446570" y="340689"/>
                  </a:lnTo>
                  <a:lnTo>
                    <a:pt x="3448045" y="335291"/>
                  </a:lnTo>
                  <a:lnTo>
                    <a:pt x="3449519" y="328307"/>
                  </a:lnTo>
                  <a:lnTo>
                    <a:pt x="3450993" y="319511"/>
                  </a:lnTo>
                  <a:lnTo>
                    <a:pt x="3452467" y="310860"/>
                  </a:lnTo>
                  <a:lnTo>
                    <a:pt x="3453942" y="303035"/>
                  </a:lnTo>
                  <a:lnTo>
                    <a:pt x="3455416" y="295513"/>
                  </a:lnTo>
                  <a:lnTo>
                    <a:pt x="3456890" y="289344"/>
                  </a:lnTo>
                  <a:lnTo>
                    <a:pt x="3458364" y="283799"/>
                  </a:lnTo>
                  <a:lnTo>
                    <a:pt x="3459839" y="279454"/>
                  </a:lnTo>
                  <a:lnTo>
                    <a:pt x="3461313" y="276899"/>
                  </a:lnTo>
                  <a:lnTo>
                    <a:pt x="3462787" y="273797"/>
                  </a:lnTo>
                  <a:lnTo>
                    <a:pt x="3464261" y="269925"/>
                  </a:lnTo>
                  <a:lnTo>
                    <a:pt x="3465736" y="266314"/>
                  </a:lnTo>
                  <a:lnTo>
                    <a:pt x="3467210" y="263633"/>
                  </a:lnTo>
                  <a:lnTo>
                    <a:pt x="3468684" y="260539"/>
                  </a:lnTo>
                  <a:lnTo>
                    <a:pt x="3470158" y="257747"/>
                  </a:lnTo>
                  <a:lnTo>
                    <a:pt x="3471633" y="255452"/>
                  </a:lnTo>
                  <a:lnTo>
                    <a:pt x="3473107" y="254143"/>
                  </a:lnTo>
                  <a:lnTo>
                    <a:pt x="3474581" y="253117"/>
                  </a:lnTo>
                  <a:lnTo>
                    <a:pt x="3476055" y="252616"/>
                  </a:lnTo>
                  <a:lnTo>
                    <a:pt x="3477530" y="251785"/>
                  </a:lnTo>
                  <a:lnTo>
                    <a:pt x="3479004" y="250719"/>
                  </a:lnTo>
                  <a:lnTo>
                    <a:pt x="3480478" y="249486"/>
                  </a:lnTo>
                  <a:lnTo>
                    <a:pt x="3481952" y="247559"/>
                  </a:lnTo>
                  <a:lnTo>
                    <a:pt x="3483427" y="245074"/>
                  </a:lnTo>
                  <a:lnTo>
                    <a:pt x="3484901" y="242644"/>
                  </a:lnTo>
                  <a:lnTo>
                    <a:pt x="3486375" y="240739"/>
                  </a:lnTo>
                  <a:lnTo>
                    <a:pt x="3487849" y="238763"/>
                  </a:lnTo>
                  <a:lnTo>
                    <a:pt x="3489324" y="235243"/>
                  </a:lnTo>
                  <a:lnTo>
                    <a:pt x="3490798" y="231807"/>
                  </a:lnTo>
                  <a:lnTo>
                    <a:pt x="3492272" y="227019"/>
                  </a:lnTo>
                  <a:lnTo>
                    <a:pt x="3493746" y="221996"/>
                  </a:lnTo>
                  <a:lnTo>
                    <a:pt x="3495221" y="215310"/>
                  </a:lnTo>
                  <a:lnTo>
                    <a:pt x="3496695" y="208090"/>
                  </a:lnTo>
                  <a:lnTo>
                    <a:pt x="3498169" y="199484"/>
                  </a:lnTo>
                  <a:lnTo>
                    <a:pt x="3499643" y="190753"/>
                  </a:lnTo>
                  <a:lnTo>
                    <a:pt x="3501118" y="181809"/>
                  </a:lnTo>
                  <a:lnTo>
                    <a:pt x="3502592" y="173293"/>
                  </a:lnTo>
                  <a:lnTo>
                    <a:pt x="3504066" y="164742"/>
                  </a:lnTo>
                  <a:lnTo>
                    <a:pt x="3505540" y="155714"/>
                  </a:lnTo>
                  <a:lnTo>
                    <a:pt x="3507015" y="147093"/>
                  </a:lnTo>
                  <a:lnTo>
                    <a:pt x="3508489" y="138038"/>
                  </a:lnTo>
                  <a:lnTo>
                    <a:pt x="3509963" y="129422"/>
                  </a:lnTo>
                  <a:lnTo>
                    <a:pt x="3511437" y="122449"/>
                  </a:lnTo>
                  <a:lnTo>
                    <a:pt x="3512912" y="117001"/>
                  </a:lnTo>
                  <a:lnTo>
                    <a:pt x="3514386" y="113471"/>
                  </a:lnTo>
                  <a:lnTo>
                    <a:pt x="3515860" y="110041"/>
                  </a:lnTo>
                  <a:lnTo>
                    <a:pt x="3517334" y="106544"/>
                  </a:lnTo>
                  <a:lnTo>
                    <a:pt x="3518809" y="103242"/>
                  </a:lnTo>
                  <a:lnTo>
                    <a:pt x="3520283" y="100439"/>
                  </a:lnTo>
                  <a:lnTo>
                    <a:pt x="3521757" y="97072"/>
                  </a:lnTo>
                  <a:lnTo>
                    <a:pt x="3523231" y="94302"/>
                  </a:lnTo>
                  <a:lnTo>
                    <a:pt x="3524706" y="92350"/>
                  </a:lnTo>
                  <a:lnTo>
                    <a:pt x="3526180" y="91724"/>
                  </a:lnTo>
                  <a:lnTo>
                    <a:pt x="3527654" y="91743"/>
                  </a:lnTo>
                  <a:lnTo>
                    <a:pt x="3529128" y="91888"/>
                  </a:lnTo>
                  <a:lnTo>
                    <a:pt x="3530603" y="92037"/>
                  </a:lnTo>
                  <a:lnTo>
                    <a:pt x="3532077" y="92484"/>
                  </a:lnTo>
                  <a:lnTo>
                    <a:pt x="3533551" y="92706"/>
                  </a:lnTo>
                  <a:lnTo>
                    <a:pt x="3535025" y="92523"/>
                  </a:lnTo>
                  <a:lnTo>
                    <a:pt x="3536500" y="92845"/>
                  </a:lnTo>
                  <a:lnTo>
                    <a:pt x="3537974" y="94037"/>
                  </a:lnTo>
                  <a:lnTo>
                    <a:pt x="3539448" y="97918"/>
                  </a:lnTo>
                  <a:lnTo>
                    <a:pt x="3540922" y="102897"/>
                  </a:lnTo>
                  <a:lnTo>
                    <a:pt x="3542397" y="108864"/>
                  </a:lnTo>
                  <a:lnTo>
                    <a:pt x="3543871" y="116238"/>
                  </a:lnTo>
                  <a:lnTo>
                    <a:pt x="3545345" y="123255"/>
                  </a:lnTo>
                  <a:lnTo>
                    <a:pt x="3546819" y="129240"/>
                  </a:lnTo>
                  <a:lnTo>
                    <a:pt x="3548294" y="135115"/>
                  </a:lnTo>
                  <a:lnTo>
                    <a:pt x="3549768" y="140969"/>
                  </a:lnTo>
                  <a:lnTo>
                    <a:pt x="3551242" y="145218"/>
                  </a:lnTo>
                  <a:lnTo>
                    <a:pt x="3552716" y="149045"/>
                  </a:lnTo>
                  <a:lnTo>
                    <a:pt x="3554191" y="153723"/>
                  </a:lnTo>
                  <a:lnTo>
                    <a:pt x="3555665" y="157884"/>
                  </a:lnTo>
                  <a:lnTo>
                    <a:pt x="3557139" y="162060"/>
                  </a:lnTo>
                  <a:lnTo>
                    <a:pt x="3558613" y="165695"/>
                  </a:lnTo>
                  <a:lnTo>
                    <a:pt x="3560088" y="168275"/>
                  </a:lnTo>
                  <a:lnTo>
                    <a:pt x="3561562" y="170538"/>
                  </a:lnTo>
                  <a:lnTo>
                    <a:pt x="3563036" y="172269"/>
                  </a:lnTo>
                  <a:lnTo>
                    <a:pt x="3564510" y="173958"/>
                  </a:lnTo>
                  <a:lnTo>
                    <a:pt x="3565985" y="175106"/>
                  </a:lnTo>
                  <a:lnTo>
                    <a:pt x="3567459" y="177248"/>
                  </a:lnTo>
                  <a:lnTo>
                    <a:pt x="3568933" y="179191"/>
                  </a:lnTo>
                  <a:lnTo>
                    <a:pt x="3570407" y="181583"/>
                  </a:lnTo>
                  <a:lnTo>
                    <a:pt x="3571882" y="183453"/>
                  </a:lnTo>
                  <a:lnTo>
                    <a:pt x="3573356" y="186279"/>
                  </a:lnTo>
                  <a:lnTo>
                    <a:pt x="3574830" y="189557"/>
                  </a:lnTo>
                  <a:lnTo>
                    <a:pt x="3576304" y="191784"/>
                  </a:lnTo>
                  <a:lnTo>
                    <a:pt x="3577779" y="193461"/>
                  </a:lnTo>
                  <a:lnTo>
                    <a:pt x="3579253" y="195678"/>
                  </a:lnTo>
                  <a:lnTo>
                    <a:pt x="3580727" y="198215"/>
                  </a:lnTo>
                  <a:lnTo>
                    <a:pt x="3582201" y="200946"/>
                  </a:lnTo>
                  <a:lnTo>
                    <a:pt x="3583676" y="203381"/>
                  </a:lnTo>
                  <a:lnTo>
                    <a:pt x="3585150" y="205920"/>
                  </a:lnTo>
                  <a:lnTo>
                    <a:pt x="3586624" y="207532"/>
                  </a:lnTo>
                  <a:lnTo>
                    <a:pt x="3588098" y="208819"/>
                  </a:lnTo>
                  <a:lnTo>
                    <a:pt x="3589573" y="208663"/>
                  </a:lnTo>
                  <a:lnTo>
                    <a:pt x="3591047" y="209265"/>
                  </a:lnTo>
                  <a:lnTo>
                    <a:pt x="3592521" y="210578"/>
                  </a:lnTo>
                  <a:lnTo>
                    <a:pt x="3593995" y="212358"/>
                  </a:lnTo>
                  <a:lnTo>
                    <a:pt x="3595470" y="214323"/>
                  </a:lnTo>
                  <a:lnTo>
                    <a:pt x="3596944" y="216634"/>
                  </a:lnTo>
                  <a:lnTo>
                    <a:pt x="3598418" y="219404"/>
                  </a:lnTo>
                  <a:lnTo>
                    <a:pt x="3599892" y="222879"/>
                  </a:lnTo>
                  <a:lnTo>
                    <a:pt x="3601366" y="225534"/>
                  </a:lnTo>
                  <a:lnTo>
                    <a:pt x="3602841" y="228239"/>
                  </a:lnTo>
                  <a:lnTo>
                    <a:pt x="3604315" y="231161"/>
                  </a:lnTo>
                  <a:lnTo>
                    <a:pt x="3605789" y="235451"/>
                  </a:lnTo>
                  <a:lnTo>
                    <a:pt x="3607263" y="238895"/>
                  </a:lnTo>
                  <a:lnTo>
                    <a:pt x="3608738" y="244110"/>
                  </a:lnTo>
                  <a:lnTo>
                    <a:pt x="3610212" y="249551"/>
                  </a:lnTo>
                  <a:lnTo>
                    <a:pt x="3611686" y="255778"/>
                  </a:lnTo>
                  <a:lnTo>
                    <a:pt x="3613160" y="262167"/>
                  </a:lnTo>
                  <a:lnTo>
                    <a:pt x="3614635" y="267406"/>
                  </a:lnTo>
                  <a:lnTo>
                    <a:pt x="3616109" y="272192"/>
                  </a:lnTo>
                  <a:lnTo>
                    <a:pt x="3617583" y="276926"/>
                  </a:lnTo>
                  <a:lnTo>
                    <a:pt x="3619057" y="281213"/>
                  </a:lnTo>
                  <a:lnTo>
                    <a:pt x="3620532" y="285706"/>
                  </a:lnTo>
                  <a:lnTo>
                    <a:pt x="3622006" y="291611"/>
                  </a:lnTo>
                  <a:lnTo>
                    <a:pt x="3623480" y="296924"/>
                  </a:lnTo>
                  <a:lnTo>
                    <a:pt x="3624954" y="302805"/>
                  </a:lnTo>
                  <a:lnTo>
                    <a:pt x="3626429" y="310223"/>
                  </a:lnTo>
                  <a:lnTo>
                    <a:pt x="3627903" y="318017"/>
                  </a:lnTo>
                  <a:lnTo>
                    <a:pt x="3629377" y="325147"/>
                  </a:lnTo>
                  <a:lnTo>
                    <a:pt x="3630851" y="331848"/>
                  </a:lnTo>
                  <a:lnTo>
                    <a:pt x="3632326" y="339365"/>
                  </a:lnTo>
                  <a:lnTo>
                    <a:pt x="3633800" y="348882"/>
                  </a:lnTo>
                  <a:lnTo>
                    <a:pt x="3635274" y="358366"/>
                  </a:lnTo>
                  <a:lnTo>
                    <a:pt x="3636748" y="367371"/>
                  </a:lnTo>
                  <a:lnTo>
                    <a:pt x="3638223" y="376043"/>
                  </a:lnTo>
                  <a:lnTo>
                    <a:pt x="3639697" y="384477"/>
                  </a:lnTo>
                  <a:lnTo>
                    <a:pt x="3641171" y="392982"/>
                  </a:lnTo>
                  <a:lnTo>
                    <a:pt x="3642645" y="400232"/>
                  </a:lnTo>
                  <a:lnTo>
                    <a:pt x="3644120" y="407176"/>
                  </a:lnTo>
                  <a:lnTo>
                    <a:pt x="3645594" y="413664"/>
                  </a:lnTo>
                  <a:lnTo>
                    <a:pt x="3647068" y="420109"/>
                  </a:lnTo>
                  <a:lnTo>
                    <a:pt x="3648542" y="426361"/>
                  </a:lnTo>
                  <a:lnTo>
                    <a:pt x="3650017" y="432489"/>
                  </a:lnTo>
                  <a:lnTo>
                    <a:pt x="3651491" y="439101"/>
                  </a:lnTo>
                  <a:lnTo>
                    <a:pt x="3652965" y="446031"/>
                  </a:lnTo>
                  <a:lnTo>
                    <a:pt x="3654439" y="452808"/>
                  </a:lnTo>
                  <a:lnTo>
                    <a:pt x="3655914" y="459803"/>
                  </a:lnTo>
                  <a:lnTo>
                    <a:pt x="3657388" y="466320"/>
                  </a:lnTo>
                  <a:lnTo>
                    <a:pt x="3658862" y="473722"/>
                  </a:lnTo>
                  <a:lnTo>
                    <a:pt x="3660336" y="481253"/>
                  </a:lnTo>
                  <a:lnTo>
                    <a:pt x="3661811" y="489514"/>
                  </a:lnTo>
                  <a:lnTo>
                    <a:pt x="3663285" y="498459"/>
                  </a:lnTo>
                  <a:lnTo>
                    <a:pt x="3664759" y="508375"/>
                  </a:lnTo>
                  <a:lnTo>
                    <a:pt x="3666233" y="518036"/>
                  </a:lnTo>
                  <a:lnTo>
                    <a:pt x="3667708" y="526492"/>
                  </a:lnTo>
                  <a:lnTo>
                    <a:pt x="3669182" y="534103"/>
                  </a:lnTo>
                  <a:lnTo>
                    <a:pt x="3670656" y="542046"/>
                  </a:lnTo>
                  <a:lnTo>
                    <a:pt x="3672130" y="549105"/>
                  </a:lnTo>
                  <a:lnTo>
                    <a:pt x="3673605" y="555313"/>
                  </a:lnTo>
                  <a:lnTo>
                    <a:pt x="3675079" y="560589"/>
                  </a:lnTo>
                  <a:lnTo>
                    <a:pt x="3676553" y="565251"/>
                  </a:lnTo>
                  <a:lnTo>
                    <a:pt x="3678027" y="568375"/>
                  </a:lnTo>
                  <a:lnTo>
                    <a:pt x="3679502" y="570846"/>
                  </a:lnTo>
                  <a:lnTo>
                    <a:pt x="3680976" y="570367"/>
                  </a:lnTo>
                  <a:lnTo>
                    <a:pt x="3682450" y="570333"/>
                  </a:lnTo>
                  <a:lnTo>
                    <a:pt x="3683924" y="567276"/>
                  </a:lnTo>
                  <a:lnTo>
                    <a:pt x="3685399" y="563218"/>
                  </a:lnTo>
                  <a:lnTo>
                    <a:pt x="3686873" y="558867"/>
                  </a:lnTo>
                  <a:lnTo>
                    <a:pt x="3688347" y="554479"/>
                  </a:lnTo>
                  <a:lnTo>
                    <a:pt x="3689821" y="549668"/>
                  </a:lnTo>
                  <a:lnTo>
                    <a:pt x="3691296" y="544467"/>
                  </a:lnTo>
                  <a:lnTo>
                    <a:pt x="3692770" y="537882"/>
                  </a:lnTo>
                  <a:lnTo>
                    <a:pt x="3694244" y="530090"/>
                  </a:lnTo>
                  <a:lnTo>
                    <a:pt x="3695718" y="522261"/>
                  </a:lnTo>
                  <a:lnTo>
                    <a:pt x="3697193" y="513264"/>
                  </a:lnTo>
                  <a:lnTo>
                    <a:pt x="3698667" y="505190"/>
                  </a:lnTo>
                  <a:lnTo>
                    <a:pt x="3700141" y="498666"/>
                  </a:lnTo>
                  <a:lnTo>
                    <a:pt x="3701615" y="492067"/>
                  </a:lnTo>
                  <a:lnTo>
                    <a:pt x="3703090" y="485578"/>
                  </a:lnTo>
                  <a:lnTo>
                    <a:pt x="3704564" y="480049"/>
                  </a:lnTo>
                  <a:lnTo>
                    <a:pt x="3706038" y="475479"/>
                  </a:lnTo>
                  <a:lnTo>
                    <a:pt x="3707512" y="469284"/>
                  </a:lnTo>
                  <a:lnTo>
                    <a:pt x="3708987" y="462959"/>
                  </a:lnTo>
                  <a:lnTo>
                    <a:pt x="3710461" y="457522"/>
                  </a:lnTo>
                  <a:lnTo>
                    <a:pt x="3711935" y="452211"/>
                  </a:lnTo>
                  <a:lnTo>
                    <a:pt x="3713409" y="448775"/>
                  </a:lnTo>
                  <a:lnTo>
                    <a:pt x="3714884" y="445968"/>
                  </a:lnTo>
                  <a:lnTo>
                    <a:pt x="3716358" y="444023"/>
                  </a:lnTo>
                  <a:lnTo>
                    <a:pt x="3717832" y="442408"/>
                  </a:lnTo>
                  <a:lnTo>
                    <a:pt x="3719306" y="442006"/>
                  </a:lnTo>
                  <a:lnTo>
                    <a:pt x="3720781" y="441442"/>
                  </a:lnTo>
                  <a:lnTo>
                    <a:pt x="3722255" y="440740"/>
                  </a:lnTo>
                  <a:lnTo>
                    <a:pt x="3723729" y="439093"/>
                  </a:lnTo>
                  <a:lnTo>
                    <a:pt x="3725203" y="437984"/>
                  </a:lnTo>
                  <a:lnTo>
                    <a:pt x="3726678" y="436445"/>
                  </a:lnTo>
                  <a:lnTo>
                    <a:pt x="3728152" y="434218"/>
                  </a:lnTo>
                  <a:lnTo>
                    <a:pt x="3729626" y="432326"/>
                  </a:lnTo>
                  <a:lnTo>
                    <a:pt x="3731100" y="429596"/>
                  </a:lnTo>
                  <a:lnTo>
                    <a:pt x="3732575" y="425781"/>
                  </a:lnTo>
                  <a:lnTo>
                    <a:pt x="3734049" y="421096"/>
                  </a:lnTo>
                  <a:lnTo>
                    <a:pt x="3735523" y="417144"/>
                  </a:lnTo>
                  <a:lnTo>
                    <a:pt x="3736997" y="412461"/>
                  </a:lnTo>
                  <a:lnTo>
                    <a:pt x="3738472" y="407193"/>
                  </a:lnTo>
                  <a:lnTo>
                    <a:pt x="3739946" y="402091"/>
                  </a:lnTo>
                  <a:lnTo>
                    <a:pt x="3741420" y="397889"/>
                  </a:lnTo>
                  <a:lnTo>
                    <a:pt x="3742894" y="394340"/>
                  </a:lnTo>
                  <a:lnTo>
                    <a:pt x="3744369" y="391106"/>
                  </a:lnTo>
                  <a:lnTo>
                    <a:pt x="3745843" y="387613"/>
                  </a:lnTo>
                  <a:lnTo>
                    <a:pt x="3747317" y="383162"/>
                  </a:lnTo>
                  <a:lnTo>
                    <a:pt x="3748791" y="379339"/>
                  </a:lnTo>
                  <a:lnTo>
                    <a:pt x="3750266" y="375645"/>
                  </a:lnTo>
                  <a:lnTo>
                    <a:pt x="3751740" y="373023"/>
                  </a:lnTo>
                  <a:lnTo>
                    <a:pt x="3753214" y="371574"/>
                  </a:lnTo>
                  <a:lnTo>
                    <a:pt x="3754688" y="371089"/>
                  </a:lnTo>
                  <a:lnTo>
                    <a:pt x="3756163" y="372084"/>
                  </a:lnTo>
                  <a:lnTo>
                    <a:pt x="3757637" y="372119"/>
                  </a:lnTo>
                  <a:lnTo>
                    <a:pt x="3759111" y="372915"/>
                  </a:lnTo>
                  <a:lnTo>
                    <a:pt x="3760585" y="374175"/>
                  </a:lnTo>
                  <a:lnTo>
                    <a:pt x="3762060" y="374005"/>
                  </a:lnTo>
                  <a:lnTo>
                    <a:pt x="3763534" y="372112"/>
                  </a:lnTo>
                  <a:lnTo>
                    <a:pt x="3765008" y="370250"/>
                  </a:lnTo>
                  <a:lnTo>
                    <a:pt x="3766482" y="368787"/>
                  </a:lnTo>
                  <a:lnTo>
                    <a:pt x="3767957" y="367663"/>
                  </a:lnTo>
                  <a:lnTo>
                    <a:pt x="3769431" y="367715"/>
                  </a:lnTo>
                  <a:lnTo>
                    <a:pt x="3770905" y="367975"/>
                  </a:lnTo>
                  <a:lnTo>
                    <a:pt x="3772379" y="368271"/>
                  </a:lnTo>
                  <a:lnTo>
                    <a:pt x="3773854" y="368080"/>
                  </a:lnTo>
                  <a:lnTo>
                    <a:pt x="3775328" y="365334"/>
                  </a:lnTo>
                  <a:lnTo>
                    <a:pt x="3776802" y="362052"/>
                  </a:lnTo>
                  <a:lnTo>
                    <a:pt x="3778276" y="358907"/>
                  </a:lnTo>
                  <a:lnTo>
                    <a:pt x="3779751" y="354987"/>
                  </a:lnTo>
                  <a:lnTo>
                    <a:pt x="3781225" y="349821"/>
                  </a:lnTo>
                  <a:lnTo>
                    <a:pt x="3782699" y="345514"/>
                  </a:lnTo>
                  <a:lnTo>
                    <a:pt x="3784173" y="339212"/>
                  </a:lnTo>
                  <a:lnTo>
                    <a:pt x="3785648" y="332736"/>
                  </a:lnTo>
                  <a:lnTo>
                    <a:pt x="3787122" y="327198"/>
                  </a:lnTo>
                  <a:lnTo>
                    <a:pt x="3788596" y="319219"/>
                  </a:lnTo>
                  <a:lnTo>
                    <a:pt x="3790070" y="310900"/>
                  </a:lnTo>
                  <a:lnTo>
                    <a:pt x="3791545" y="301862"/>
                  </a:lnTo>
                  <a:lnTo>
                    <a:pt x="3793019" y="292729"/>
                  </a:lnTo>
                  <a:lnTo>
                    <a:pt x="3794493" y="283643"/>
                  </a:lnTo>
                  <a:lnTo>
                    <a:pt x="3795967" y="274714"/>
                  </a:lnTo>
                  <a:lnTo>
                    <a:pt x="3797441" y="266626"/>
                  </a:lnTo>
                  <a:lnTo>
                    <a:pt x="3798916" y="258467"/>
                  </a:lnTo>
                  <a:lnTo>
                    <a:pt x="3800390" y="249960"/>
                  </a:lnTo>
                  <a:lnTo>
                    <a:pt x="3801864" y="241910"/>
                  </a:lnTo>
                  <a:lnTo>
                    <a:pt x="3803338" y="234380"/>
                  </a:lnTo>
                  <a:lnTo>
                    <a:pt x="3804813" y="226995"/>
                  </a:lnTo>
                  <a:lnTo>
                    <a:pt x="3806287" y="220604"/>
                  </a:lnTo>
                  <a:lnTo>
                    <a:pt x="3807761" y="215368"/>
                  </a:lnTo>
                  <a:lnTo>
                    <a:pt x="3809235" y="210514"/>
                  </a:lnTo>
                  <a:lnTo>
                    <a:pt x="3810710" y="205544"/>
                  </a:lnTo>
                  <a:lnTo>
                    <a:pt x="3812184" y="201069"/>
                  </a:lnTo>
                  <a:lnTo>
                    <a:pt x="3813658" y="196447"/>
                  </a:lnTo>
                  <a:lnTo>
                    <a:pt x="3815132" y="191366"/>
                  </a:lnTo>
                  <a:lnTo>
                    <a:pt x="3816607" y="184851"/>
                  </a:lnTo>
                  <a:lnTo>
                    <a:pt x="3818081" y="177909"/>
                  </a:lnTo>
                  <a:lnTo>
                    <a:pt x="3819555" y="170870"/>
                  </a:lnTo>
                  <a:lnTo>
                    <a:pt x="3821029" y="164066"/>
                  </a:lnTo>
                  <a:lnTo>
                    <a:pt x="3822504" y="159098"/>
                  </a:lnTo>
                  <a:lnTo>
                    <a:pt x="3823978" y="153836"/>
                  </a:lnTo>
                  <a:lnTo>
                    <a:pt x="3825452" y="149749"/>
                  </a:lnTo>
                  <a:lnTo>
                    <a:pt x="3826926" y="145054"/>
                  </a:lnTo>
                  <a:lnTo>
                    <a:pt x="3828401" y="140235"/>
                  </a:lnTo>
                  <a:lnTo>
                    <a:pt x="3829875" y="134289"/>
                  </a:lnTo>
                  <a:lnTo>
                    <a:pt x="3831349" y="127965"/>
                  </a:lnTo>
                  <a:lnTo>
                    <a:pt x="3832823" y="122211"/>
                  </a:lnTo>
                  <a:lnTo>
                    <a:pt x="3834298" y="117402"/>
                  </a:lnTo>
                  <a:lnTo>
                    <a:pt x="3835772" y="113807"/>
                  </a:lnTo>
                  <a:lnTo>
                    <a:pt x="3837246" y="111483"/>
                  </a:lnTo>
                  <a:lnTo>
                    <a:pt x="3838720" y="110686"/>
                  </a:lnTo>
                  <a:lnTo>
                    <a:pt x="3840195" y="109724"/>
                  </a:lnTo>
                  <a:lnTo>
                    <a:pt x="3841669" y="108142"/>
                  </a:lnTo>
                  <a:lnTo>
                    <a:pt x="3843143" y="106923"/>
                  </a:lnTo>
                  <a:lnTo>
                    <a:pt x="3844617" y="104579"/>
                  </a:lnTo>
                  <a:lnTo>
                    <a:pt x="3846092" y="102464"/>
                  </a:lnTo>
                  <a:lnTo>
                    <a:pt x="3847566" y="100570"/>
                  </a:lnTo>
                  <a:lnTo>
                    <a:pt x="3849040" y="99605"/>
                  </a:lnTo>
                  <a:lnTo>
                    <a:pt x="3850514" y="100502"/>
                  </a:lnTo>
                  <a:lnTo>
                    <a:pt x="3851989" y="102588"/>
                  </a:lnTo>
                  <a:lnTo>
                    <a:pt x="3853463" y="104732"/>
                  </a:lnTo>
                  <a:lnTo>
                    <a:pt x="3854937" y="106620"/>
                  </a:lnTo>
                  <a:lnTo>
                    <a:pt x="3856411" y="108897"/>
                  </a:lnTo>
                  <a:lnTo>
                    <a:pt x="3857886" y="109926"/>
                  </a:lnTo>
                  <a:lnTo>
                    <a:pt x="3859360" y="111357"/>
                  </a:lnTo>
                  <a:lnTo>
                    <a:pt x="3860834" y="113133"/>
                  </a:lnTo>
                  <a:lnTo>
                    <a:pt x="3862308" y="115383"/>
                  </a:lnTo>
                  <a:lnTo>
                    <a:pt x="3863783" y="119570"/>
                  </a:lnTo>
                  <a:lnTo>
                    <a:pt x="3865257" y="124370"/>
                  </a:lnTo>
                  <a:lnTo>
                    <a:pt x="3866731" y="129887"/>
                  </a:lnTo>
                  <a:lnTo>
                    <a:pt x="3868205" y="135446"/>
                  </a:lnTo>
                  <a:lnTo>
                    <a:pt x="3869680" y="140888"/>
                  </a:lnTo>
                  <a:lnTo>
                    <a:pt x="3871154" y="146406"/>
                  </a:lnTo>
                  <a:lnTo>
                    <a:pt x="3872628" y="151623"/>
                  </a:lnTo>
                  <a:lnTo>
                    <a:pt x="3874102" y="157882"/>
                  </a:lnTo>
                  <a:lnTo>
                    <a:pt x="3875577" y="164122"/>
                  </a:lnTo>
                  <a:lnTo>
                    <a:pt x="3877051" y="170028"/>
                  </a:lnTo>
                  <a:lnTo>
                    <a:pt x="3878525" y="176250"/>
                  </a:lnTo>
                  <a:lnTo>
                    <a:pt x="3879999" y="182181"/>
                  </a:lnTo>
                  <a:lnTo>
                    <a:pt x="3881474" y="187431"/>
                  </a:lnTo>
                  <a:lnTo>
                    <a:pt x="3882948" y="192714"/>
                  </a:lnTo>
                  <a:lnTo>
                    <a:pt x="3884422" y="197115"/>
                  </a:lnTo>
                  <a:lnTo>
                    <a:pt x="3885896" y="200437"/>
                  </a:lnTo>
                  <a:lnTo>
                    <a:pt x="3887371" y="203688"/>
                  </a:lnTo>
                  <a:lnTo>
                    <a:pt x="3888845" y="208299"/>
                  </a:lnTo>
                  <a:lnTo>
                    <a:pt x="3890319" y="212431"/>
                  </a:lnTo>
                  <a:lnTo>
                    <a:pt x="3891793" y="216515"/>
                  </a:lnTo>
                  <a:lnTo>
                    <a:pt x="3893268" y="220235"/>
                  </a:lnTo>
                  <a:lnTo>
                    <a:pt x="3894742" y="223526"/>
                  </a:lnTo>
                  <a:lnTo>
                    <a:pt x="3896216" y="225960"/>
                  </a:lnTo>
                  <a:lnTo>
                    <a:pt x="3897690" y="228525"/>
                  </a:lnTo>
                  <a:lnTo>
                    <a:pt x="3899165" y="231873"/>
                  </a:lnTo>
                  <a:lnTo>
                    <a:pt x="3900639" y="234323"/>
                  </a:lnTo>
                  <a:lnTo>
                    <a:pt x="3902113" y="237368"/>
                  </a:lnTo>
                  <a:lnTo>
                    <a:pt x="3903587" y="240517"/>
                  </a:lnTo>
                  <a:lnTo>
                    <a:pt x="3905062" y="243480"/>
                  </a:lnTo>
                  <a:lnTo>
                    <a:pt x="3906536" y="247504"/>
                  </a:lnTo>
                  <a:lnTo>
                    <a:pt x="3908010" y="252344"/>
                  </a:lnTo>
                  <a:lnTo>
                    <a:pt x="3909484" y="255743"/>
                  </a:lnTo>
                  <a:lnTo>
                    <a:pt x="3910959" y="256913"/>
                  </a:lnTo>
                  <a:lnTo>
                    <a:pt x="3912433" y="257642"/>
                  </a:lnTo>
                  <a:lnTo>
                    <a:pt x="3913907" y="257416"/>
                  </a:lnTo>
                  <a:lnTo>
                    <a:pt x="3915381" y="258519"/>
                  </a:lnTo>
                  <a:lnTo>
                    <a:pt x="3916856" y="260018"/>
                  </a:lnTo>
                  <a:lnTo>
                    <a:pt x="3918330" y="260892"/>
                  </a:lnTo>
                  <a:lnTo>
                    <a:pt x="3919804" y="262254"/>
                  </a:lnTo>
                  <a:lnTo>
                    <a:pt x="3921278" y="263034"/>
                  </a:lnTo>
                  <a:lnTo>
                    <a:pt x="3922753" y="264210"/>
                  </a:lnTo>
                  <a:lnTo>
                    <a:pt x="3924227" y="265069"/>
                  </a:lnTo>
                  <a:lnTo>
                    <a:pt x="3925701" y="266103"/>
                  </a:lnTo>
                  <a:lnTo>
                    <a:pt x="3927175" y="266623"/>
                  </a:lnTo>
                  <a:lnTo>
                    <a:pt x="3928650" y="266847"/>
                  </a:lnTo>
                  <a:lnTo>
                    <a:pt x="3930124" y="267747"/>
                  </a:lnTo>
                  <a:lnTo>
                    <a:pt x="3931598" y="269076"/>
                  </a:lnTo>
                  <a:lnTo>
                    <a:pt x="3933072" y="272286"/>
                  </a:lnTo>
                  <a:lnTo>
                    <a:pt x="3934547" y="277525"/>
                  </a:lnTo>
                  <a:lnTo>
                    <a:pt x="3936021" y="283679"/>
                  </a:lnTo>
                  <a:lnTo>
                    <a:pt x="3937495" y="289216"/>
                  </a:lnTo>
                  <a:lnTo>
                    <a:pt x="3938969" y="293611"/>
                  </a:lnTo>
                  <a:lnTo>
                    <a:pt x="3940444" y="298123"/>
                  </a:lnTo>
                  <a:lnTo>
                    <a:pt x="3941918" y="303079"/>
                  </a:lnTo>
                  <a:lnTo>
                    <a:pt x="3943392" y="308346"/>
                  </a:lnTo>
                  <a:lnTo>
                    <a:pt x="3944866" y="313560"/>
                  </a:lnTo>
                  <a:lnTo>
                    <a:pt x="3946341" y="320238"/>
                  </a:lnTo>
                  <a:lnTo>
                    <a:pt x="3947815" y="326115"/>
                  </a:lnTo>
                  <a:lnTo>
                    <a:pt x="3949289" y="331862"/>
                  </a:lnTo>
                  <a:lnTo>
                    <a:pt x="3950763" y="336638"/>
                  </a:lnTo>
                  <a:lnTo>
                    <a:pt x="3952238" y="342184"/>
                  </a:lnTo>
                  <a:lnTo>
                    <a:pt x="3953712" y="347992"/>
                  </a:lnTo>
                  <a:lnTo>
                    <a:pt x="3955186" y="353713"/>
                  </a:lnTo>
                  <a:lnTo>
                    <a:pt x="3956660" y="359443"/>
                  </a:lnTo>
                  <a:lnTo>
                    <a:pt x="3958135" y="364817"/>
                  </a:lnTo>
                  <a:lnTo>
                    <a:pt x="3959609" y="371307"/>
                  </a:lnTo>
                  <a:lnTo>
                    <a:pt x="3961083" y="378541"/>
                  </a:lnTo>
                  <a:lnTo>
                    <a:pt x="3962557" y="385852"/>
                  </a:lnTo>
                  <a:lnTo>
                    <a:pt x="3964032" y="391691"/>
                  </a:lnTo>
                  <a:lnTo>
                    <a:pt x="3965506" y="398444"/>
                  </a:lnTo>
                  <a:lnTo>
                    <a:pt x="3966980" y="405237"/>
                  </a:lnTo>
                  <a:lnTo>
                    <a:pt x="3968454" y="413142"/>
                  </a:lnTo>
                  <a:lnTo>
                    <a:pt x="3969929" y="421579"/>
                  </a:lnTo>
                  <a:lnTo>
                    <a:pt x="3971403" y="431353"/>
                  </a:lnTo>
                  <a:lnTo>
                    <a:pt x="3972877" y="442052"/>
                  </a:lnTo>
                  <a:lnTo>
                    <a:pt x="3974351" y="451574"/>
                  </a:lnTo>
                  <a:lnTo>
                    <a:pt x="3975826" y="461472"/>
                  </a:lnTo>
                  <a:lnTo>
                    <a:pt x="3977300" y="470285"/>
                  </a:lnTo>
                  <a:lnTo>
                    <a:pt x="3978774" y="479787"/>
                  </a:lnTo>
                  <a:lnTo>
                    <a:pt x="3980248" y="489770"/>
                  </a:lnTo>
                  <a:lnTo>
                    <a:pt x="3981723" y="498615"/>
                  </a:lnTo>
                  <a:lnTo>
                    <a:pt x="3983197" y="505220"/>
                  </a:lnTo>
                  <a:lnTo>
                    <a:pt x="3984671" y="512554"/>
                  </a:lnTo>
                  <a:lnTo>
                    <a:pt x="3986145" y="520434"/>
                  </a:lnTo>
                  <a:lnTo>
                    <a:pt x="3987620" y="527865"/>
                  </a:lnTo>
                  <a:lnTo>
                    <a:pt x="3989094" y="535460"/>
                  </a:lnTo>
                  <a:lnTo>
                    <a:pt x="3990568" y="541881"/>
                  </a:lnTo>
                  <a:lnTo>
                    <a:pt x="3992042" y="547845"/>
                  </a:lnTo>
                  <a:lnTo>
                    <a:pt x="3993516" y="553965"/>
                  </a:lnTo>
                  <a:lnTo>
                    <a:pt x="3994991" y="559921"/>
                  </a:lnTo>
                  <a:lnTo>
                    <a:pt x="3996465" y="566034"/>
                  </a:lnTo>
                  <a:lnTo>
                    <a:pt x="3997939" y="571732"/>
                  </a:lnTo>
                  <a:lnTo>
                    <a:pt x="3999413" y="576874"/>
                  </a:lnTo>
                  <a:lnTo>
                    <a:pt x="4000888" y="580467"/>
                  </a:lnTo>
                  <a:lnTo>
                    <a:pt x="4002362" y="583859"/>
                  </a:lnTo>
                  <a:lnTo>
                    <a:pt x="4003836" y="586331"/>
                  </a:lnTo>
                  <a:lnTo>
                    <a:pt x="4005310" y="588142"/>
                  </a:lnTo>
                  <a:lnTo>
                    <a:pt x="4006785" y="589810"/>
                  </a:lnTo>
                  <a:lnTo>
                    <a:pt x="4008259" y="590588"/>
                  </a:lnTo>
                  <a:lnTo>
                    <a:pt x="4009733" y="590039"/>
                  </a:lnTo>
                  <a:lnTo>
                    <a:pt x="4011207" y="588744"/>
                  </a:lnTo>
                  <a:lnTo>
                    <a:pt x="4012682" y="588051"/>
                  </a:lnTo>
                  <a:lnTo>
                    <a:pt x="4014156" y="587305"/>
                  </a:lnTo>
                  <a:lnTo>
                    <a:pt x="4015630" y="586702"/>
                  </a:lnTo>
                  <a:lnTo>
                    <a:pt x="4017104" y="585199"/>
                  </a:lnTo>
                  <a:lnTo>
                    <a:pt x="4018579" y="583366"/>
                  </a:lnTo>
                  <a:lnTo>
                    <a:pt x="4020053" y="581106"/>
                  </a:lnTo>
                  <a:lnTo>
                    <a:pt x="4021527" y="577378"/>
                  </a:lnTo>
                  <a:lnTo>
                    <a:pt x="4023001" y="573781"/>
                  </a:lnTo>
                  <a:lnTo>
                    <a:pt x="4024476" y="569152"/>
                  </a:lnTo>
                  <a:lnTo>
                    <a:pt x="4025950" y="565494"/>
                  </a:lnTo>
                  <a:lnTo>
                    <a:pt x="4027424" y="561134"/>
                  </a:lnTo>
                  <a:lnTo>
                    <a:pt x="4028898" y="556466"/>
                  </a:lnTo>
                  <a:lnTo>
                    <a:pt x="4030373" y="551922"/>
                  </a:lnTo>
                  <a:lnTo>
                    <a:pt x="4031847" y="548258"/>
                  </a:lnTo>
                  <a:lnTo>
                    <a:pt x="4033321" y="543464"/>
                  </a:lnTo>
                  <a:lnTo>
                    <a:pt x="4034795" y="536790"/>
                  </a:lnTo>
                  <a:lnTo>
                    <a:pt x="4036270" y="529876"/>
                  </a:lnTo>
                  <a:lnTo>
                    <a:pt x="4037744" y="521632"/>
                  </a:lnTo>
                  <a:lnTo>
                    <a:pt x="4039218" y="513914"/>
                  </a:lnTo>
                  <a:lnTo>
                    <a:pt x="4040692" y="505712"/>
                  </a:lnTo>
                  <a:lnTo>
                    <a:pt x="4042167" y="497159"/>
                  </a:lnTo>
                  <a:lnTo>
                    <a:pt x="4043641" y="488279"/>
                  </a:lnTo>
                  <a:lnTo>
                    <a:pt x="4045115" y="478369"/>
                  </a:lnTo>
                  <a:lnTo>
                    <a:pt x="4046589" y="467238"/>
                  </a:lnTo>
                  <a:lnTo>
                    <a:pt x="4048064" y="454473"/>
                  </a:lnTo>
                  <a:lnTo>
                    <a:pt x="4049538" y="441752"/>
                  </a:lnTo>
                  <a:lnTo>
                    <a:pt x="4051012" y="428493"/>
                  </a:lnTo>
                  <a:lnTo>
                    <a:pt x="4052486" y="416113"/>
                  </a:lnTo>
                  <a:lnTo>
                    <a:pt x="4053961" y="402125"/>
                  </a:lnTo>
                  <a:lnTo>
                    <a:pt x="4055435" y="387766"/>
                  </a:lnTo>
                  <a:lnTo>
                    <a:pt x="4056909" y="373756"/>
                  </a:lnTo>
                  <a:lnTo>
                    <a:pt x="4058383" y="360631"/>
                  </a:lnTo>
                  <a:lnTo>
                    <a:pt x="4059858" y="347967"/>
                  </a:lnTo>
                  <a:lnTo>
                    <a:pt x="4061332" y="335868"/>
                  </a:lnTo>
                  <a:lnTo>
                    <a:pt x="4062806" y="323429"/>
                  </a:lnTo>
                  <a:lnTo>
                    <a:pt x="4064280" y="310739"/>
                  </a:lnTo>
                  <a:lnTo>
                    <a:pt x="4065755" y="297491"/>
                  </a:lnTo>
                  <a:lnTo>
                    <a:pt x="4067229" y="285297"/>
                  </a:lnTo>
                  <a:lnTo>
                    <a:pt x="4068703" y="273065"/>
                  </a:lnTo>
                  <a:lnTo>
                    <a:pt x="4070177" y="261351"/>
                  </a:lnTo>
                  <a:lnTo>
                    <a:pt x="4071652" y="250610"/>
                  </a:lnTo>
                  <a:lnTo>
                    <a:pt x="4073126" y="240494"/>
                  </a:lnTo>
                  <a:lnTo>
                    <a:pt x="4074600" y="230723"/>
                  </a:lnTo>
                  <a:lnTo>
                    <a:pt x="4076074" y="221556"/>
                  </a:lnTo>
                  <a:lnTo>
                    <a:pt x="4077549" y="212213"/>
                  </a:lnTo>
                  <a:lnTo>
                    <a:pt x="4079023" y="204538"/>
                  </a:lnTo>
                  <a:lnTo>
                    <a:pt x="4080497" y="197303"/>
                  </a:lnTo>
                  <a:lnTo>
                    <a:pt x="4081971" y="190479"/>
                  </a:lnTo>
                  <a:lnTo>
                    <a:pt x="4083446" y="183952"/>
                  </a:lnTo>
                  <a:lnTo>
                    <a:pt x="4084920" y="177653"/>
                  </a:lnTo>
                  <a:lnTo>
                    <a:pt x="4086394" y="171304"/>
                  </a:lnTo>
                  <a:lnTo>
                    <a:pt x="4087868" y="165055"/>
                  </a:lnTo>
                  <a:lnTo>
                    <a:pt x="4089343" y="159723"/>
                  </a:lnTo>
                  <a:lnTo>
                    <a:pt x="4090817" y="154341"/>
                  </a:lnTo>
                  <a:lnTo>
                    <a:pt x="4092291" y="148963"/>
                  </a:lnTo>
                  <a:lnTo>
                    <a:pt x="4093765" y="143613"/>
                  </a:lnTo>
                  <a:lnTo>
                    <a:pt x="4095240" y="138144"/>
                  </a:lnTo>
                  <a:lnTo>
                    <a:pt x="4096714" y="131812"/>
                  </a:lnTo>
                  <a:lnTo>
                    <a:pt x="4098188" y="125835"/>
                  </a:lnTo>
                  <a:lnTo>
                    <a:pt x="4099662" y="121528"/>
                  </a:lnTo>
                  <a:lnTo>
                    <a:pt x="4101137" y="116753"/>
                  </a:lnTo>
                  <a:lnTo>
                    <a:pt x="4102611" y="112447"/>
                  </a:lnTo>
                  <a:lnTo>
                    <a:pt x="4104085" y="108724"/>
                  </a:lnTo>
                  <a:lnTo>
                    <a:pt x="4105559" y="104478"/>
                  </a:lnTo>
                  <a:lnTo>
                    <a:pt x="4107034" y="99373"/>
                  </a:lnTo>
                  <a:lnTo>
                    <a:pt x="4108508" y="95202"/>
                  </a:lnTo>
                  <a:lnTo>
                    <a:pt x="4109982" y="92605"/>
                  </a:lnTo>
                  <a:lnTo>
                    <a:pt x="4111456" y="89042"/>
                  </a:lnTo>
                  <a:lnTo>
                    <a:pt x="4112931" y="86516"/>
                  </a:lnTo>
                  <a:lnTo>
                    <a:pt x="4114405" y="84037"/>
                  </a:lnTo>
                  <a:lnTo>
                    <a:pt x="4115879" y="81472"/>
                  </a:lnTo>
                  <a:lnTo>
                    <a:pt x="4117353" y="79358"/>
                  </a:lnTo>
                  <a:lnTo>
                    <a:pt x="4118828" y="77133"/>
                  </a:lnTo>
                  <a:lnTo>
                    <a:pt x="4120302" y="75540"/>
                  </a:lnTo>
                  <a:lnTo>
                    <a:pt x="4121776" y="73532"/>
                  </a:lnTo>
                  <a:lnTo>
                    <a:pt x="4123250" y="71799"/>
                  </a:lnTo>
                  <a:lnTo>
                    <a:pt x="4124725" y="69913"/>
                  </a:lnTo>
                  <a:lnTo>
                    <a:pt x="4126199" y="67497"/>
                  </a:lnTo>
                  <a:lnTo>
                    <a:pt x="4127673" y="65510"/>
                  </a:lnTo>
                  <a:lnTo>
                    <a:pt x="4129147" y="64021"/>
                  </a:lnTo>
                  <a:lnTo>
                    <a:pt x="4130622" y="62817"/>
                  </a:lnTo>
                  <a:lnTo>
                    <a:pt x="4132096" y="61768"/>
                  </a:lnTo>
                  <a:lnTo>
                    <a:pt x="4133570" y="61732"/>
                  </a:lnTo>
                  <a:lnTo>
                    <a:pt x="4135044" y="61980"/>
                  </a:lnTo>
                  <a:lnTo>
                    <a:pt x="4136519" y="61822"/>
                  </a:lnTo>
                  <a:lnTo>
                    <a:pt x="4137993" y="62106"/>
                  </a:lnTo>
                  <a:lnTo>
                    <a:pt x="4139467" y="62778"/>
                  </a:lnTo>
                  <a:lnTo>
                    <a:pt x="4140941" y="63943"/>
                  </a:lnTo>
                  <a:lnTo>
                    <a:pt x="4142416" y="64610"/>
                  </a:lnTo>
                  <a:lnTo>
                    <a:pt x="4143890" y="65899"/>
                  </a:lnTo>
                  <a:lnTo>
                    <a:pt x="4145364" y="67157"/>
                  </a:lnTo>
                  <a:lnTo>
                    <a:pt x="4146838" y="67430"/>
                  </a:lnTo>
                  <a:lnTo>
                    <a:pt x="4148313" y="67694"/>
                  </a:lnTo>
                  <a:lnTo>
                    <a:pt x="4149787" y="67921"/>
                  </a:lnTo>
                  <a:lnTo>
                    <a:pt x="4151261" y="68012"/>
                  </a:lnTo>
                  <a:lnTo>
                    <a:pt x="4152735" y="67891"/>
                  </a:lnTo>
                  <a:lnTo>
                    <a:pt x="4154210" y="67112"/>
                  </a:lnTo>
                  <a:lnTo>
                    <a:pt x="4155684" y="66026"/>
                  </a:lnTo>
                  <a:lnTo>
                    <a:pt x="4157158" y="64570"/>
                  </a:lnTo>
                  <a:lnTo>
                    <a:pt x="4158632" y="62436"/>
                  </a:lnTo>
                  <a:lnTo>
                    <a:pt x="4160107" y="59521"/>
                  </a:lnTo>
                  <a:lnTo>
                    <a:pt x="4161581" y="56530"/>
                  </a:lnTo>
                  <a:lnTo>
                    <a:pt x="4163055" y="53101"/>
                  </a:lnTo>
                  <a:lnTo>
                    <a:pt x="4164529" y="49539"/>
                  </a:lnTo>
                  <a:lnTo>
                    <a:pt x="4166004" y="45835"/>
                  </a:lnTo>
                  <a:lnTo>
                    <a:pt x="4167478" y="41952"/>
                  </a:lnTo>
                  <a:lnTo>
                    <a:pt x="4168952" y="38036"/>
                  </a:lnTo>
                  <a:lnTo>
                    <a:pt x="4170426" y="34309"/>
                  </a:lnTo>
                  <a:lnTo>
                    <a:pt x="4171901" y="31244"/>
                  </a:lnTo>
                  <a:lnTo>
                    <a:pt x="4173375" y="28208"/>
                  </a:lnTo>
                  <a:lnTo>
                    <a:pt x="4174849" y="25481"/>
                  </a:lnTo>
                  <a:lnTo>
                    <a:pt x="4176323" y="23047"/>
                  </a:lnTo>
                  <a:lnTo>
                    <a:pt x="4177798" y="20684"/>
                  </a:lnTo>
                  <a:lnTo>
                    <a:pt x="4179272" y="16876"/>
                  </a:lnTo>
                  <a:lnTo>
                    <a:pt x="4180746" y="13612"/>
                  </a:lnTo>
                  <a:lnTo>
                    <a:pt x="4182220" y="10829"/>
                  </a:lnTo>
                  <a:lnTo>
                    <a:pt x="4183695" y="8250"/>
                  </a:lnTo>
                  <a:lnTo>
                    <a:pt x="4185169" y="5656"/>
                  </a:lnTo>
                  <a:lnTo>
                    <a:pt x="4186643" y="4070"/>
                  </a:lnTo>
                  <a:lnTo>
                    <a:pt x="4188117" y="2951"/>
                  </a:lnTo>
                  <a:lnTo>
                    <a:pt x="4189591" y="2086"/>
                  </a:lnTo>
                  <a:lnTo>
                    <a:pt x="4191066" y="1089"/>
                  </a:lnTo>
                  <a:lnTo>
                    <a:pt x="4192540" y="444"/>
                  </a:lnTo>
                  <a:lnTo>
                    <a:pt x="4194014" y="0"/>
                  </a:lnTo>
                  <a:lnTo>
                    <a:pt x="4195488" y="180"/>
                  </a:lnTo>
                  <a:lnTo>
                    <a:pt x="4196963" y="1583"/>
                  </a:lnTo>
                  <a:lnTo>
                    <a:pt x="4198437" y="3342"/>
                  </a:lnTo>
                  <a:lnTo>
                    <a:pt x="4199911" y="5986"/>
                  </a:lnTo>
                  <a:lnTo>
                    <a:pt x="4201385" y="10043"/>
                  </a:lnTo>
                  <a:lnTo>
                    <a:pt x="4202860" y="14128"/>
                  </a:lnTo>
                  <a:lnTo>
                    <a:pt x="4204334" y="18191"/>
                  </a:lnTo>
                  <a:lnTo>
                    <a:pt x="4205808" y="22737"/>
                  </a:lnTo>
                  <a:lnTo>
                    <a:pt x="4207282" y="27064"/>
                  </a:lnTo>
                  <a:lnTo>
                    <a:pt x="4208757" y="30497"/>
                  </a:lnTo>
                  <a:lnTo>
                    <a:pt x="4210231" y="32908"/>
                  </a:lnTo>
                  <a:lnTo>
                    <a:pt x="4211705" y="36335"/>
                  </a:lnTo>
                  <a:lnTo>
                    <a:pt x="4213179" y="40751"/>
                  </a:lnTo>
                  <a:lnTo>
                    <a:pt x="4214654" y="45086"/>
                  </a:lnTo>
                  <a:lnTo>
                    <a:pt x="4216128" y="49382"/>
                  </a:lnTo>
                  <a:lnTo>
                    <a:pt x="4217602" y="54019"/>
                  </a:lnTo>
                  <a:lnTo>
                    <a:pt x="4219076" y="58894"/>
                  </a:lnTo>
                  <a:lnTo>
                    <a:pt x="4220551" y="63583"/>
                  </a:lnTo>
                  <a:lnTo>
                    <a:pt x="4222025" y="68875"/>
                  </a:lnTo>
                  <a:lnTo>
                    <a:pt x="4223499" y="73650"/>
                  </a:lnTo>
                  <a:lnTo>
                    <a:pt x="4224973" y="78673"/>
                  </a:lnTo>
                  <a:lnTo>
                    <a:pt x="4226448" y="83843"/>
                  </a:lnTo>
                  <a:lnTo>
                    <a:pt x="4227922" y="89342"/>
                  </a:lnTo>
                  <a:lnTo>
                    <a:pt x="4229396" y="96778"/>
                  </a:lnTo>
                  <a:lnTo>
                    <a:pt x="4230870" y="104916"/>
                  </a:lnTo>
                  <a:lnTo>
                    <a:pt x="4232345" y="113098"/>
                  </a:lnTo>
                  <a:lnTo>
                    <a:pt x="4233819" y="121890"/>
                  </a:lnTo>
                  <a:lnTo>
                    <a:pt x="4235293" y="131333"/>
                  </a:lnTo>
                  <a:lnTo>
                    <a:pt x="4236767" y="140404"/>
                  </a:lnTo>
                  <a:lnTo>
                    <a:pt x="4238242" y="148611"/>
                  </a:lnTo>
                  <a:lnTo>
                    <a:pt x="4239716" y="157112"/>
                  </a:lnTo>
                  <a:lnTo>
                    <a:pt x="4241190" y="165130"/>
                  </a:lnTo>
                  <a:lnTo>
                    <a:pt x="4242664" y="173380"/>
                  </a:lnTo>
                  <a:lnTo>
                    <a:pt x="4244139" y="181677"/>
                  </a:lnTo>
                  <a:lnTo>
                    <a:pt x="4245613" y="189887"/>
                  </a:lnTo>
                  <a:lnTo>
                    <a:pt x="4247087" y="198597"/>
                  </a:lnTo>
                  <a:lnTo>
                    <a:pt x="4248561" y="207970"/>
                  </a:lnTo>
                  <a:lnTo>
                    <a:pt x="4250036" y="216219"/>
                  </a:lnTo>
                  <a:lnTo>
                    <a:pt x="4251510" y="224061"/>
                  </a:lnTo>
                  <a:lnTo>
                    <a:pt x="4252984" y="231440"/>
                  </a:lnTo>
                  <a:lnTo>
                    <a:pt x="4254458" y="239552"/>
                  </a:lnTo>
                  <a:lnTo>
                    <a:pt x="4255933" y="246657"/>
                  </a:lnTo>
                  <a:lnTo>
                    <a:pt x="4257407" y="253032"/>
                  </a:lnTo>
                  <a:lnTo>
                    <a:pt x="4258881" y="259311"/>
                  </a:lnTo>
                  <a:lnTo>
                    <a:pt x="4260355" y="266171"/>
                  </a:lnTo>
                  <a:lnTo>
                    <a:pt x="4261830" y="273483"/>
                  </a:lnTo>
                  <a:lnTo>
                    <a:pt x="4263304" y="279946"/>
                  </a:lnTo>
                  <a:lnTo>
                    <a:pt x="4264778" y="286661"/>
                  </a:lnTo>
                  <a:lnTo>
                    <a:pt x="4266252" y="294157"/>
                  </a:lnTo>
                  <a:lnTo>
                    <a:pt x="4267727" y="302628"/>
                  </a:lnTo>
                  <a:lnTo>
                    <a:pt x="4269201" y="310285"/>
                  </a:lnTo>
                  <a:lnTo>
                    <a:pt x="4270675" y="316930"/>
                  </a:lnTo>
                  <a:lnTo>
                    <a:pt x="4272149" y="322420"/>
                  </a:lnTo>
                  <a:lnTo>
                    <a:pt x="4273624" y="327919"/>
                  </a:lnTo>
                  <a:lnTo>
                    <a:pt x="4275098" y="332903"/>
                  </a:lnTo>
                  <a:lnTo>
                    <a:pt x="4276572" y="336970"/>
                  </a:lnTo>
                  <a:lnTo>
                    <a:pt x="4278046" y="341612"/>
                  </a:lnTo>
                  <a:lnTo>
                    <a:pt x="4279521" y="346883"/>
                  </a:lnTo>
                  <a:lnTo>
                    <a:pt x="4280995" y="351900"/>
                  </a:lnTo>
                  <a:lnTo>
                    <a:pt x="4282469" y="357266"/>
                  </a:lnTo>
                  <a:lnTo>
                    <a:pt x="4283943" y="362916"/>
                  </a:lnTo>
                  <a:lnTo>
                    <a:pt x="4285418" y="367601"/>
                  </a:lnTo>
                  <a:lnTo>
                    <a:pt x="4286892" y="372173"/>
                  </a:lnTo>
                  <a:lnTo>
                    <a:pt x="4288366" y="375818"/>
                  </a:lnTo>
                  <a:lnTo>
                    <a:pt x="4289840" y="379371"/>
                  </a:lnTo>
                  <a:lnTo>
                    <a:pt x="4291315" y="383136"/>
                  </a:lnTo>
                  <a:lnTo>
                    <a:pt x="4292789" y="387265"/>
                  </a:lnTo>
                  <a:lnTo>
                    <a:pt x="4294263" y="391606"/>
                  </a:lnTo>
                  <a:lnTo>
                    <a:pt x="4295737" y="396598"/>
                  </a:lnTo>
                  <a:lnTo>
                    <a:pt x="4297212" y="400808"/>
                  </a:lnTo>
                  <a:lnTo>
                    <a:pt x="4298686" y="406337"/>
                  </a:lnTo>
                  <a:lnTo>
                    <a:pt x="4300160" y="411587"/>
                  </a:lnTo>
                  <a:lnTo>
                    <a:pt x="4301634" y="416807"/>
                  </a:lnTo>
                  <a:lnTo>
                    <a:pt x="4303109" y="421423"/>
                  </a:lnTo>
                  <a:lnTo>
                    <a:pt x="4304583" y="423535"/>
                  </a:lnTo>
                  <a:lnTo>
                    <a:pt x="4306057" y="425061"/>
                  </a:lnTo>
                  <a:lnTo>
                    <a:pt x="4307531" y="426994"/>
                  </a:lnTo>
                  <a:lnTo>
                    <a:pt x="4309006" y="428856"/>
                  </a:lnTo>
                  <a:lnTo>
                    <a:pt x="4310480" y="430269"/>
                  </a:lnTo>
                  <a:lnTo>
                    <a:pt x="4311954" y="431489"/>
                  </a:lnTo>
                  <a:lnTo>
                    <a:pt x="4313428" y="432763"/>
                  </a:lnTo>
                  <a:lnTo>
                    <a:pt x="4314903" y="432920"/>
                  </a:lnTo>
                  <a:lnTo>
                    <a:pt x="4316377" y="432618"/>
                  </a:lnTo>
                  <a:lnTo>
                    <a:pt x="4317851" y="431688"/>
                  </a:lnTo>
                  <a:lnTo>
                    <a:pt x="4319325" y="431270"/>
                  </a:lnTo>
                  <a:lnTo>
                    <a:pt x="4320800" y="429881"/>
                  </a:lnTo>
                  <a:lnTo>
                    <a:pt x="4322274" y="427862"/>
                  </a:lnTo>
                  <a:lnTo>
                    <a:pt x="4323748" y="425446"/>
                  </a:lnTo>
                  <a:lnTo>
                    <a:pt x="4325222" y="423702"/>
                  </a:lnTo>
                  <a:lnTo>
                    <a:pt x="4326697" y="422404"/>
                  </a:lnTo>
                  <a:lnTo>
                    <a:pt x="4328171" y="420826"/>
                  </a:lnTo>
                  <a:lnTo>
                    <a:pt x="4329645" y="418969"/>
                  </a:lnTo>
                  <a:lnTo>
                    <a:pt x="4331119" y="416968"/>
                  </a:lnTo>
                  <a:lnTo>
                    <a:pt x="4332594" y="415893"/>
                  </a:lnTo>
                  <a:lnTo>
                    <a:pt x="4334068" y="414736"/>
                  </a:lnTo>
                  <a:lnTo>
                    <a:pt x="4335542" y="412576"/>
                  </a:lnTo>
                  <a:lnTo>
                    <a:pt x="4337016" y="409815"/>
                  </a:lnTo>
                  <a:lnTo>
                    <a:pt x="4338491" y="407558"/>
                  </a:lnTo>
                  <a:lnTo>
                    <a:pt x="4339965" y="404512"/>
                  </a:lnTo>
                  <a:lnTo>
                    <a:pt x="4341439" y="400918"/>
                  </a:lnTo>
                  <a:lnTo>
                    <a:pt x="4342913" y="396276"/>
                  </a:lnTo>
                  <a:lnTo>
                    <a:pt x="4344388" y="392133"/>
                  </a:lnTo>
                  <a:lnTo>
                    <a:pt x="4345862" y="388367"/>
                  </a:lnTo>
                  <a:lnTo>
                    <a:pt x="4347336" y="384808"/>
                  </a:lnTo>
                  <a:lnTo>
                    <a:pt x="4348810" y="380896"/>
                  </a:lnTo>
                  <a:lnTo>
                    <a:pt x="4350285" y="377656"/>
                  </a:lnTo>
                  <a:lnTo>
                    <a:pt x="4351759" y="374416"/>
                  </a:lnTo>
                  <a:lnTo>
                    <a:pt x="4353233" y="371332"/>
                  </a:lnTo>
                  <a:lnTo>
                    <a:pt x="4354707" y="368292"/>
                  </a:lnTo>
                  <a:lnTo>
                    <a:pt x="4356182" y="365357"/>
                  </a:lnTo>
                  <a:lnTo>
                    <a:pt x="4357656" y="362969"/>
                  </a:lnTo>
                  <a:lnTo>
                    <a:pt x="4359130" y="361532"/>
                  </a:lnTo>
                  <a:lnTo>
                    <a:pt x="4360604" y="362177"/>
                  </a:lnTo>
                  <a:lnTo>
                    <a:pt x="4362079" y="362886"/>
                  </a:lnTo>
                  <a:lnTo>
                    <a:pt x="4363553" y="363821"/>
                  </a:lnTo>
                  <a:lnTo>
                    <a:pt x="4365027" y="365310"/>
                  </a:lnTo>
                  <a:lnTo>
                    <a:pt x="4366501" y="366728"/>
                  </a:lnTo>
                  <a:lnTo>
                    <a:pt x="4367976" y="367305"/>
                  </a:lnTo>
                  <a:lnTo>
                    <a:pt x="4369450" y="366984"/>
                  </a:lnTo>
                  <a:lnTo>
                    <a:pt x="4370924" y="366035"/>
                  </a:lnTo>
                  <a:lnTo>
                    <a:pt x="4372398" y="364237"/>
                  </a:lnTo>
                  <a:lnTo>
                    <a:pt x="4373873" y="360350"/>
                  </a:lnTo>
                  <a:lnTo>
                    <a:pt x="4375347" y="356229"/>
                  </a:lnTo>
                  <a:lnTo>
                    <a:pt x="4376821" y="351192"/>
                  </a:lnTo>
                  <a:lnTo>
                    <a:pt x="4378295" y="346505"/>
                  </a:lnTo>
                  <a:lnTo>
                    <a:pt x="4379769" y="341754"/>
                  </a:lnTo>
                  <a:lnTo>
                    <a:pt x="4381244" y="336288"/>
                  </a:lnTo>
                  <a:lnTo>
                    <a:pt x="4382718" y="329988"/>
                  </a:lnTo>
                  <a:lnTo>
                    <a:pt x="4384192" y="323121"/>
                  </a:lnTo>
                  <a:lnTo>
                    <a:pt x="4385666" y="315936"/>
                  </a:lnTo>
                  <a:lnTo>
                    <a:pt x="4387141" y="309690"/>
                  </a:lnTo>
                  <a:lnTo>
                    <a:pt x="4388615" y="303771"/>
                  </a:lnTo>
                  <a:lnTo>
                    <a:pt x="4390089" y="298477"/>
                  </a:lnTo>
                  <a:lnTo>
                    <a:pt x="4391563" y="293734"/>
                  </a:lnTo>
                  <a:lnTo>
                    <a:pt x="4393038" y="289193"/>
                  </a:lnTo>
                  <a:lnTo>
                    <a:pt x="4394512" y="285038"/>
                  </a:lnTo>
                  <a:lnTo>
                    <a:pt x="4395986" y="283171"/>
                  </a:lnTo>
                  <a:lnTo>
                    <a:pt x="4397460" y="282737"/>
                  </a:lnTo>
                  <a:lnTo>
                    <a:pt x="4398935" y="283418"/>
                  </a:lnTo>
                  <a:lnTo>
                    <a:pt x="4400409" y="284048"/>
                  </a:lnTo>
                  <a:lnTo>
                    <a:pt x="4401883" y="285727"/>
                  </a:lnTo>
                  <a:lnTo>
                    <a:pt x="4403357" y="288919"/>
                  </a:lnTo>
                  <a:lnTo>
                    <a:pt x="4404832" y="292245"/>
                  </a:lnTo>
                  <a:lnTo>
                    <a:pt x="4406306" y="297041"/>
                  </a:lnTo>
                  <a:lnTo>
                    <a:pt x="4407780" y="301063"/>
                  </a:lnTo>
                  <a:lnTo>
                    <a:pt x="4409254" y="304997"/>
                  </a:lnTo>
                  <a:lnTo>
                    <a:pt x="4410729" y="309614"/>
                  </a:lnTo>
                  <a:lnTo>
                    <a:pt x="4412203" y="315230"/>
                  </a:lnTo>
                  <a:lnTo>
                    <a:pt x="4413677" y="322101"/>
                  </a:lnTo>
                  <a:lnTo>
                    <a:pt x="4415151" y="330412"/>
                  </a:lnTo>
                  <a:lnTo>
                    <a:pt x="4416626" y="337906"/>
                  </a:lnTo>
                  <a:lnTo>
                    <a:pt x="4418100" y="344568"/>
                  </a:lnTo>
                  <a:lnTo>
                    <a:pt x="4419574" y="350419"/>
                  </a:lnTo>
                  <a:lnTo>
                    <a:pt x="4421048" y="355739"/>
                  </a:lnTo>
                  <a:lnTo>
                    <a:pt x="4422523" y="360658"/>
                  </a:lnTo>
                  <a:lnTo>
                    <a:pt x="4423997" y="365539"/>
                  </a:lnTo>
                  <a:lnTo>
                    <a:pt x="4425471" y="370023"/>
                  </a:lnTo>
                  <a:lnTo>
                    <a:pt x="4426945" y="374929"/>
                  </a:lnTo>
                  <a:lnTo>
                    <a:pt x="4428420" y="378618"/>
                  </a:lnTo>
                  <a:lnTo>
                    <a:pt x="4429894" y="381776"/>
                  </a:lnTo>
                  <a:lnTo>
                    <a:pt x="4431368" y="384132"/>
                  </a:lnTo>
                  <a:lnTo>
                    <a:pt x="4432842" y="384986"/>
                  </a:lnTo>
                  <a:lnTo>
                    <a:pt x="4434317" y="384428"/>
                  </a:lnTo>
                  <a:lnTo>
                    <a:pt x="4435791" y="382909"/>
                  </a:lnTo>
                  <a:lnTo>
                    <a:pt x="4437265" y="380052"/>
                  </a:lnTo>
                  <a:lnTo>
                    <a:pt x="4438739" y="377432"/>
                  </a:lnTo>
                  <a:lnTo>
                    <a:pt x="4440214" y="374231"/>
                  </a:lnTo>
                  <a:lnTo>
                    <a:pt x="4441688" y="370357"/>
                  </a:lnTo>
                  <a:lnTo>
                    <a:pt x="4443162" y="365714"/>
                  </a:lnTo>
                  <a:lnTo>
                    <a:pt x="4444636" y="360829"/>
                  </a:lnTo>
                  <a:lnTo>
                    <a:pt x="4446111" y="354545"/>
                  </a:lnTo>
                  <a:lnTo>
                    <a:pt x="4447585" y="349275"/>
                  </a:lnTo>
                  <a:lnTo>
                    <a:pt x="4449059" y="344062"/>
                  </a:lnTo>
                  <a:lnTo>
                    <a:pt x="4450533" y="339102"/>
                  </a:lnTo>
                  <a:lnTo>
                    <a:pt x="4452008" y="334733"/>
                  </a:lnTo>
                  <a:lnTo>
                    <a:pt x="4453482" y="330332"/>
                  </a:lnTo>
                  <a:lnTo>
                    <a:pt x="4454956" y="326162"/>
                  </a:lnTo>
                  <a:lnTo>
                    <a:pt x="4456430" y="322663"/>
                  </a:lnTo>
                  <a:lnTo>
                    <a:pt x="4457905" y="319563"/>
                  </a:lnTo>
                  <a:lnTo>
                    <a:pt x="4459379" y="317691"/>
                  </a:lnTo>
                  <a:lnTo>
                    <a:pt x="4460853" y="315456"/>
                  </a:lnTo>
                  <a:lnTo>
                    <a:pt x="4462327" y="312600"/>
                  </a:lnTo>
                  <a:lnTo>
                    <a:pt x="4463802" y="309830"/>
                  </a:lnTo>
                  <a:lnTo>
                    <a:pt x="4465276" y="307071"/>
                  </a:lnTo>
                  <a:lnTo>
                    <a:pt x="4466750" y="305156"/>
                  </a:lnTo>
                  <a:lnTo>
                    <a:pt x="4468224" y="304286"/>
                  </a:lnTo>
                  <a:lnTo>
                    <a:pt x="4469699" y="302894"/>
                  </a:lnTo>
                  <a:lnTo>
                    <a:pt x="4471173" y="300660"/>
                  </a:lnTo>
                  <a:lnTo>
                    <a:pt x="4472647" y="296563"/>
                  </a:lnTo>
                  <a:lnTo>
                    <a:pt x="4474121" y="291808"/>
                  </a:lnTo>
                  <a:lnTo>
                    <a:pt x="4475596" y="287361"/>
                  </a:lnTo>
                  <a:lnTo>
                    <a:pt x="4477070" y="281984"/>
                  </a:lnTo>
                  <a:lnTo>
                    <a:pt x="4478544" y="275418"/>
                  </a:lnTo>
                  <a:lnTo>
                    <a:pt x="4480018" y="268736"/>
                  </a:lnTo>
                  <a:lnTo>
                    <a:pt x="4481493" y="260948"/>
                  </a:lnTo>
                  <a:lnTo>
                    <a:pt x="4482967" y="254313"/>
                  </a:lnTo>
                  <a:lnTo>
                    <a:pt x="4484441" y="248170"/>
                  </a:lnTo>
                  <a:lnTo>
                    <a:pt x="4485915" y="241964"/>
                  </a:lnTo>
                  <a:lnTo>
                    <a:pt x="4487390" y="235698"/>
                  </a:lnTo>
                  <a:lnTo>
                    <a:pt x="4488864" y="228392"/>
                  </a:lnTo>
                  <a:lnTo>
                    <a:pt x="4490338" y="220073"/>
                  </a:lnTo>
                  <a:lnTo>
                    <a:pt x="4491812" y="212663"/>
                  </a:lnTo>
                  <a:lnTo>
                    <a:pt x="4493287" y="205644"/>
                  </a:lnTo>
                  <a:lnTo>
                    <a:pt x="4494761" y="199531"/>
                  </a:lnTo>
                  <a:lnTo>
                    <a:pt x="4496235" y="194744"/>
                  </a:lnTo>
                  <a:lnTo>
                    <a:pt x="4497709" y="190725"/>
                  </a:lnTo>
                  <a:lnTo>
                    <a:pt x="4499184" y="187825"/>
                  </a:lnTo>
                  <a:lnTo>
                    <a:pt x="4500658" y="185639"/>
                  </a:lnTo>
                  <a:lnTo>
                    <a:pt x="4502132" y="182872"/>
                  </a:lnTo>
                  <a:lnTo>
                    <a:pt x="4503606" y="180974"/>
                  </a:lnTo>
                  <a:lnTo>
                    <a:pt x="4505081" y="179042"/>
                  </a:lnTo>
                  <a:lnTo>
                    <a:pt x="4506555" y="176984"/>
                  </a:lnTo>
                  <a:lnTo>
                    <a:pt x="4508029" y="175685"/>
                  </a:lnTo>
                  <a:lnTo>
                    <a:pt x="4509503" y="174373"/>
                  </a:lnTo>
                  <a:lnTo>
                    <a:pt x="4510978" y="173458"/>
                  </a:lnTo>
                  <a:lnTo>
                    <a:pt x="4512452" y="172827"/>
                  </a:lnTo>
                  <a:lnTo>
                    <a:pt x="4513926" y="171605"/>
                  </a:lnTo>
                  <a:lnTo>
                    <a:pt x="4515400" y="171485"/>
                  </a:lnTo>
                  <a:lnTo>
                    <a:pt x="4516875" y="172034"/>
                  </a:lnTo>
                  <a:lnTo>
                    <a:pt x="4518349" y="173145"/>
                  </a:lnTo>
                  <a:lnTo>
                    <a:pt x="4519823" y="175263"/>
                  </a:lnTo>
                  <a:lnTo>
                    <a:pt x="4521297" y="178592"/>
                  </a:lnTo>
                  <a:lnTo>
                    <a:pt x="4522772" y="183204"/>
                  </a:lnTo>
                  <a:lnTo>
                    <a:pt x="4524246" y="190317"/>
                  </a:lnTo>
                  <a:lnTo>
                    <a:pt x="4525720" y="197779"/>
                  </a:lnTo>
                  <a:lnTo>
                    <a:pt x="4527194" y="206148"/>
                  </a:lnTo>
                  <a:lnTo>
                    <a:pt x="4528669" y="215776"/>
                  </a:lnTo>
                  <a:lnTo>
                    <a:pt x="4530143" y="226687"/>
                  </a:lnTo>
                  <a:lnTo>
                    <a:pt x="4531617" y="239235"/>
                  </a:lnTo>
                  <a:lnTo>
                    <a:pt x="4533091" y="252402"/>
                  </a:lnTo>
                  <a:lnTo>
                    <a:pt x="4534566" y="266077"/>
                  </a:lnTo>
                  <a:lnTo>
                    <a:pt x="4536040" y="281872"/>
                  </a:lnTo>
                  <a:lnTo>
                    <a:pt x="4537514" y="298160"/>
                  </a:lnTo>
                  <a:lnTo>
                    <a:pt x="4538988" y="315478"/>
                  </a:lnTo>
                  <a:lnTo>
                    <a:pt x="4540463" y="332121"/>
                  </a:lnTo>
                  <a:lnTo>
                    <a:pt x="4541937" y="346940"/>
                  </a:lnTo>
                  <a:lnTo>
                    <a:pt x="4543411" y="361454"/>
                  </a:lnTo>
                  <a:lnTo>
                    <a:pt x="4544885" y="375311"/>
                  </a:lnTo>
                  <a:lnTo>
                    <a:pt x="4546360" y="387335"/>
                  </a:lnTo>
                  <a:lnTo>
                    <a:pt x="4547834" y="399047"/>
                  </a:lnTo>
                  <a:lnTo>
                    <a:pt x="4549308" y="409409"/>
                  </a:lnTo>
                  <a:lnTo>
                    <a:pt x="4550782" y="419123"/>
                  </a:lnTo>
                  <a:lnTo>
                    <a:pt x="4552257" y="427870"/>
                  </a:lnTo>
                  <a:lnTo>
                    <a:pt x="4553731" y="435928"/>
                  </a:lnTo>
                  <a:lnTo>
                    <a:pt x="4555205" y="443268"/>
                  </a:lnTo>
                  <a:lnTo>
                    <a:pt x="4556679" y="450766"/>
                  </a:lnTo>
                  <a:lnTo>
                    <a:pt x="4558154" y="456751"/>
                  </a:lnTo>
                  <a:lnTo>
                    <a:pt x="4559628" y="462774"/>
                  </a:lnTo>
                  <a:lnTo>
                    <a:pt x="4561102" y="468417"/>
                  </a:lnTo>
                  <a:lnTo>
                    <a:pt x="4562576" y="472876"/>
                  </a:lnTo>
                  <a:lnTo>
                    <a:pt x="4564051" y="475983"/>
                  </a:lnTo>
                  <a:lnTo>
                    <a:pt x="4565525" y="477632"/>
                  </a:lnTo>
                  <a:lnTo>
                    <a:pt x="4566999" y="479685"/>
                  </a:lnTo>
                  <a:lnTo>
                    <a:pt x="4568473" y="481783"/>
                  </a:lnTo>
                  <a:lnTo>
                    <a:pt x="4569948" y="484298"/>
                  </a:lnTo>
                  <a:lnTo>
                    <a:pt x="4571422" y="485717"/>
                  </a:lnTo>
                  <a:lnTo>
                    <a:pt x="4572896" y="487460"/>
                  </a:lnTo>
                  <a:lnTo>
                    <a:pt x="4574370" y="488969"/>
                  </a:lnTo>
                  <a:lnTo>
                    <a:pt x="4575844" y="490376"/>
                  </a:lnTo>
                  <a:lnTo>
                    <a:pt x="4577319" y="492911"/>
                  </a:lnTo>
                  <a:lnTo>
                    <a:pt x="4578793" y="494458"/>
                  </a:lnTo>
                  <a:lnTo>
                    <a:pt x="4580267" y="496179"/>
                  </a:lnTo>
                  <a:lnTo>
                    <a:pt x="4581741" y="498845"/>
                  </a:lnTo>
                  <a:lnTo>
                    <a:pt x="4583216" y="501352"/>
                  </a:lnTo>
                  <a:lnTo>
                    <a:pt x="4584690" y="504266"/>
                  </a:lnTo>
                  <a:lnTo>
                    <a:pt x="4586164" y="507061"/>
                  </a:lnTo>
                  <a:lnTo>
                    <a:pt x="4587638" y="510618"/>
                  </a:lnTo>
                  <a:lnTo>
                    <a:pt x="4589113" y="514651"/>
                  </a:lnTo>
                  <a:lnTo>
                    <a:pt x="4590587" y="518178"/>
                  </a:lnTo>
                  <a:lnTo>
                    <a:pt x="4592061" y="521931"/>
                  </a:lnTo>
                  <a:lnTo>
                    <a:pt x="4593535" y="526312"/>
                  </a:lnTo>
                  <a:lnTo>
                    <a:pt x="4595010" y="530738"/>
                  </a:lnTo>
                  <a:lnTo>
                    <a:pt x="4596484" y="536070"/>
                  </a:lnTo>
                  <a:lnTo>
                    <a:pt x="4597958" y="541382"/>
                  </a:lnTo>
                  <a:lnTo>
                    <a:pt x="4599432" y="545731"/>
                  </a:lnTo>
                  <a:lnTo>
                    <a:pt x="4600907" y="550136"/>
                  </a:lnTo>
                  <a:lnTo>
                    <a:pt x="4602381" y="554293"/>
                  </a:lnTo>
                  <a:lnTo>
                    <a:pt x="4603855" y="557868"/>
                  </a:lnTo>
                  <a:lnTo>
                    <a:pt x="4605329" y="560096"/>
                  </a:lnTo>
                  <a:lnTo>
                    <a:pt x="4606804" y="560786"/>
                  </a:lnTo>
                  <a:lnTo>
                    <a:pt x="4608278" y="559201"/>
                  </a:lnTo>
                  <a:lnTo>
                    <a:pt x="4609752" y="557247"/>
                  </a:lnTo>
                  <a:lnTo>
                    <a:pt x="4611226" y="554476"/>
                  </a:lnTo>
                  <a:lnTo>
                    <a:pt x="4612701" y="551374"/>
                  </a:lnTo>
                  <a:lnTo>
                    <a:pt x="4614175" y="547203"/>
                  </a:lnTo>
                  <a:lnTo>
                    <a:pt x="4615649" y="544369"/>
                  </a:lnTo>
                  <a:lnTo>
                    <a:pt x="4617123" y="542275"/>
                  </a:lnTo>
                  <a:lnTo>
                    <a:pt x="4618598" y="540000"/>
                  </a:lnTo>
                  <a:lnTo>
                    <a:pt x="4620072" y="538484"/>
                  </a:lnTo>
                  <a:lnTo>
                    <a:pt x="4621546" y="539806"/>
                  </a:lnTo>
                  <a:lnTo>
                    <a:pt x="4623020" y="543589"/>
                  </a:lnTo>
                  <a:lnTo>
                    <a:pt x="4624495" y="547989"/>
                  </a:lnTo>
                  <a:lnTo>
                    <a:pt x="4625969" y="552774"/>
                  </a:lnTo>
                  <a:lnTo>
                    <a:pt x="4627443" y="560275"/>
                  </a:lnTo>
                  <a:lnTo>
                    <a:pt x="4628917" y="568867"/>
                  </a:lnTo>
                  <a:lnTo>
                    <a:pt x="4630392" y="580750"/>
                  </a:lnTo>
                  <a:lnTo>
                    <a:pt x="4631866" y="593905"/>
                  </a:lnTo>
                  <a:lnTo>
                    <a:pt x="4633340" y="607540"/>
                  </a:lnTo>
                  <a:lnTo>
                    <a:pt x="4634814" y="622194"/>
                  </a:lnTo>
                  <a:lnTo>
                    <a:pt x="4636289" y="637878"/>
                  </a:lnTo>
                  <a:lnTo>
                    <a:pt x="4637763" y="654337"/>
                  </a:lnTo>
                  <a:lnTo>
                    <a:pt x="4639237" y="673631"/>
                  </a:lnTo>
                  <a:lnTo>
                    <a:pt x="4640711" y="697508"/>
                  </a:lnTo>
                  <a:lnTo>
                    <a:pt x="4642186" y="724337"/>
                  </a:lnTo>
                  <a:lnTo>
                    <a:pt x="4643660" y="751320"/>
                  </a:lnTo>
                  <a:lnTo>
                    <a:pt x="4645134" y="777644"/>
                  </a:lnTo>
                  <a:lnTo>
                    <a:pt x="4646608" y="804305"/>
                  </a:lnTo>
                  <a:lnTo>
                    <a:pt x="4648083" y="831202"/>
                  </a:lnTo>
                  <a:lnTo>
                    <a:pt x="4649557" y="858150"/>
                  </a:lnTo>
                  <a:lnTo>
                    <a:pt x="4651031" y="884430"/>
                  </a:lnTo>
                  <a:lnTo>
                    <a:pt x="4652505" y="910322"/>
                  </a:lnTo>
                  <a:lnTo>
                    <a:pt x="4653980" y="937165"/>
                  </a:lnTo>
                  <a:lnTo>
                    <a:pt x="4655454" y="963932"/>
                  </a:lnTo>
                  <a:lnTo>
                    <a:pt x="4656928" y="990340"/>
                  </a:lnTo>
                  <a:lnTo>
                    <a:pt x="4658402" y="1016810"/>
                  </a:lnTo>
                  <a:lnTo>
                    <a:pt x="4659877" y="1043192"/>
                  </a:lnTo>
                  <a:lnTo>
                    <a:pt x="4661351" y="1069788"/>
                  </a:lnTo>
                  <a:lnTo>
                    <a:pt x="4662825" y="1096260"/>
                  </a:lnTo>
                  <a:lnTo>
                    <a:pt x="4664299" y="1118662"/>
                  </a:lnTo>
                  <a:lnTo>
                    <a:pt x="4665774" y="1138032"/>
                  </a:lnTo>
                  <a:lnTo>
                    <a:pt x="4667248" y="1153244"/>
                  </a:lnTo>
                  <a:lnTo>
                    <a:pt x="4668722" y="1165859"/>
                  </a:lnTo>
                  <a:lnTo>
                    <a:pt x="4670196" y="1175835"/>
                  </a:lnTo>
                  <a:lnTo>
                    <a:pt x="4671671" y="1184433"/>
                  </a:lnTo>
                  <a:lnTo>
                    <a:pt x="4673145" y="1191053"/>
                  </a:lnTo>
                  <a:lnTo>
                    <a:pt x="4674619" y="1195886"/>
                  </a:lnTo>
                  <a:lnTo>
                    <a:pt x="4676093" y="1199717"/>
                  </a:lnTo>
                  <a:lnTo>
                    <a:pt x="4677568" y="1202746"/>
                  </a:lnTo>
                  <a:lnTo>
                    <a:pt x="4679042" y="1205797"/>
                  </a:lnTo>
                  <a:lnTo>
                    <a:pt x="4680516" y="1208531"/>
                  </a:lnTo>
                  <a:lnTo>
                    <a:pt x="4681990" y="1211193"/>
                  </a:lnTo>
                  <a:lnTo>
                    <a:pt x="4683465" y="1214767"/>
                  </a:lnTo>
                  <a:lnTo>
                    <a:pt x="4684939" y="1216519"/>
                  </a:lnTo>
                  <a:lnTo>
                    <a:pt x="4686413" y="1217682"/>
                  </a:lnTo>
                  <a:lnTo>
                    <a:pt x="4687887" y="1218474"/>
                  </a:lnTo>
                  <a:lnTo>
                    <a:pt x="4689362" y="1220786"/>
                  </a:lnTo>
                  <a:lnTo>
                    <a:pt x="4690836" y="1223663"/>
                  </a:lnTo>
                  <a:lnTo>
                    <a:pt x="4692310" y="1228148"/>
                  </a:lnTo>
                  <a:lnTo>
                    <a:pt x="4693784" y="1233168"/>
                  </a:lnTo>
                  <a:lnTo>
                    <a:pt x="4695259" y="1238143"/>
                  </a:lnTo>
                  <a:lnTo>
                    <a:pt x="4696733" y="1242146"/>
                  </a:lnTo>
                  <a:lnTo>
                    <a:pt x="4698207" y="1245196"/>
                  </a:lnTo>
                  <a:lnTo>
                    <a:pt x="4699681" y="1248011"/>
                  </a:lnTo>
                  <a:lnTo>
                    <a:pt x="4701156" y="1249889"/>
                  </a:lnTo>
                  <a:lnTo>
                    <a:pt x="4702630" y="1249955"/>
                  </a:lnTo>
                  <a:lnTo>
                    <a:pt x="4704104" y="1250199"/>
                  </a:lnTo>
                  <a:lnTo>
                    <a:pt x="4705578" y="1249220"/>
                  </a:lnTo>
                  <a:lnTo>
                    <a:pt x="4707053" y="1248369"/>
                  </a:lnTo>
                  <a:lnTo>
                    <a:pt x="4708527" y="1247727"/>
                  </a:lnTo>
                  <a:lnTo>
                    <a:pt x="4710001" y="1246356"/>
                  </a:lnTo>
                  <a:lnTo>
                    <a:pt x="4711475" y="1242627"/>
                  </a:lnTo>
                  <a:lnTo>
                    <a:pt x="4712950" y="1237735"/>
                  </a:lnTo>
                  <a:lnTo>
                    <a:pt x="4714424" y="1231299"/>
                  </a:lnTo>
                  <a:lnTo>
                    <a:pt x="4715898" y="1220610"/>
                  </a:lnTo>
                  <a:lnTo>
                    <a:pt x="4717372" y="1206508"/>
                  </a:lnTo>
                  <a:lnTo>
                    <a:pt x="4718847" y="1192833"/>
                  </a:lnTo>
                  <a:lnTo>
                    <a:pt x="4720321" y="1178054"/>
                  </a:lnTo>
                  <a:lnTo>
                    <a:pt x="4721795" y="1163381"/>
                  </a:lnTo>
                  <a:lnTo>
                    <a:pt x="4723269" y="1148019"/>
                  </a:lnTo>
                  <a:lnTo>
                    <a:pt x="4724744" y="1132158"/>
                  </a:lnTo>
                  <a:lnTo>
                    <a:pt x="4726218" y="1116081"/>
                  </a:lnTo>
                  <a:lnTo>
                    <a:pt x="4727692" y="1099742"/>
                  </a:lnTo>
                  <a:lnTo>
                    <a:pt x="4729166" y="1083459"/>
                  </a:lnTo>
                  <a:lnTo>
                    <a:pt x="4730641" y="1068423"/>
                  </a:lnTo>
                  <a:lnTo>
                    <a:pt x="4732115" y="1052324"/>
                  </a:lnTo>
                  <a:lnTo>
                    <a:pt x="4733589" y="1037705"/>
                  </a:lnTo>
                  <a:lnTo>
                    <a:pt x="4735063" y="1023829"/>
                  </a:lnTo>
                  <a:lnTo>
                    <a:pt x="4736538" y="1008465"/>
                  </a:lnTo>
                  <a:lnTo>
                    <a:pt x="4738012" y="992783"/>
                  </a:lnTo>
                  <a:lnTo>
                    <a:pt x="4739486" y="981140"/>
                  </a:lnTo>
                  <a:lnTo>
                    <a:pt x="4740960" y="972345"/>
                  </a:lnTo>
                  <a:lnTo>
                    <a:pt x="4742435" y="968742"/>
                  </a:lnTo>
                  <a:lnTo>
                    <a:pt x="4743909" y="968317"/>
                  </a:lnTo>
                  <a:lnTo>
                    <a:pt x="4745383" y="970094"/>
                  </a:lnTo>
                  <a:lnTo>
                    <a:pt x="4746857" y="972464"/>
                  </a:lnTo>
                  <a:lnTo>
                    <a:pt x="4748332" y="976089"/>
                  </a:lnTo>
                  <a:lnTo>
                    <a:pt x="4749806" y="979704"/>
                  </a:lnTo>
                  <a:lnTo>
                    <a:pt x="4751280" y="983917"/>
                  </a:lnTo>
                  <a:lnTo>
                    <a:pt x="4752754" y="988509"/>
                  </a:lnTo>
                  <a:lnTo>
                    <a:pt x="4754229" y="994063"/>
                  </a:lnTo>
                  <a:lnTo>
                    <a:pt x="4755703" y="999432"/>
                  </a:lnTo>
                  <a:lnTo>
                    <a:pt x="4757177" y="1004572"/>
                  </a:lnTo>
                  <a:lnTo>
                    <a:pt x="4758651" y="1012205"/>
                  </a:lnTo>
                  <a:lnTo>
                    <a:pt x="4760126" y="1022108"/>
                  </a:lnTo>
                  <a:lnTo>
                    <a:pt x="4761600" y="1031171"/>
                  </a:lnTo>
                  <a:lnTo>
                    <a:pt x="4763074" y="1041229"/>
                  </a:lnTo>
                  <a:lnTo>
                    <a:pt x="4764548" y="1049849"/>
                  </a:lnTo>
                  <a:lnTo>
                    <a:pt x="4766023" y="1057538"/>
                  </a:lnTo>
                  <a:lnTo>
                    <a:pt x="4767497" y="1063491"/>
                  </a:lnTo>
                  <a:lnTo>
                    <a:pt x="4768971" y="1069027"/>
                  </a:lnTo>
                  <a:lnTo>
                    <a:pt x="4770445" y="1074701"/>
                  </a:lnTo>
                  <a:lnTo>
                    <a:pt x="4771919" y="1080865"/>
                  </a:lnTo>
                  <a:lnTo>
                    <a:pt x="4773394" y="1086639"/>
                  </a:lnTo>
                  <a:lnTo>
                    <a:pt x="4774868" y="1093215"/>
                  </a:lnTo>
                  <a:lnTo>
                    <a:pt x="4776342" y="1100793"/>
                  </a:lnTo>
                  <a:lnTo>
                    <a:pt x="4777816" y="1109787"/>
                  </a:lnTo>
                  <a:lnTo>
                    <a:pt x="4779291" y="1118726"/>
                  </a:lnTo>
                  <a:lnTo>
                    <a:pt x="4780765" y="1127761"/>
                  </a:lnTo>
                  <a:lnTo>
                    <a:pt x="4782239" y="1135757"/>
                  </a:lnTo>
                  <a:lnTo>
                    <a:pt x="4783713" y="1144707"/>
                  </a:lnTo>
                  <a:lnTo>
                    <a:pt x="4785188" y="1153562"/>
                  </a:lnTo>
                  <a:lnTo>
                    <a:pt x="4786662" y="1165614"/>
                  </a:lnTo>
                  <a:lnTo>
                    <a:pt x="4788136" y="1179317"/>
                  </a:lnTo>
                  <a:lnTo>
                    <a:pt x="4789610" y="1195059"/>
                  </a:lnTo>
                  <a:lnTo>
                    <a:pt x="4791085" y="1212480"/>
                  </a:lnTo>
                  <a:lnTo>
                    <a:pt x="4792559" y="1229355"/>
                  </a:lnTo>
                  <a:lnTo>
                    <a:pt x="4794033" y="1245741"/>
                  </a:lnTo>
                  <a:lnTo>
                    <a:pt x="4795507" y="1262893"/>
                  </a:lnTo>
                  <a:lnTo>
                    <a:pt x="4796982" y="1280276"/>
                  </a:lnTo>
                  <a:lnTo>
                    <a:pt x="4798456" y="1297634"/>
                  </a:lnTo>
                  <a:lnTo>
                    <a:pt x="4799930" y="1314880"/>
                  </a:lnTo>
                  <a:lnTo>
                    <a:pt x="4801404" y="1332346"/>
                  </a:lnTo>
                  <a:lnTo>
                    <a:pt x="4802879" y="1349216"/>
                  </a:lnTo>
                  <a:lnTo>
                    <a:pt x="4804353" y="1365234"/>
                  </a:lnTo>
                  <a:lnTo>
                    <a:pt x="4805827" y="1379221"/>
                  </a:lnTo>
                  <a:lnTo>
                    <a:pt x="4807301" y="1394136"/>
                  </a:lnTo>
                  <a:lnTo>
                    <a:pt x="4808776" y="1407241"/>
                  </a:lnTo>
                  <a:lnTo>
                    <a:pt x="4810250" y="1418305"/>
                  </a:lnTo>
                  <a:lnTo>
                    <a:pt x="4811724" y="1430080"/>
                  </a:lnTo>
                  <a:lnTo>
                    <a:pt x="4813198" y="1442116"/>
                  </a:lnTo>
                  <a:lnTo>
                    <a:pt x="4814673" y="1454033"/>
                  </a:lnTo>
                  <a:lnTo>
                    <a:pt x="4816147" y="1465854"/>
                  </a:lnTo>
                  <a:lnTo>
                    <a:pt x="4817621" y="1476560"/>
                  </a:lnTo>
                  <a:lnTo>
                    <a:pt x="4819095" y="1486318"/>
                  </a:lnTo>
                  <a:lnTo>
                    <a:pt x="4820570" y="1494801"/>
                  </a:lnTo>
                  <a:lnTo>
                    <a:pt x="4822044" y="1503006"/>
                  </a:lnTo>
                  <a:lnTo>
                    <a:pt x="4823518" y="1510953"/>
                  </a:lnTo>
                  <a:lnTo>
                    <a:pt x="4824992" y="1519763"/>
                  </a:lnTo>
                  <a:lnTo>
                    <a:pt x="4826467" y="1528081"/>
                  </a:lnTo>
                  <a:lnTo>
                    <a:pt x="4827941" y="1535733"/>
                  </a:lnTo>
                  <a:lnTo>
                    <a:pt x="4829415" y="1541651"/>
                  </a:lnTo>
                  <a:lnTo>
                    <a:pt x="4830889" y="1548424"/>
                  </a:lnTo>
                  <a:lnTo>
                    <a:pt x="4832364" y="1556302"/>
                  </a:lnTo>
                  <a:lnTo>
                    <a:pt x="4833838" y="1562939"/>
                  </a:lnTo>
                  <a:lnTo>
                    <a:pt x="4835312" y="1568614"/>
                  </a:lnTo>
                  <a:lnTo>
                    <a:pt x="4836786" y="1574544"/>
                  </a:lnTo>
                  <a:lnTo>
                    <a:pt x="4838261" y="1579883"/>
                  </a:lnTo>
                  <a:lnTo>
                    <a:pt x="4839735" y="1585304"/>
                  </a:lnTo>
                  <a:lnTo>
                    <a:pt x="4841209" y="1590624"/>
                  </a:lnTo>
                  <a:lnTo>
                    <a:pt x="4842683" y="1597921"/>
                  </a:lnTo>
                  <a:lnTo>
                    <a:pt x="4844158" y="1604855"/>
                  </a:lnTo>
                  <a:lnTo>
                    <a:pt x="4845632" y="1611371"/>
                  </a:lnTo>
                  <a:lnTo>
                    <a:pt x="4847106" y="1617168"/>
                  </a:lnTo>
                  <a:lnTo>
                    <a:pt x="4848580" y="1623356"/>
                  </a:lnTo>
                  <a:lnTo>
                    <a:pt x="4850055" y="1630490"/>
                  </a:lnTo>
                  <a:lnTo>
                    <a:pt x="4851529" y="1637723"/>
                  </a:lnTo>
                  <a:lnTo>
                    <a:pt x="4853003" y="1644301"/>
                  </a:lnTo>
                  <a:lnTo>
                    <a:pt x="4854477" y="1650225"/>
                  </a:lnTo>
                  <a:lnTo>
                    <a:pt x="4855952" y="1655079"/>
                  </a:lnTo>
                  <a:lnTo>
                    <a:pt x="4857426" y="1660063"/>
                  </a:lnTo>
                  <a:lnTo>
                    <a:pt x="4858900" y="1664063"/>
                  </a:lnTo>
                  <a:lnTo>
                    <a:pt x="4860374" y="1665524"/>
                  </a:lnTo>
                  <a:lnTo>
                    <a:pt x="4861849" y="1664890"/>
                  </a:lnTo>
                  <a:lnTo>
                    <a:pt x="4863323" y="1661084"/>
                  </a:lnTo>
                  <a:lnTo>
                    <a:pt x="4864797" y="1654721"/>
                  </a:lnTo>
                  <a:lnTo>
                    <a:pt x="4866271" y="1647398"/>
                  </a:lnTo>
                  <a:lnTo>
                    <a:pt x="4867746" y="1640521"/>
                  </a:lnTo>
                  <a:lnTo>
                    <a:pt x="4869220" y="1634045"/>
                  </a:lnTo>
                  <a:lnTo>
                    <a:pt x="4870694" y="1627907"/>
                  </a:lnTo>
                  <a:lnTo>
                    <a:pt x="4872168" y="1621654"/>
                  </a:lnTo>
                  <a:lnTo>
                    <a:pt x="4873643" y="1615400"/>
                  </a:lnTo>
                  <a:lnTo>
                    <a:pt x="4875117" y="1609407"/>
                  </a:lnTo>
                  <a:lnTo>
                    <a:pt x="4876591" y="1603281"/>
                  </a:lnTo>
                  <a:lnTo>
                    <a:pt x="4878065" y="1596618"/>
                  </a:lnTo>
                  <a:lnTo>
                    <a:pt x="4879540" y="1590220"/>
                  </a:lnTo>
                  <a:lnTo>
                    <a:pt x="4881014" y="1584676"/>
                  </a:lnTo>
                  <a:lnTo>
                    <a:pt x="4882488" y="1580470"/>
                  </a:lnTo>
                  <a:lnTo>
                    <a:pt x="4883962" y="1577001"/>
                  </a:lnTo>
                  <a:lnTo>
                    <a:pt x="4885437" y="1577018"/>
                  </a:lnTo>
                  <a:lnTo>
                    <a:pt x="4886911" y="1578163"/>
                  </a:lnTo>
                  <a:lnTo>
                    <a:pt x="4888385" y="1579363"/>
                  </a:lnTo>
                  <a:lnTo>
                    <a:pt x="4889859" y="1580941"/>
                  </a:lnTo>
                  <a:lnTo>
                    <a:pt x="4891334" y="1580880"/>
                  </a:lnTo>
                  <a:lnTo>
                    <a:pt x="4892808" y="1580745"/>
                  </a:lnTo>
                  <a:lnTo>
                    <a:pt x="4894282" y="1580345"/>
                  </a:lnTo>
                  <a:lnTo>
                    <a:pt x="4895756" y="1580979"/>
                  </a:lnTo>
                  <a:lnTo>
                    <a:pt x="4897231" y="1581723"/>
                  </a:lnTo>
                  <a:lnTo>
                    <a:pt x="4898705" y="1582882"/>
                  </a:lnTo>
                  <a:lnTo>
                    <a:pt x="4900179" y="1584854"/>
                  </a:lnTo>
                  <a:lnTo>
                    <a:pt x="4901653" y="1586432"/>
                  </a:lnTo>
                  <a:lnTo>
                    <a:pt x="4903128" y="1588520"/>
                  </a:lnTo>
                  <a:lnTo>
                    <a:pt x="4904602" y="1591068"/>
                  </a:lnTo>
                  <a:lnTo>
                    <a:pt x="4906076" y="1593816"/>
                  </a:lnTo>
                  <a:lnTo>
                    <a:pt x="4907550" y="1595803"/>
                  </a:lnTo>
                  <a:lnTo>
                    <a:pt x="4909025" y="1597133"/>
                  </a:lnTo>
                  <a:lnTo>
                    <a:pt x="4910499" y="1598142"/>
                  </a:lnTo>
                  <a:lnTo>
                    <a:pt x="4911973" y="1599206"/>
                  </a:lnTo>
                  <a:lnTo>
                    <a:pt x="4913447" y="1601569"/>
                  </a:lnTo>
                  <a:lnTo>
                    <a:pt x="4914922" y="1604017"/>
                  </a:lnTo>
                  <a:lnTo>
                    <a:pt x="4916396" y="1606465"/>
                  </a:lnTo>
                  <a:lnTo>
                    <a:pt x="4917870" y="1607781"/>
                  </a:lnTo>
                  <a:lnTo>
                    <a:pt x="4919344" y="1609189"/>
                  </a:lnTo>
                  <a:lnTo>
                    <a:pt x="4920819" y="1610596"/>
                  </a:lnTo>
                  <a:lnTo>
                    <a:pt x="4922293" y="1612666"/>
                  </a:lnTo>
                  <a:lnTo>
                    <a:pt x="4923767" y="1615370"/>
                  </a:lnTo>
                  <a:lnTo>
                    <a:pt x="4925241" y="1616809"/>
                  </a:lnTo>
                  <a:lnTo>
                    <a:pt x="4926716" y="1616867"/>
                  </a:lnTo>
                  <a:lnTo>
                    <a:pt x="4928190" y="1614795"/>
                  </a:lnTo>
                  <a:lnTo>
                    <a:pt x="4929664" y="1610685"/>
                  </a:lnTo>
                  <a:lnTo>
                    <a:pt x="4931138" y="1605819"/>
                  </a:lnTo>
                  <a:lnTo>
                    <a:pt x="4932613" y="1601175"/>
                  </a:lnTo>
                  <a:lnTo>
                    <a:pt x="4934087" y="1596890"/>
                  </a:lnTo>
                  <a:lnTo>
                    <a:pt x="4935561" y="1595025"/>
                  </a:lnTo>
                  <a:lnTo>
                    <a:pt x="4937035" y="1593663"/>
                  </a:lnTo>
                  <a:lnTo>
                    <a:pt x="4938510" y="1592915"/>
                  </a:lnTo>
                  <a:lnTo>
                    <a:pt x="4939984" y="1591441"/>
                  </a:lnTo>
                  <a:lnTo>
                    <a:pt x="4941458" y="1588701"/>
                  </a:lnTo>
                  <a:lnTo>
                    <a:pt x="4942932" y="1586299"/>
                  </a:lnTo>
                  <a:lnTo>
                    <a:pt x="4944407" y="1583221"/>
                  </a:lnTo>
                  <a:lnTo>
                    <a:pt x="4945881" y="1579973"/>
                  </a:lnTo>
                  <a:lnTo>
                    <a:pt x="4947355" y="1576503"/>
                  </a:lnTo>
                  <a:lnTo>
                    <a:pt x="4948829" y="1573337"/>
                  </a:lnTo>
                  <a:lnTo>
                    <a:pt x="4950304" y="1570496"/>
                  </a:lnTo>
                  <a:lnTo>
                    <a:pt x="4951778" y="1569631"/>
                  </a:lnTo>
                  <a:lnTo>
                    <a:pt x="4953252" y="1570483"/>
                  </a:lnTo>
                  <a:lnTo>
                    <a:pt x="4954726" y="1571688"/>
                  </a:lnTo>
                  <a:lnTo>
                    <a:pt x="4956201" y="1572213"/>
                  </a:lnTo>
                  <a:lnTo>
                    <a:pt x="4957675" y="1571534"/>
                  </a:lnTo>
                  <a:lnTo>
                    <a:pt x="4959149" y="1570800"/>
                  </a:lnTo>
                  <a:lnTo>
                    <a:pt x="4960623" y="1569327"/>
                  </a:lnTo>
                  <a:lnTo>
                    <a:pt x="4962098" y="1568743"/>
                  </a:lnTo>
                  <a:lnTo>
                    <a:pt x="4963572" y="1570207"/>
                  </a:lnTo>
                  <a:lnTo>
                    <a:pt x="4965046" y="1570990"/>
                  </a:lnTo>
                  <a:lnTo>
                    <a:pt x="4966520" y="1574508"/>
                  </a:lnTo>
                  <a:lnTo>
                    <a:pt x="4967994" y="1579001"/>
                  </a:lnTo>
                  <a:lnTo>
                    <a:pt x="4969469" y="1583759"/>
                  </a:lnTo>
                  <a:lnTo>
                    <a:pt x="4970943" y="1588518"/>
                  </a:lnTo>
                  <a:lnTo>
                    <a:pt x="4972417" y="1593700"/>
                  </a:lnTo>
                  <a:lnTo>
                    <a:pt x="4973891" y="1598042"/>
                  </a:lnTo>
                  <a:lnTo>
                    <a:pt x="4975366" y="1601681"/>
                  </a:lnTo>
                  <a:lnTo>
                    <a:pt x="4976840" y="1605729"/>
                  </a:lnTo>
                  <a:lnTo>
                    <a:pt x="4978314" y="1610042"/>
                  </a:lnTo>
                  <a:lnTo>
                    <a:pt x="4979788" y="1614355"/>
                  </a:lnTo>
                  <a:lnTo>
                    <a:pt x="4981263" y="1618073"/>
                  </a:lnTo>
                  <a:lnTo>
                    <a:pt x="4982737" y="1621790"/>
                  </a:lnTo>
                  <a:lnTo>
                    <a:pt x="4984211" y="1625510"/>
                  </a:lnTo>
                  <a:lnTo>
                    <a:pt x="4985685" y="1629230"/>
                  </a:lnTo>
                  <a:lnTo>
                    <a:pt x="4987160" y="1633475"/>
                  </a:lnTo>
                  <a:lnTo>
                    <a:pt x="4988634" y="1634895"/>
                  </a:lnTo>
                  <a:lnTo>
                    <a:pt x="4990108" y="1635155"/>
                  </a:lnTo>
                  <a:lnTo>
                    <a:pt x="4991582" y="1635414"/>
                  </a:lnTo>
                  <a:lnTo>
                    <a:pt x="4993057" y="1635414"/>
                  </a:lnTo>
                  <a:lnTo>
                    <a:pt x="4994531" y="1635414"/>
                  </a:lnTo>
                  <a:lnTo>
                    <a:pt x="4996005" y="1635414"/>
                  </a:lnTo>
                  <a:lnTo>
                    <a:pt x="4997479" y="1633617"/>
                  </a:lnTo>
                  <a:lnTo>
                    <a:pt x="4998954" y="1630387"/>
                  </a:lnTo>
                  <a:lnTo>
                    <a:pt x="5000428" y="1627156"/>
                  </a:lnTo>
                  <a:lnTo>
                    <a:pt x="5001902" y="1624606"/>
                  </a:lnTo>
                  <a:lnTo>
                    <a:pt x="5003376" y="1623226"/>
                  </a:lnTo>
                  <a:lnTo>
                    <a:pt x="5004851" y="1624631"/>
                  </a:lnTo>
                  <a:lnTo>
                    <a:pt x="5006325" y="1626794"/>
                  </a:lnTo>
                  <a:lnTo>
                    <a:pt x="5007799" y="1628735"/>
                  </a:lnTo>
                  <a:lnTo>
                    <a:pt x="5009273" y="1630024"/>
                  </a:lnTo>
                  <a:lnTo>
                    <a:pt x="5010748" y="1631092"/>
                  </a:lnTo>
                  <a:lnTo>
                    <a:pt x="5012222" y="1633029"/>
                  </a:lnTo>
                  <a:lnTo>
                    <a:pt x="5013696" y="1636864"/>
                  </a:lnTo>
                  <a:lnTo>
                    <a:pt x="5015170" y="1641762"/>
                  </a:lnTo>
                  <a:lnTo>
                    <a:pt x="5016645" y="1647926"/>
                  </a:lnTo>
                  <a:lnTo>
                    <a:pt x="5018119" y="1653604"/>
                  </a:lnTo>
                  <a:lnTo>
                    <a:pt x="5019593" y="1659336"/>
                  </a:lnTo>
                  <a:lnTo>
                    <a:pt x="5021067" y="1665606"/>
                  </a:lnTo>
                  <a:lnTo>
                    <a:pt x="5022542" y="1671179"/>
                  </a:lnTo>
                  <a:lnTo>
                    <a:pt x="5024016" y="1675914"/>
                  </a:lnTo>
                  <a:lnTo>
                    <a:pt x="5025490" y="1679486"/>
                  </a:lnTo>
                  <a:lnTo>
                    <a:pt x="5026964" y="1680793"/>
                  </a:lnTo>
                  <a:lnTo>
                    <a:pt x="5028439" y="1681513"/>
                  </a:lnTo>
                  <a:lnTo>
                    <a:pt x="5029913" y="1681881"/>
                  </a:lnTo>
                  <a:lnTo>
                    <a:pt x="5031387" y="1682216"/>
                  </a:lnTo>
                  <a:lnTo>
                    <a:pt x="5032861" y="1682491"/>
                  </a:lnTo>
                  <a:lnTo>
                    <a:pt x="5034336" y="1681885"/>
                  </a:lnTo>
                  <a:lnTo>
                    <a:pt x="5035810" y="1678878"/>
                  </a:lnTo>
                  <a:lnTo>
                    <a:pt x="5037284" y="1674037"/>
                  </a:lnTo>
                  <a:lnTo>
                    <a:pt x="5038758" y="1667407"/>
                  </a:lnTo>
                  <a:lnTo>
                    <a:pt x="5040233" y="1661309"/>
                  </a:lnTo>
                  <a:lnTo>
                    <a:pt x="5041707" y="1655296"/>
                  </a:lnTo>
                  <a:lnTo>
                    <a:pt x="5043181" y="1648720"/>
                  </a:lnTo>
                  <a:lnTo>
                    <a:pt x="5044655" y="1642549"/>
                  </a:lnTo>
                  <a:lnTo>
                    <a:pt x="5046130" y="1636646"/>
                  </a:lnTo>
                  <a:lnTo>
                    <a:pt x="5047604" y="1631198"/>
                  </a:lnTo>
                  <a:lnTo>
                    <a:pt x="5049078" y="1626172"/>
                  </a:lnTo>
                  <a:lnTo>
                    <a:pt x="5050552" y="1620887"/>
                  </a:lnTo>
                  <a:lnTo>
                    <a:pt x="5052027" y="1616047"/>
                  </a:lnTo>
                  <a:lnTo>
                    <a:pt x="5053501" y="1611823"/>
                  </a:lnTo>
                  <a:lnTo>
                    <a:pt x="5054975" y="1608585"/>
                  </a:lnTo>
                  <a:lnTo>
                    <a:pt x="5056449" y="1606741"/>
                  </a:lnTo>
                  <a:lnTo>
                    <a:pt x="5057924" y="1606209"/>
                  </a:lnTo>
                  <a:lnTo>
                    <a:pt x="5059398" y="1605942"/>
                  </a:lnTo>
                  <a:lnTo>
                    <a:pt x="5060872" y="1605415"/>
                  </a:lnTo>
                  <a:lnTo>
                    <a:pt x="5062346" y="1604623"/>
                  </a:lnTo>
                  <a:lnTo>
                    <a:pt x="5063821" y="1605138"/>
                  </a:lnTo>
                  <a:lnTo>
                    <a:pt x="5065295" y="1606506"/>
                  </a:lnTo>
                  <a:lnTo>
                    <a:pt x="5066769" y="1608097"/>
                  </a:lnTo>
                  <a:lnTo>
                    <a:pt x="5068243" y="1609947"/>
                  </a:lnTo>
                  <a:lnTo>
                    <a:pt x="5069718" y="1612019"/>
                  </a:lnTo>
                  <a:lnTo>
                    <a:pt x="5071192" y="1614092"/>
                  </a:lnTo>
                  <a:lnTo>
                    <a:pt x="5072666" y="1617164"/>
                  </a:lnTo>
                  <a:lnTo>
                    <a:pt x="5074140" y="1620616"/>
                  </a:lnTo>
                  <a:lnTo>
                    <a:pt x="5075615" y="1624069"/>
                  </a:lnTo>
                  <a:lnTo>
                    <a:pt x="5077089" y="1627522"/>
                  </a:lnTo>
                  <a:lnTo>
                    <a:pt x="5078563" y="1630974"/>
                  </a:lnTo>
                  <a:lnTo>
                    <a:pt x="5080037" y="1633678"/>
                  </a:lnTo>
                  <a:lnTo>
                    <a:pt x="5081512" y="1636381"/>
                  </a:lnTo>
                  <a:lnTo>
                    <a:pt x="5082986" y="1639307"/>
                  </a:lnTo>
                  <a:lnTo>
                    <a:pt x="5084460" y="1642625"/>
                  </a:lnTo>
                  <a:lnTo>
                    <a:pt x="5085934" y="1645896"/>
                  </a:lnTo>
                  <a:lnTo>
                    <a:pt x="5087409" y="1648558"/>
                  </a:lnTo>
                  <a:lnTo>
                    <a:pt x="5088883" y="1650624"/>
                  </a:lnTo>
                  <a:lnTo>
                    <a:pt x="5090357" y="1652690"/>
                  </a:lnTo>
                  <a:lnTo>
                    <a:pt x="5091831" y="1654756"/>
                  </a:lnTo>
                  <a:lnTo>
                    <a:pt x="5093306" y="1656971"/>
                  </a:lnTo>
                  <a:lnTo>
                    <a:pt x="5094780" y="1660455"/>
                  </a:lnTo>
                  <a:lnTo>
                    <a:pt x="5096254" y="1663908"/>
                  </a:lnTo>
                  <a:lnTo>
                    <a:pt x="5097728" y="1668059"/>
                  </a:lnTo>
                  <a:lnTo>
                    <a:pt x="5099203" y="1673189"/>
                  </a:lnTo>
                  <a:lnTo>
                    <a:pt x="5100677" y="1678897"/>
                  </a:lnTo>
                  <a:lnTo>
                    <a:pt x="5102151" y="1685028"/>
                  </a:lnTo>
                  <a:lnTo>
                    <a:pt x="5103625" y="1691158"/>
                  </a:lnTo>
                  <a:lnTo>
                    <a:pt x="5105100" y="1697289"/>
                  </a:lnTo>
                  <a:lnTo>
                    <a:pt x="5106574" y="1703806"/>
                  </a:lnTo>
                  <a:lnTo>
                    <a:pt x="5108048" y="1710382"/>
                  </a:lnTo>
                  <a:lnTo>
                    <a:pt x="5109522" y="1717910"/>
                  </a:lnTo>
                  <a:lnTo>
                    <a:pt x="5110997" y="1726744"/>
                  </a:lnTo>
                  <a:lnTo>
                    <a:pt x="5112471" y="1736301"/>
                  </a:lnTo>
                  <a:lnTo>
                    <a:pt x="5113945" y="1746131"/>
                  </a:lnTo>
                  <a:lnTo>
                    <a:pt x="5115419" y="1755851"/>
                  </a:lnTo>
                  <a:lnTo>
                    <a:pt x="5116894" y="1764537"/>
                  </a:lnTo>
                  <a:lnTo>
                    <a:pt x="5118368" y="1772886"/>
                  </a:lnTo>
                  <a:lnTo>
                    <a:pt x="5119842" y="1780830"/>
                  </a:lnTo>
                  <a:lnTo>
                    <a:pt x="5121316" y="1788980"/>
                  </a:lnTo>
                  <a:lnTo>
                    <a:pt x="5122791" y="1796253"/>
                  </a:lnTo>
                  <a:lnTo>
                    <a:pt x="5124265" y="1803526"/>
                  </a:lnTo>
                  <a:lnTo>
                    <a:pt x="5125739" y="1811609"/>
                  </a:lnTo>
                  <a:lnTo>
                    <a:pt x="5127213" y="1818191"/>
                  </a:lnTo>
                  <a:lnTo>
                    <a:pt x="5128688" y="1823809"/>
                  </a:lnTo>
                  <a:lnTo>
                    <a:pt x="5130162" y="1826809"/>
                  </a:lnTo>
                  <a:lnTo>
                    <a:pt x="5130309" y="182695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580938" y="3510871"/>
              <a:ext cx="1123728" cy="352310"/>
            </a:xfrm>
            <a:custGeom>
              <a:avLst/>
              <a:pathLst>
                <a:path w="1123728" h="352310">
                  <a:moveTo>
                    <a:pt x="0" y="352310"/>
                  </a:moveTo>
                  <a:lnTo>
                    <a:pt x="351" y="351952"/>
                  </a:lnTo>
                  <a:lnTo>
                    <a:pt x="1825" y="350452"/>
                  </a:lnTo>
                  <a:lnTo>
                    <a:pt x="3299" y="348953"/>
                  </a:lnTo>
                  <a:lnTo>
                    <a:pt x="4773" y="346902"/>
                  </a:lnTo>
                  <a:lnTo>
                    <a:pt x="6248" y="344208"/>
                  </a:lnTo>
                  <a:lnTo>
                    <a:pt x="7722" y="341861"/>
                  </a:lnTo>
                  <a:lnTo>
                    <a:pt x="9196" y="338666"/>
                  </a:lnTo>
                  <a:lnTo>
                    <a:pt x="10670" y="336162"/>
                  </a:lnTo>
                  <a:lnTo>
                    <a:pt x="12145" y="334369"/>
                  </a:lnTo>
                  <a:lnTo>
                    <a:pt x="13619" y="331070"/>
                  </a:lnTo>
                  <a:lnTo>
                    <a:pt x="15093" y="325897"/>
                  </a:lnTo>
                  <a:lnTo>
                    <a:pt x="16567" y="320652"/>
                  </a:lnTo>
                  <a:lnTo>
                    <a:pt x="18042" y="314679"/>
                  </a:lnTo>
                  <a:lnTo>
                    <a:pt x="19516" y="309071"/>
                  </a:lnTo>
                  <a:lnTo>
                    <a:pt x="20990" y="302510"/>
                  </a:lnTo>
                  <a:lnTo>
                    <a:pt x="22464" y="296420"/>
                  </a:lnTo>
                  <a:lnTo>
                    <a:pt x="23939" y="290461"/>
                  </a:lnTo>
                  <a:lnTo>
                    <a:pt x="25413" y="284095"/>
                  </a:lnTo>
                  <a:lnTo>
                    <a:pt x="26887" y="277374"/>
                  </a:lnTo>
                  <a:lnTo>
                    <a:pt x="28361" y="269603"/>
                  </a:lnTo>
                  <a:lnTo>
                    <a:pt x="29836" y="261890"/>
                  </a:lnTo>
                  <a:lnTo>
                    <a:pt x="31310" y="254414"/>
                  </a:lnTo>
                  <a:lnTo>
                    <a:pt x="32784" y="246492"/>
                  </a:lnTo>
                  <a:lnTo>
                    <a:pt x="34258" y="238570"/>
                  </a:lnTo>
                  <a:lnTo>
                    <a:pt x="35733" y="231538"/>
                  </a:lnTo>
                  <a:lnTo>
                    <a:pt x="37207" y="225821"/>
                  </a:lnTo>
                  <a:lnTo>
                    <a:pt x="38681" y="220319"/>
                  </a:lnTo>
                  <a:lnTo>
                    <a:pt x="40155" y="215664"/>
                  </a:lnTo>
                  <a:lnTo>
                    <a:pt x="41630" y="210862"/>
                  </a:lnTo>
                  <a:lnTo>
                    <a:pt x="43104" y="207409"/>
                  </a:lnTo>
                  <a:lnTo>
                    <a:pt x="44578" y="202735"/>
                  </a:lnTo>
                  <a:lnTo>
                    <a:pt x="46052" y="198370"/>
                  </a:lnTo>
                  <a:lnTo>
                    <a:pt x="47527" y="194302"/>
                  </a:lnTo>
                  <a:lnTo>
                    <a:pt x="49001" y="191031"/>
                  </a:lnTo>
                  <a:lnTo>
                    <a:pt x="50475" y="189258"/>
                  </a:lnTo>
                  <a:lnTo>
                    <a:pt x="51949" y="187486"/>
                  </a:lnTo>
                  <a:lnTo>
                    <a:pt x="53424" y="186136"/>
                  </a:lnTo>
                  <a:lnTo>
                    <a:pt x="54898" y="183704"/>
                  </a:lnTo>
                  <a:lnTo>
                    <a:pt x="56372" y="180020"/>
                  </a:lnTo>
                  <a:lnTo>
                    <a:pt x="57846" y="176093"/>
                  </a:lnTo>
                  <a:lnTo>
                    <a:pt x="59321" y="172089"/>
                  </a:lnTo>
                  <a:lnTo>
                    <a:pt x="60795" y="169113"/>
                  </a:lnTo>
                  <a:lnTo>
                    <a:pt x="62269" y="166959"/>
                  </a:lnTo>
                  <a:lnTo>
                    <a:pt x="63743" y="166437"/>
                  </a:lnTo>
                  <a:lnTo>
                    <a:pt x="65218" y="166671"/>
                  </a:lnTo>
                  <a:lnTo>
                    <a:pt x="66692" y="166906"/>
                  </a:lnTo>
                  <a:lnTo>
                    <a:pt x="68166" y="166666"/>
                  </a:lnTo>
                  <a:lnTo>
                    <a:pt x="69640" y="166901"/>
                  </a:lnTo>
                  <a:lnTo>
                    <a:pt x="71115" y="167135"/>
                  </a:lnTo>
                  <a:lnTo>
                    <a:pt x="72589" y="167998"/>
                  </a:lnTo>
                  <a:lnTo>
                    <a:pt x="74063" y="169346"/>
                  </a:lnTo>
                  <a:lnTo>
                    <a:pt x="75537" y="170999"/>
                  </a:lnTo>
                  <a:lnTo>
                    <a:pt x="77012" y="172894"/>
                  </a:lnTo>
                  <a:lnTo>
                    <a:pt x="78486" y="176042"/>
                  </a:lnTo>
                  <a:lnTo>
                    <a:pt x="79960" y="179926"/>
                  </a:lnTo>
                  <a:lnTo>
                    <a:pt x="81434" y="183669"/>
                  </a:lnTo>
                  <a:lnTo>
                    <a:pt x="82909" y="187067"/>
                  </a:lnTo>
                  <a:lnTo>
                    <a:pt x="84383" y="191053"/>
                  </a:lnTo>
                  <a:lnTo>
                    <a:pt x="85857" y="194084"/>
                  </a:lnTo>
                  <a:lnTo>
                    <a:pt x="87331" y="196403"/>
                  </a:lnTo>
                  <a:lnTo>
                    <a:pt x="88806" y="200452"/>
                  </a:lnTo>
                  <a:lnTo>
                    <a:pt x="90280" y="206374"/>
                  </a:lnTo>
                  <a:lnTo>
                    <a:pt x="91754" y="211619"/>
                  </a:lnTo>
                  <a:lnTo>
                    <a:pt x="93228" y="217369"/>
                  </a:lnTo>
                  <a:lnTo>
                    <a:pt x="94703" y="222755"/>
                  </a:lnTo>
                  <a:lnTo>
                    <a:pt x="96177" y="228835"/>
                  </a:lnTo>
                  <a:lnTo>
                    <a:pt x="97651" y="234702"/>
                  </a:lnTo>
                  <a:lnTo>
                    <a:pt x="99125" y="240439"/>
                  </a:lnTo>
                  <a:lnTo>
                    <a:pt x="100600" y="246583"/>
                  </a:lnTo>
                  <a:lnTo>
                    <a:pt x="102074" y="253081"/>
                  </a:lnTo>
                  <a:lnTo>
                    <a:pt x="103548" y="259580"/>
                  </a:lnTo>
                  <a:lnTo>
                    <a:pt x="105022" y="265282"/>
                  </a:lnTo>
                  <a:lnTo>
                    <a:pt x="106497" y="269299"/>
                  </a:lnTo>
                  <a:lnTo>
                    <a:pt x="107971" y="272239"/>
                  </a:lnTo>
                  <a:lnTo>
                    <a:pt x="109445" y="274653"/>
                  </a:lnTo>
                  <a:lnTo>
                    <a:pt x="110919" y="274986"/>
                  </a:lnTo>
                  <a:lnTo>
                    <a:pt x="112394" y="273292"/>
                  </a:lnTo>
                  <a:lnTo>
                    <a:pt x="113868" y="271090"/>
                  </a:lnTo>
                  <a:lnTo>
                    <a:pt x="115342" y="267930"/>
                  </a:lnTo>
                  <a:lnTo>
                    <a:pt x="116816" y="263373"/>
                  </a:lnTo>
                  <a:lnTo>
                    <a:pt x="118291" y="257042"/>
                  </a:lnTo>
                  <a:lnTo>
                    <a:pt x="119765" y="251581"/>
                  </a:lnTo>
                  <a:lnTo>
                    <a:pt x="121239" y="244854"/>
                  </a:lnTo>
                  <a:lnTo>
                    <a:pt x="122713" y="236830"/>
                  </a:lnTo>
                  <a:lnTo>
                    <a:pt x="124188" y="228007"/>
                  </a:lnTo>
                  <a:lnTo>
                    <a:pt x="125662" y="217687"/>
                  </a:lnTo>
                  <a:lnTo>
                    <a:pt x="127136" y="207366"/>
                  </a:lnTo>
                  <a:lnTo>
                    <a:pt x="128610" y="196357"/>
                  </a:lnTo>
                  <a:lnTo>
                    <a:pt x="130085" y="186331"/>
                  </a:lnTo>
                  <a:lnTo>
                    <a:pt x="131559" y="176509"/>
                  </a:lnTo>
                  <a:lnTo>
                    <a:pt x="133033" y="167604"/>
                  </a:lnTo>
                  <a:lnTo>
                    <a:pt x="134507" y="158742"/>
                  </a:lnTo>
                  <a:lnTo>
                    <a:pt x="135982" y="150531"/>
                  </a:lnTo>
                  <a:lnTo>
                    <a:pt x="137456" y="141926"/>
                  </a:lnTo>
                  <a:lnTo>
                    <a:pt x="138930" y="134945"/>
                  </a:lnTo>
                  <a:lnTo>
                    <a:pt x="140404" y="127965"/>
                  </a:lnTo>
                  <a:lnTo>
                    <a:pt x="141879" y="120985"/>
                  </a:lnTo>
                  <a:lnTo>
                    <a:pt x="143353" y="115095"/>
                  </a:lnTo>
                  <a:lnTo>
                    <a:pt x="144827" y="109379"/>
                  </a:lnTo>
                  <a:lnTo>
                    <a:pt x="146301" y="103663"/>
                  </a:lnTo>
                  <a:lnTo>
                    <a:pt x="147776" y="97947"/>
                  </a:lnTo>
                  <a:lnTo>
                    <a:pt x="149250" y="92706"/>
                  </a:lnTo>
                  <a:lnTo>
                    <a:pt x="150724" y="88879"/>
                  </a:lnTo>
                  <a:lnTo>
                    <a:pt x="152198" y="85022"/>
                  </a:lnTo>
                  <a:lnTo>
                    <a:pt x="153673" y="82552"/>
                  </a:lnTo>
                  <a:lnTo>
                    <a:pt x="155147" y="80095"/>
                  </a:lnTo>
                  <a:lnTo>
                    <a:pt x="156621" y="78823"/>
                  </a:lnTo>
                  <a:lnTo>
                    <a:pt x="158095" y="77551"/>
                  </a:lnTo>
                  <a:lnTo>
                    <a:pt x="159570" y="76759"/>
                  </a:lnTo>
                  <a:lnTo>
                    <a:pt x="161044" y="76492"/>
                  </a:lnTo>
                  <a:lnTo>
                    <a:pt x="162518" y="76225"/>
                  </a:lnTo>
                  <a:lnTo>
                    <a:pt x="163992" y="75958"/>
                  </a:lnTo>
                  <a:lnTo>
                    <a:pt x="165467" y="75958"/>
                  </a:lnTo>
                  <a:lnTo>
                    <a:pt x="166941" y="76485"/>
                  </a:lnTo>
                  <a:lnTo>
                    <a:pt x="168415" y="77234"/>
                  </a:lnTo>
                  <a:lnTo>
                    <a:pt x="169889" y="77983"/>
                  </a:lnTo>
                  <a:lnTo>
                    <a:pt x="171363" y="78732"/>
                  </a:lnTo>
                  <a:lnTo>
                    <a:pt x="172838" y="79481"/>
                  </a:lnTo>
                  <a:lnTo>
                    <a:pt x="174312" y="80230"/>
                  </a:lnTo>
                  <a:lnTo>
                    <a:pt x="175786" y="80979"/>
                  </a:lnTo>
                  <a:lnTo>
                    <a:pt x="177260" y="81728"/>
                  </a:lnTo>
                  <a:lnTo>
                    <a:pt x="178735" y="82210"/>
                  </a:lnTo>
                  <a:lnTo>
                    <a:pt x="180209" y="83093"/>
                  </a:lnTo>
                  <a:lnTo>
                    <a:pt x="181683" y="85166"/>
                  </a:lnTo>
                  <a:lnTo>
                    <a:pt x="183157" y="88092"/>
                  </a:lnTo>
                  <a:lnTo>
                    <a:pt x="184632" y="91545"/>
                  </a:lnTo>
                  <a:lnTo>
                    <a:pt x="186106" y="96412"/>
                  </a:lnTo>
                  <a:lnTo>
                    <a:pt x="187580" y="101767"/>
                  </a:lnTo>
                  <a:lnTo>
                    <a:pt x="189054" y="107416"/>
                  </a:lnTo>
                  <a:lnTo>
                    <a:pt x="190529" y="113176"/>
                  </a:lnTo>
                  <a:lnTo>
                    <a:pt x="192003" y="120481"/>
                  </a:lnTo>
                  <a:lnTo>
                    <a:pt x="193477" y="127786"/>
                  </a:lnTo>
                  <a:lnTo>
                    <a:pt x="194951" y="135091"/>
                  </a:lnTo>
                  <a:lnTo>
                    <a:pt x="196426" y="142886"/>
                  </a:lnTo>
                  <a:lnTo>
                    <a:pt x="197900" y="151375"/>
                  </a:lnTo>
                  <a:lnTo>
                    <a:pt x="199374" y="159863"/>
                  </a:lnTo>
                  <a:lnTo>
                    <a:pt x="200848" y="168611"/>
                  </a:lnTo>
                  <a:lnTo>
                    <a:pt x="202323" y="177358"/>
                  </a:lnTo>
                  <a:lnTo>
                    <a:pt x="203797" y="186371"/>
                  </a:lnTo>
                  <a:lnTo>
                    <a:pt x="205271" y="195009"/>
                  </a:lnTo>
                  <a:lnTo>
                    <a:pt x="206745" y="204695"/>
                  </a:lnTo>
                  <a:lnTo>
                    <a:pt x="208220" y="213447"/>
                  </a:lnTo>
                  <a:lnTo>
                    <a:pt x="209694" y="221682"/>
                  </a:lnTo>
                  <a:lnTo>
                    <a:pt x="211168" y="229741"/>
                  </a:lnTo>
                  <a:lnTo>
                    <a:pt x="212642" y="237719"/>
                  </a:lnTo>
                  <a:lnTo>
                    <a:pt x="214117" y="243938"/>
                  </a:lnTo>
                  <a:lnTo>
                    <a:pt x="215591" y="248116"/>
                  </a:lnTo>
                  <a:lnTo>
                    <a:pt x="217065" y="251275"/>
                  </a:lnTo>
                  <a:lnTo>
                    <a:pt x="218539" y="252952"/>
                  </a:lnTo>
                  <a:lnTo>
                    <a:pt x="220014" y="253108"/>
                  </a:lnTo>
                  <a:lnTo>
                    <a:pt x="221488" y="252065"/>
                  </a:lnTo>
                  <a:lnTo>
                    <a:pt x="222962" y="250801"/>
                  </a:lnTo>
                  <a:lnTo>
                    <a:pt x="224436" y="249536"/>
                  </a:lnTo>
                  <a:lnTo>
                    <a:pt x="225911" y="246858"/>
                  </a:lnTo>
                  <a:lnTo>
                    <a:pt x="227385" y="243611"/>
                  </a:lnTo>
                  <a:lnTo>
                    <a:pt x="228859" y="235993"/>
                  </a:lnTo>
                  <a:lnTo>
                    <a:pt x="230333" y="228076"/>
                  </a:lnTo>
                  <a:lnTo>
                    <a:pt x="231808" y="219657"/>
                  </a:lnTo>
                  <a:lnTo>
                    <a:pt x="233282" y="209925"/>
                  </a:lnTo>
                  <a:lnTo>
                    <a:pt x="234756" y="199533"/>
                  </a:lnTo>
                  <a:lnTo>
                    <a:pt x="236230" y="188653"/>
                  </a:lnTo>
                  <a:lnTo>
                    <a:pt x="237705" y="178817"/>
                  </a:lnTo>
                  <a:lnTo>
                    <a:pt x="239179" y="169614"/>
                  </a:lnTo>
                  <a:lnTo>
                    <a:pt x="240653" y="160760"/>
                  </a:lnTo>
                  <a:lnTo>
                    <a:pt x="242127" y="152389"/>
                  </a:lnTo>
                  <a:lnTo>
                    <a:pt x="243602" y="145509"/>
                  </a:lnTo>
                  <a:lnTo>
                    <a:pt x="245076" y="138629"/>
                  </a:lnTo>
                  <a:lnTo>
                    <a:pt x="246550" y="131750"/>
                  </a:lnTo>
                  <a:lnTo>
                    <a:pt x="248024" y="124870"/>
                  </a:lnTo>
                  <a:lnTo>
                    <a:pt x="249499" y="118355"/>
                  </a:lnTo>
                  <a:lnTo>
                    <a:pt x="250973" y="114004"/>
                  </a:lnTo>
                  <a:lnTo>
                    <a:pt x="252447" y="109802"/>
                  </a:lnTo>
                  <a:lnTo>
                    <a:pt x="253921" y="106019"/>
                  </a:lnTo>
                  <a:lnTo>
                    <a:pt x="255396" y="104576"/>
                  </a:lnTo>
                  <a:lnTo>
                    <a:pt x="256870" y="104354"/>
                  </a:lnTo>
                  <a:lnTo>
                    <a:pt x="258344" y="103163"/>
                  </a:lnTo>
                  <a:lnTo>
                    <a:pt x="259818" y="101365"/>
                  </a:lnTo>
                  <a:lnTo>
                    <a:pt x="261293" y="97912"/>
                  </a:lnTo>
                  <a:lnTo>
                    <a:pt x="262767" y="94682"/>
                  </a:lnTo>
                  <a:lnTo>
                    <a:pt x="264241" y="91451"/>
                  </a:lnTo>
                  <a:lnTo>
                    <a:pt x="265715" y="87998"/>
                  </a:lnTo>
                  <a:lnTo>
                    <a:pt x="267190" y="84545"/>
                  </a:lnTo>
                  <a:lnTo>
                    <a:pt x="268664" y="81092"/>
                  </a:lnTo>
                  <a:lnTo>
                    <a:pt x="270138" y="77640"/>
                  </a:lnTo>
                  <a:lnTo>
                    <a:pt x="271612" y="74187"/>
                  </a:lnTo>
                  <a:lnTo>
                    <a:pt x="273087" y="70512"/>
                  </a:lnTo>
                  <a:lnTo>
                    <a:pt x="274561" y="66837"/>
                  </a:lnTo>
                  <a:lnTo>
                    <a:pt x="276035" y="62902"/>
                  </a:lnTo>
                  <a:lnTo>
                    <a:pt x="277509" y="58968"/>
                  </a:lnTo>
                  <a:lnTo>
                    <a:pt x="278984" y="55033"/>
                  </a:lnTo>
                  <a:lnTo>
                    <a:pt x="280458" y="51878"/>
                  </a:lnTo>
                  <a:lnTo>
                    <a:pt x="281932" y="49317"/>
                  </a:lnTo>
                  <a:lnTo>
                    <a:pt x="283406" y="48693"/>
                  </a:lnTo>
                  <a:lnTo>
                    <a:pt x="284881" y="48471"/>
                  </a:lnTo>
                  <a:lnTo>
                    <a:pt x="286355" y="48249"/>
                  </a:lnTo>
                  <a:lnTo>
                    <a:pt x="287829" y="48508"/>
                  </a:lnTo>
                  <a:lnTo>
                    <a:pt x="289303" y="48902"/>
                  </a:lnTo>
                  <a:lnTo>
                    <a:pt x="290778" y="51338"/>
                  </a:lnTo>
                  <a:lnTo>
                    <a:pt x="292252" y="54791"/>
                  </a:lnTo>
                  <a:lnTo>
                    <a:pt x="293726" y="59112"/>
                  </a:lnTo>
                  <a:lnTo>
                    <a:pt x="295200" y="64836"/>
                  </a:lnTo>
                  <a:lnTo>
                    <a:pt x="296675" y="72016"/>
                  </a:lnTo>
                  <a:lnTo>
                    <a:pt x="298149" y="79756"/>
                  </a:lnTo>
                  <a:lnTo>
                    <a:pt x="299623" y="87497"/>
                  </a:lnTo>
                  <a:lnTo>
                    <a:pt x="301097" y="95237"/>
                  </a:lnTo>
                  <a:lnTo>
                    <a:pt x="302572" y="103332"/>
                  </a:lnTo>
                  <a:lnTo>
                    <a:pt x="304046" y="113159"/>
                  </a:lnTo>
                  <a:lnTo>
                    <a:pt x="305520" y="123088"/>
                  </a:lnTo>
                  <a:lnTo>
                    <a:pt x="306994" y="132435"/>
                  </a:lnTo>
                  <a:lnTo>
                    <a:pt x="308469" y="141465"/>
                  </a:lnTo>
                  <a:lnTo>
                    <a:pt x="309943" y="149790"/>
                  </a:lnTo>
                  <a:lnTo>
                    <a:pt x="311417" y="158345"/>
                  </a:lnTo>
                  <a:lnTo>
                    <a:pt x="312891" y="166301"/>
                  </a:lnTo>
                  <a:lnTo>
                    <a:pt x="314366" y="173624"/>
                  </a:lnTo>
                  <a:lnTo>
                    <a:pt x="315840" y="180332"/>
                  </a:lnTo>
                  <a:lnTo>
                    <a:pt x="317314" y="185173"/>
                  </a:lnTo>
                  <a:lnTo>
                    <a:pt x="318788" y="185802"/>
                  </a:lnTo>
                  <a:lnTo>
                    <a:pt x="320263" y="185672"/>
                  </a:lnTo>
                  <a:lnTo>
                    <a:pt x="321737" y="185061"/>
                  </a:lnTo>
                  <a:lnTo>
                    <a:pt x="323211" y="183887"/>
                  </a:lnTo>
                  <a:lnTo>
                    <a:pt x="324685" y="182347"/>
                  </a:lnTo>
                  <a:lnTo>
                    <a:pt x="326160" y="178643"/>
                  </a:lnTo>
                  <a:lnTo>
                    <a:pt x="327634" y="174791"/>
                  </a:lnTo>
                  <a:lnTo>
                    <a:pt x="329108" y="171143"/>
                  </a:lnTo>
                  <a:lnTo>
                    <a:pt x="330582" y="166193"/>
                  </a:lnTo>
                  <a:lnTo>
                    <a:pt x="332057" y="160812"/>
                  </a:lnTo>
                  <a:lnTo>
                    <a:pt x="333531" y="156130"/>
                  </a:lnTo>
                  <a:lnTo>
                    <a:pt x="335005" y="151451"/>
                  </a:lnTo>
                  <a:lnTo>
                    <a:pt x="336479" y="147635"/>
                  </a:lnTo>
                  <a:lnTo>
                    <a:pt x="337954" y="143818"/>
                  </a:lnTo>
                  <a:lnTo>
                    <a:pt x="339428" y="140670"/>
                  </a:lnTo>
                  <a:lnTo>
                    <a:pt x="340902" y="139943"/>
                  </a:lnTo>
                  <a:lnTo>
                    <a:pt x="342376" y="139801"/>
                  </a:lnTo>
                  <a:lnTo>
                    <a:pt x="343851" y="140275"/>
                  </a:lnTo>
                  <a:lnTo>
                    <a:pt x="345325" y="141547"/>
                  </a:lnTo>
                  <a:lnTo>
                    <a:pt x="346799" y="142819"/>
                  </a:lnTo>
                  <a:lnTo>
                    <a:pt x="348273" y="144091"/>
                  </a:lnTo>
                  <a:lnTo>
                    <a:pt x="349748" y="145701"/>
                  </a:lnTo>
                  <a:lnTo>
                    <a:pt x="351222" y="147310"/>
                  </a:lnTo>
                  <a:lnTo>
                    <a:pt x="352696" y="148919"/>
                  </a:lnTo>
                  <a:lnTo>
                    <a:pt x="354170" y="150528"/>
                  </a:lnTo>
                  <a:lnTo>
                    <a:pt x="355645" y="151780"/>
                  </a:lnTo>
                  <a:lnTo>
                    <a:pt x="357119" y="152602"/>
                  </a:lnTo>
                  <a:lnTo>
                    <a:pt x="358593" y="151902"/>
                  </a:lnTo>
                  <a:lnTo>
                    <a:pt x="360067" y="150463"/>
                  </a:lnTo>
                  <a:lnTo>
                    <a:pt x="361541" y="147760"/>
                  </a:lnTo>
                  <a:lnTo>
                    <a:pt x="363016" y="144574"/>
                  </a:lnTo>
                  <a:lnTo>
                    <a:pt x="364490" y="141388"/>
                  </a:lnTo>
                  <a:lnTo>
                    <a:pt x="365964" y="137936"/>
                  </a:lnTo>
                  <a:lnTo>
                    <a:pt x="367438" y="134483"/>
                  </a:lnTo>
                  <a:lnTo>
                    <a:pt x="368913" y="131030"/>
                  </a:lnTo>
                  <a:lnTo>
                    <a:pt x="370387" y="127046"/>
                  </a:lnTo>
                  <a:lnTo>
                    <a:pt x="371861" y="122320"/>
                  </a:lnTo>
                  <a:lnTo>
                    <a:pt x="373335" y="117259"/>
                  </a:lnTo>
                  <a:lnTo>
                    <a:pt x="374810" y="112197"/>
                  </a:lnTo>
                  <a:lnTo>
                    <a:pt x="376284" y="107135"/>
                  </a:lnTo>
                  <a:lnTo>
                    <a:pt x="377758" y="102073"/>
                  </a:lnTo>
                  <a:lnTo>
                    <a:pt x="379232" y="97304"/>
                  </a:lnTo>
                  <a:lnTo>
                    <a:pt x="380707" y="93443"/>
                  </a:lnTo>
                  <a:lnTo>
                    <a:pt x="382181" y="90610"/>
                  </a:lnTo>
                  <a:lnTo>
                    <a:pt x="383655" y="91313"/>
                  </a:lnTo>
                  <a:lnTo>
                    <a:pt x="385129" y="93157"/>
                  </a:lnTo>
                  <a:lnTo>
                    <a:pt x="386604" y="95000"/>
                  </a:lnTo>
                  <a:lnTo>
                    <a:pt x="388078" y="96398"/>
                  </a:lnTo>
                  <a:lnTo>
                    <a:pt x="389552" y="97796"/>
                  </a:lnTo>
                  <a:lnTo>
                    <a:pt x="391026" y="99416"/>
                  </a:lnTo>
                  <a:lnTo>
                    <a:pt x="392501" y="102420"/>
                  </a:lnTo>
                  <a:lnTo>
                    <a:pt x="393975" y="106909"/>
                  </a:lnTo>
                  <a:lnTo>
                    <a:pt x="395449" y="111542"/>
                  </a:lnTo>
                  <a:lnTo>
                    <a:pt x="396923" y="116656"/>
                  </a:lnTo>
                  <a:lnTo>
                    <a:pt x="398398" y="122333"/>
                  </a:lnTo>
                  <a:lnTo>
                    <a:pt x="399872" y="127756"/>
                  </a:lnTo>
                  <a:lnTo>
                    <a:pt x="401346" y="131831"/>
                  </a:lnTo>
                  <a:lnTo>
                    <a:pt x="402820" y="135905"/>
                  </a:lnTo>
                  <a:lnTo>
                    <a:pt x="404295" y="139885"/>
                  </a:lnTo>
                  <a:lnTo>
                    <a:pt x="405769" y="142824"/>
                  </a:lnTo>
                  <a:lnTo>
                    <a:pt x="407243" y="145235"/>
                  </a:lnTo>
                  <a:lnTo>
                    <a:pt x="408717" y="148137"/>
                  </a:lnTo>
                  <a:lnTo>
                    <a:pt x="410192" y="151643"/>
                  </a:lnTo>
                  <a:lnTo>
                    <a:pt x="411666" y="155719"/>
                  </a:lnTo>
                  <a:lnTo>
                    <a:pt x="413140" y="159536"/>
                  </a:lnTo>
                  <a:lnTo>
                    <a:pt x="414614" y="162684"/>
                  </a:lnTo>
                  <a:lnTo>
                    <a:pt x="416089" y="164650"/>
                  </a:lnTo>
                  <a:lnTo>
                    <a:pt x="417563" y="166616"/>
                  </a:lnTo>
                  <a:lnTo>
                    <a:pt x="419037" y="168227"/>
                  </a:lnTo>
                  <a:lnTo>
                    <a:pt x="420511" y="169039"/>
                  </a:lnTo>
                  <a:lnTo>
                    <a:pt x="421986" y="170111"/>
                  </a:lnTo>
                  <a:lnTo>
                    <a:pt x="423460" y="173041"/>
                  </a:lnTo>
                  <a:lnTo>
                    <a:pt x="424934" y="175634"/>
                  </a:lnTo>
                  <a:lnTo>
                    <a:pt x="426408" y="177959"/>
                  </a:lnTo>
                  <a:lnTo>
                    <a:pt x="427883" y="180025"/>
                  </a:lnTo>
                  <a:lnTo>
                    <a:pt x="429357" y="182091"/>
                  </a:lnTo>
                  <a:lnTo>
                    <a:pt x="430831" y="183734"/>
                  </a:lnTo>
                  <a:lnTo>
                    <a:pt x="432305" y="185214"/>
                  </a:lnTo>
                  <a:lnTo>
                    <a:pt x="433780" y="186537"/>
                  </a:lnTo>
                  <a:lnTo>
                    <a:pt x="435254" y="188198"/>
                  </a:lnTo>
                  <a:lnTo>
                    <a:pt x="436728" y="191124"/>
                  </a:lnTo>
                  <a:lnTo>
                    <a:pt x="438202" y="194050"/>
                  </a:lnTo>
                  <a:lnTo>
                    <a:pt x="439677" y="196976"/>
                  </a:lnTo>
                  <a:lnTo>
                    <a:pt x="441151" y="199947"/>
                  </a:lnTo>
                  <a:lnTo>
                    <a:pt x="442625" y="202917"/>
                  </a:lnTo>
                  <a:lnTo>
                    <a:pt x="444099" y="206111"/>
                  </a:lnTo>
                  <a:lnTo>
                    <a:pt x="445574" y="209081"/>
                  </a:lnTo>
                  <a:lnTo>
                    <a:pt x="447048" y="212534"/>
                  </a:lnTo>
                  <a:lnTo>
                    <a:pt x="448522" y="215987"/>
                  </a:lnTo>
                  <a:lnTo>
                    <a:pt x="449996" y="219440"/>
                  </a:lnTo>
                  <a:lnTo>
                    <a:pt x="451471" y="222893"/>
                  </a:lnTo>
                  <a:lnTo>
                    <a:pt x="452945" y="226346"/>
                  </a:lnTo>
                  <a:lnTo>
                    <a:pt x="454419" y="229505"/>
                  </a:lnTo>
                  <a:lnTo>
                    <a:pt x="455893" y="231757"/>
                  </a:lnTo>
                  <a:lnTo>
                    <a:pt x="457368" y="233661"/>
                  </a:lnTo>
                  <a:lnTo>
                    <a:pt x="458842" y="233884"/>
                  </a:lnTo>
                  <a:lnTo>
                    <a:pt x="460316" y="234106"/>
                  </a:lnTo>
                  <a:lnTo>
                    <a:pt x="461790" y="234328"/>
                  </a:lnTo>
                  <a:lnTo>
                    <a:pt x="463265" y="234550"/>
                  </a:lnTo>
                  <a:lnTo>
                    <a:pt x="464739" y="234772"/>
                  </a:lnTo>
                  <a:lnTo>
                    <a:pt x="466213" y="234550"/>
                  </a:lnTo>
                  <a:lnTo>
                    <a:pt x="467687" y="234328"/>
                  </a:lnTo>
                  <a:lnTo>
                    <a:pt x="469162" y="235340"/>
                  </a:lnTo>
                  <a:lnTo>
                    <a:pt x="470636" y="236968"/>
                  </a:lnTo>
                  <a:lnTo>
                    <a:pt x="472110" y="238596"/>
                  </a:lnTo>
                  <a:lnTo>
                    <a:pt x="473584" y="240224"/>
                  </a:lnTo>
                  <a:lnTo>
                    <a:pt x="475059" y="242106"/>
                  </a:lnTo>
                  <a:lnTo>
                    <a:pt x="476533" y="245337"/>
                  </a:lnTo>
                  <a:lnTo>
                    <a:pt x="478007" y="248567"/>
                  </a:lnTo>
                  <a:lnTo>
                    <a:pt x="479481" y="251538"/>
                  </a:lnTo>
                  <a:lnTo>
                    <a:pt x="480956" y="254107"/>
                  </a:lnTo>
                  <a:lnTo>
                    <a:pt x="482430" y="256676"/>
                  </a:lnTo>
                  <a:lnTo>
                    <a:pt x="483904" y="259647"/>
                  </a:lnTo>
                  <a:lnTo>
                    <a:pt x="485378" y="262618"/>
                  </a:lnTo>
                  <a:lnTo>
                    <a:pt x="486853" y="265811"/>
                  </a:lnTo>
                  <a:lnTo>
                    <a:pt x="488327" y="269790"/>
                  </a:lnTo>
                  <a:lnTo>
                    <a:pt x="489801" y="273770"/>
                  </a:lnTo>
                  <a:lnTo>
                    <a:pt x="491275" y="276997"/>
                  </a:lnTo>
                  <a:lnTo>
                    <a:pt x="492750" y="279639"/>
                  </a:lnTo>
                  <a:lnTo>
                    <a:pt x="494224" y="282280"/>
                  </a:lnTo>
                  <a:lnTo>
                    <a:pt x="495698" y="284920"/>
                  </a:lnTo>
                  <a:lnTo>
                    <a:pt x="497172" y="287300"/>
                  </a:lnTo>
                  <a:lnTo>
                    <a:pt x="498647" y="287823"/>
                  </a:lnTo>
                  <a:lnTo>
                    <a:pt x="500121" y="288346"/>
                  </a:lnTo>
                  <a:lnTo>
                    <a:pt x="501595" y="289136"/>
                  </a:lnTo>
                  <a:lnTo>
                    <a:pt x="503069" y="290186"/>
                  </a:lnTo>
                  <a:lnTo>
                    <a:pt x="504544" y="291236"/>
                  </a:lnTo>
                  <a:lnTo>
                    <a:pt x="506018" y="292028"/>
                  </a:lnTo>
                  <a:lnTo>
                    <a:pt x="507492" y="292819"/>
                  </a:lnTo>
                  <a:lnTo>
                    <a:pt x="508966" y="293346"/>
                  </a:lnTo>
                  <a:lnTo>
                    <a:pt x="510441" y="293346"/>
                  </a:lnTo>
                  <a:lnTo>
                    <a:pt x="511915" y="293346"/>
                  </a:lnTo>
                  <a:lnTo>
                    <a:pt x="513389" y="293124"/>
                  </a:lnTo>
                  <a:lnTo>
                    <a:pt x="514863" y="292902"/>
                  </a:lnTo>
                  <a:lnTo>
                    <a:pt x="516338" y="292500"/>
                  </a:lnTo>
                  <a:lnTo>
                    <a:pt x="517812" y="292098"/>
                  </a:lnTo>
                  <a:lnTo>
                    <a:pt x="519286" y="291474"/>
                  </a:lnTo>
                  <a:lnTo>
                    <a:pt x="520760" y="291072"/>
                  </a:lnTo>
                  <a:lnTo>
                    <a:pt x="522235" y="290670"/>
                  </a:lnTo>
                  <a:lnTo>
                    <a:pt x="523709" y="290670"/>
                  </a:lnTo>
                  <a:lnTo>
                    <a:pt x="525183" y="290670"/>
                  </a:lnTo>
                  <a:lnTo>
                    <a:pt x="526657" y="288993"/>
                  </a:lnTo>
                  <a:lnTo>
                    <a:pt x="528132" y="286378"/>
                  </a:lnTo>
                  <a:lnTo>
                    <a:pt x="529606" y="283147"/>
                  </a:lnTo>
                  <a:lnTo>
                    <a:pt x="531080" y="278570"/>
                  </a:lnTo>
                  <a:lnTo>
                    <a:pt x="532554" y="274186"/>
                  </a:lnTo>
                  <a:lnTo>
                    <a:pt x="534029" y="269579"/>
                  </a:lnTo>
                  <a:lnTo>
                    <a:pt x="535503" y="264972"/>
                  </a:lnTo>
                  <a:lnTo>
                    <a:pt x="536977" y="260366"/>
                  </a:lnTo>
                  <a:lnTo>
                    <a:pt x="538451" y="255759"/>
                  </a:lnTo>
                  <a:lnTo>
                    <a:pt x="539926" y="251153"/>
                  </a:lnTo>
                  <a:lnTo>
                    <a:pt x="541400" y="246768"/>
                  </a:lnTo>
                  <a:lnTo>
                    <a:pt x="542874" y="242384"/>
                  </a:lnTo>
                  <a:lnTo>
                    <a:pt x="544348" y="238000"/>
                  </a:lnTo>
                  <a:lnTo>
                    <a:pt x="545823" y="232644"/>
                  </a:lnTo>
                  <a:lnTo>
                    <a:pt x="547297" y="225867"/>
                  </a:lnTo>
                  <a:lnTo>
                    <a:pt x="548771" y="220098"/>
                  </a:lnTo>
                  <a:lnTo>
                    <a:pt x="550245" y="214933"/>
                  </a:lnTo>
                  <a:lnTo>
                    <a:pt x="551720" y="210288"/>
                  </a:lnTo>
                  <a:lnTo>
                    <a:pt x="553194" y="206051"/>
                  </a:lnTo>
                  <a:lnTo>
                    <a:pt x="554668" y="201185"/>
                  </a:lnTo>
                  <a:lnTo>
                    <a:pt x="556142" y="196721"/>
                  </a:lnTo>
                  <a:lnTo>
                    <a:pt x="557616" y="192256"/>
                  </a:lnTo>
                  <a:lnTo>
                    <a:pt x="559091" y="187390"/>
                  </a:lnTo>
                  <a:lnTo>
                    <a:pt x="560565" y="182001"/>
                  </a:lnTo>
                  <a:lnTo>
                    <a:pt x="562039" y="175649"/>
                  </a:lnTo>
                  <a:lnTo>
                    <a:pt x="563513" y="168769"/>
                  </a:lnTo>
                  <a:lnTo>
                    <a:pt x="564988" y="162111"/>
                  </a:lnTo>
                  <a:lnTo>
                    <a:pt x="566462" y="153050"/>
                  </a:lnTo>
                  <a:lnTo>
                    <a:pt x="567936" y="143498"/>
                  </a:lnTo>
                  <a:lnTo>
                    <a:pt x="569410" y="135163"/>
                  </a:lnTo>
                  <a:lnTo>
                    <a:pt x="570885" y="125844"/>
                  </a:lnTo>
                  <a:lnTo>
                    <a:pt x="572359" y="116475"/>
                  </a:lnTo>
                  <a:lnTo>
                    <a:pt x="573833" y="107366"/>
                  </a:lnTo>
                  <a:lnTo>
                    <a:pt x="575307" y="98925"/>
                  </a:lnTo>
                  <a:lnTo>
                    <a:pt x="576782" y="90860"/>
                  </a:lnTo>
                  <a:lnTo>
                    <a:pt x="578256" y="83062"/>
                  </a:lnTo>
                  <a:lnTo>
                    <a:pt x="579730" y="75528"/>
                  </a:lnTo>
                  <a:lnTo>
                    <a:pt x="581204" y="67259"/>
                  </a:lnTo>
                  <a:lnTo>
                    <a:pt x="582679" y="59350"/>
                  </a:lnTo>
                  <a:lnTo>
                    <a:pt x="584153" y="51891"/>
                  </a:lnTo>
                  <a:lnTo>
                    <a:pt x="585627" y="44959"/>
                  </a:lnTo>
                  <a:lnTo>
                    <a:pt x="587101" y="37690"/>
                  </a:lnTo>
                  <a:lnTo>
                    <a:pt x="588576" y="32132"/>
                  </a:lnTo>
                  <a:lnTo>
                    <a:pt x="590050" y="27610"/>
                  </a:lnTo>
                  <a:lnTo>
                    <a:pt x="591524" y="23490"/>
                  </a:lnTo>
                  <a:lnTo>
                    <a:pt x="592998" y="20568"/>
                  </a:lnTo>
                  <a:lnTo>
                    <a:pt x="594473" y="17713"/>
                  </a:lnTo>
                  <a:lnTo>
                    <a:pt x="595947" y="14521"/>
                  </a:lnTo>
                  <a:lnTo>
                    <a:pt x="597421" y="11328"/>
                  </a:lnTo>
                  <a:lnTo>
                    <a:pt x="598895" y="8071"/>
                  </a:lnTo>
                  <a:lnTo>
                    <a:pt x="600370" y="3915"/>
                  </a:lnTo>
                  <a:lnTo>
                    <a:pt x="601844" y="734"/>
                  </a:lnTo>
                  <a:lnTo>
                    <a:pt x="603318" y="25"/>
                  </a:lnTo>
                  <a:lnTo>
                    <a:pt x="604792" y="0"/>
                  </a:lnTo>
                  <a:lnTo>
                    <a:pt x="606267" y="2138"/>
                  </a:lnTo>
                  <a:lnTo>
                    <a:pt x="607741" y="4342"/>
                  </a:lnTo>
                  <a:lnTo>
                    <a:pt x="609215" y="6545"/>
                  </a:lnTo>
                  <a:lnTo>
                    <a:pt x="610689" y="9604"/>
                  </a:lnTo>
                  <a:lnTo>
                    <a:pt x="612164" y="13152"/>
                  </a:lnTo>
                  <a:lnTo>
                    <a:pt x="613638" y="16959"/>
                  </a:lnTo>
                  <a:lnTo>
                    <a:pt x="615112" y="20765"/>
                  </a:lnTo>
                  <a:lnTo>
                    <a:pt x="616586" y="24572"/>
                  </a:lnTo>
                  <a:lnTo>
                    <a:pt x="618061" y="28715"/>
                  </a:lnTo>
                  <a:lnTo>
                    <a:pt x="619535" y="32859"/>
                  </a:lnTo>
                  <a:lnTo>
                    <a:pt x="621009" y="37379"/>
                  </a:lnTo>
                  <a:lnTo>
                    <a:pt x="622483" y="44583"/>
                  </a:lnTo>
                  <a:lnTo>
                    <a:pt x="623958" y="51366"/>
                  </a:lnTo>
                  <a:lnTo>
                    <a:pt x="625432" y="57546"/>
                  </a:lnTo>
                  <a:lnTo>
                    <a:pt x="626906" y="63462"/>
                  </a:lnTo>
                  <a:lnTo>
                    <a:pt x="628380" y="69309"/>
                  </a:lnTo>
                  <a:lnTo>
                    <a:pt x="629855" y="75447"/>
                  </a:lnTo>
                  <a:lnTo>
                    <a:pt x="631329" y="81585"/>
                  </a:lnTo>
                  <a:lnTo>
                    <a:pt x="632803" y="87724"/>
                  </a:lnTo>
                  <a:lnTo>
                    <a:pt x="634277" y="93862"/>
                  </a:lnTo>
                  <a:lnTo>
                    <a:pt x="635752" y="100000"/>
                  </a:lnTo>
                  <a:lnTo>
                    <a:pt x="637226" y="106880"/>
                  </a:lnTo>
                  <a:lnTo>
                    <a:pt x="638700" y="113760"/>
                  </a:lnTo>
                  <a:lnTo>
                    <a:pt x="640174" y="120150"/>
                  </a:lnTo>
                  <a:lnTo>
                    <a:pt x="641649" y="128946"/>
                  </a:lnTo>
                  <a:lnTo>
                    <a:pt x="643123" y="138234"/>
                  </a:lnTo>
                  <a:lnTo>
                    <a:pt x="644597" y="146045"/>
                  </a:lnTo>
                  <a:lnTo>
                    <a:pt x="646071" y="155105"/>
                  </a:lnTo>
                  <a:lnTo>
                    <a:pt x="647546" y="163951"/>
                  </a:lnTo>
                  <a:lnTo>
                    <a:pt x="649020" y="172270"/>
                  </a:lnTo>
                  <a:lnTo>
                    <a:pt x="650494" y="179661"/>
                  </a:lnTo>
                  <a:lnTo>
                    <a:pt x="651968" y="186676"/>
                  </a:lnTo>
                  <a:lnTo>
                    <a:pt x="653443" y="193424"/>
                  </a:lnTo>
                  <a:lnTo>
                    <a:pt x="654917" y="199907"/>
                  </a:lnTo>
                  <a:lnTo>
                    <a:pt x="656391" y="207384"/>
                  </a:lnTo>
                  <a:lnTo>
                    <a:pt x="657865" y="214502"/>
                  </a:lnTo>
                  <a:lnTo>
                    <a:pt x="659340" y="221694"/>
                  </a:lnTo>
                  <a:lnTo>
                    <a:pt x="660814" y="228886"/>
                  </a:lnTo>
                  <a:lnTo>
                    <a:pt x="662288" y="236415"/>
                  </a:lnTo>
                  <a:lnTo>
                    <a:pt x="663762" y="242195"/>
                  </a:lnTo>
                  <a:lnTo>
                    <a:pt x="665237" y="246939"/>
                  </a:lnTo>
                  <a:lnTo>
                    <a:pt x="666711" y="250815"/>
                  </a:lnTo>
                  <a:lnTo>
                    <a:pt x="668185" y="252288"/>
                  </a:lnTo>
                  <a:lnTo>
                    <a:pt x="669659" y="253696"/>
                  </a:lnTo>
                  <a:lnTo>
                    <a:pt x="671134" y="254218"/>
                  </a:lnTo>
                  <a:lnTo>
                    <a:pt x="672608" y="254360"/>
                  </a:lnTo>
                  <a:lnTo>
                    <a:pt x="674082" y="254164"/>
                  </a:lnTo>
                  <a:lnTo>
                    <a:pt x="675556" y="254868"/>
                  </a:lnTo>
                  <a:lnTo>
                    <a:pt x="677031" y="256274"/>
                  </a:lnTo>
                  <a:lnTo>
                    <a:pt x="678505" y="256145"/>
                  </a:lnTo>
                  <a:lnTo>
                    <a:pt x="679979" y="255948"/>
                  </a:lnTo>
                  <a:lnTo>
                    <a:pt x="681453" y="254019"/>
                  </a:lnTo>
                  <a:lnTo>
                    <a:pt x="682928" y="249666"/>
                  </a:lnTo>
                  <a:lnTo>
                    <a:pt x="684402" y="245314"/>
                  </a:lnTo>
                  <a:lnTo>
                    <a:pt x="685876" y="239239"/>
                  </a:lnTo>
                  <a:lnTo>
                    <a:pt x="687350" y="231658"/>
                  </a:lnTo>
                  <a:lnTo>
                    <a:pt x="688825" y="223974"/>
                  </a:lnTo>
                  <a:lnTo>
                    <a:pt x="690299" y="216876"/>
                  </a:lnTo>
                  <a:lnTo>
                    <a:pt x="691773" y="209777"/>
                  </a:lnTo>
                  <a:lnTo>
                    <a:pt x="693247" y="203189"/>
                  </a:lnTo>
                  <a:lnTo>
                    <a:pt x="694722" y="196897"/>
                  </a:lnTo>
                  <a:lnTo>
                    <a:pt x="696196" y="191200"/>
                  </a:lnTo>
                  <a:lnTo>
                    <a:pt x="697670" y="184239"/>
                  </a:lnTo>
                  <a:lnTo>
                    <a:pt x="699144" y="176693"/>
                  </a:lnTo>
                  <a:lnTo>
                    <a:pt x="700619" y="169146"/>
                  </a:lnTo>
                  <a:lnTo>
                    <a:pt x="702093" y="161341"/>
                  </a:lnTo>
                  <a:lnTo>
                    <a:pt x="703567" y="153627"/>
                  </a:lnTo>
                  <a:lnTo>
                    <a:pt x="705041" y="148500"/>
                  </a:lnTo>
                  <a:lnTo>
                    <a:pt x="706516" y="143373"/>
                  </a:lnTo>
                  <a:lnTo>
                    <a:pt x="707990" y="139428"/>
                  </a:lnTo>
                  <a:lnTo>
                    <a:pt x="709464" y="137168"/>
                  </a:lnTo>
                  <a:lnTo>
                    <a:pt x="710938" y="136018"/>
                  </a:lnTo>
                  <a:lnTo>
                    <a:pt x="712413" y="134866"/>
                  </a:lnTo>
                  <a:lnTo>
                    <a:pt x="713887" y="133716"/>
                  </a:lnTo>
                  <a:lnTo>
                    <a:pt x="715361" y="132832"/>
                  </a:lnTo>
                  <a:lnTo>
                    <a:pt x="716835" y="131681"/>
                  </a:lnTo>
                  <a:lnTo>
                    <a:pt x="718310" y="130530"/>
                  </a:lnTo>
                  <a:lnTo>
                    <a:pt x="719784" y="129379"/>
                  </a:lnTo>
                  <a:lnTo>
                    <a:pt x="721258" y="127964"/>
                  </a:lnTo>
                  <a:lnTo>
                    <a:pt x="722732" y="126813"/>
                  </a:lnTo>
                  <a:lnTo>
                    <a:pt x="724207" y="125929"/>
                  </a:lnTo>
                  <a:lnTo>
                    <a:pt x="725681" y="125305"/>
                  </a:lnTo>
                  <a:lnTo>
                    <a:pt x="727155" y="124681"/>
                  </a:lnTo>
                  <a:lnTo>
                    <a:pt x="728629" y="124057"/>
                  </a:lnTo>
                  <a:lnTo>
                    <a:pt x="730104" y="123433"/>
                  </a:lnTo>
                  <a:lnTo>
                    <a:pt x="731578" y="122808"/>
                  </a:lnTo>
                  <a:lnTo>
                    <a:pt x="733052" y="122184"/>
                  </a:lnTo>
                  <a:lnTo>
                    <a:pt x="734526" y="121301"/>
                  </a:lnTo>
                  <a:lnTo>
                    <a:pt x="736001" y="120417"/>
                  </a:lnTo>
                  <a:lnTo>
                    <a:pt x="737475" y="119935"/>
                  </a:lnTo>
                  <a:lnTo>
                    <a:pt x="738949" y="119713"/>
                  </a:lnTo>
                  <a:lnTo>
                    <a:pt x="740423" y="119491"/>
                  </a:lnTo>
                  <a:lnTo>
                    <a:pt x="741898" y="120137"/>
                  </a:lnTo>
                  <a:lnTo>
                    <a:pt x="743372" y="121987"/>
                  </a:lnTo>
                  <a:lnTo>
                    <a:pt x="744846" y="123837"/>
                  </a:lnTo>
                  <a:lnTo>
                    <a:pt x="746320" y="126908"/>
                  </a:lnTo>
                  <a:lnTo>
                    <a:pt x="747795" y="130361"/>
                  </a:lnTo>
                  <a:lnTo>
                    <a:pt x="749269" y="133814"/>
                  </a:lnTo>
                  <a:lnTo>
                    <a:pt x="750743" y="137267"/>
                  </a:lnTo>
                  <a:lnTo>
                    <a:pt x="752217" y="140719"/>
                  </a:lnTo>
                  <a:lnTo>
                    <a:pt x="753691" y="144172"/>
                  </a:lnTo>
                  <a:lnTo>
                    <a:pt x="755166" y="147625"/>
                  </a:lnTo>
                  <a:lnTo>
                    <a:pt x="756640" y="151993"/>
                  </a:lnTo>
                  <a:lnTo>
                    <a:pt x="758114" y="157941"/>
                  </a:lnTo>
                  <a:lnTo>
                    <a:pt x="759588" y="162222"/>
                  </a:lnTo>
                  <a:lnTo>
                    <a:pt x="761063" y="166949"/>
                  </a:lnTo>
                  <a:lnTo>
                    <a:pt x="762537" y="171512"/>
                  </a:lnTo>
                  <a:lnTo>
                    <a:pt x="764011" y="175919"/>
                  </a:lnTo>
                  <a:lnTo>
                    <a:pt x="765485" y="179741"/>
                  </a:lnTo>
                  <a:lnTo>
                    <a:pt x="766960" y="183563"/>
                  </a:lnTo>
                  <a:lnTo>
                    <a:pt x="768434" y="185740"/>
                  </a:lnTo>
                  <a:lnTo>
                    <a:pt x="769908" y="186419"/>
                  </a:lnTo>
                  <a:lnTo>
                    <a:pt x="771382" y="186419"/>
                  </a:lnTo>
                  <a:lnTo>
                    <a:pt x="772857" y="186419"/>
                  </a:lnTo>
                  <a:lnTo>
                    <a:pt x="774331" y="186419"/>
                  </a:lnTo>
                  <a:lnTo>
                    <a:pt x="775805" y="186419"/>
                  </a:lnTo>
                  <a:lnTo>
                    <a:pt x="777279" y="186419"/>
                  </a:lnTo>
                  <a:lnTo>
                    <a:pt x="778754" y="185991"/>
                  </a:lnTo>
                  <a:lnTo>
                    <a:pt x="780228" y="183678"/>
                  </a:lnTo>
                  <a:lnTo>
                    <a:pt x="781702" y="182265"/>
                  </a:lnTo>
                  <a:lnTo>
                    <a:pt x="783176" y="180008"/>
                  </a:lnTo>
                  <a:lnTo>
                    <a:pt x="784651" y="177141"/>
                  </a:lnTo>
                  <a:lnTo>
                    <a:pt x="786125" y="173688"/>
                  </a:lnTo>
                  <a:lnTo>
                    <a:pt x="787599" y="170235"/>
                  </a:lnTo>
                  <a:lnTo>
                    <a:pt x="789073" y="166782"/>
                  </a:lnTo>
                  <a:lnTo>
                    <a:pt x="790548" y="164184"/>
                  </a:lnTo>
                  <a:lnTo>
                    <a:pt x="792022" y="163132"/>
                  </a:lnTo>
                  <a:lnTo>
                    <a:pt x="793496" y="163132"/>
                  </a:lnTo>
                  <a:lnTo>
                    <a:pt x="794970" y="163132"/>
                  </a:lnTo>
                  <a:lnTo>
                    <a:pt x="796445" y="163132"/>
                  </a:lnTo>
                  <a:lnTo>
                    <a:pt x="797919" y="163132"/>
                  </a:lnTo>
                  <a:lnTo>
                    <a:pt x="799393" y="163132"/>
                  </a:lnTo>
                  <a:lnTo>
                    <a:pt x="800867" y="163132"/>
                  </a:lnTo>
                  <a:lnTo>
                    <a:pt x="802342" y="163132"/>
                  </a:lnTo>
                  <a:lnTo>
                    <a:pt x="803816" y="163132"/>
                  </a:lnTo>
                  <a:lnTo>
                    <a:pt x="805290" y="163132"/>
                  </a:lnTo>
                  <a:lnTo>
                    <a:pt x="806764" y="163132"/>
                  </a:lnTo>
                  <a:lnTo>
                    <a:pt x="808239" y="163132"/>
                  </a:lnTo>
                  <a:lnTo>
                    <a:pt x="809713" y="163132"/>
                  </a:lnTo>
                  <a:lnTo>
                    <a:pt x="811187" y="163132"/>
                  </a:lnTo>
                  <a:lnTo>
                    <a:pt x="812661" y="162730"/>
                  </a:lnTo>
                  <a:lnTo>
                    <a:pt x="814136" y="162328"/>
                  </a:lnTo>
                  <a:lnTo>
                    <a:pt x="815610" y="161926"/>
                  </a:lnTo>
                  <a:lnTo>
                    <a:pt x="817084" y="161524"/>
                  </a:lnTo>
                  <a:lnTo>
                    <a:pt x="818558" y="161122"/>
                  </a:lnTo>
                  <a:lnTo>
                    <a:pt x="820033" y="160720"/>
                  </a:lnTo>
                  <a:lnTo>
                    <a:pt x="821507" y="160318"/>
                  </a:lnTo>
                  <a:lnTo>
                    <a:pt x="822981" y="159916"/>
                  </a:lnTo>
                  <a:lnTo>
                    <a:pt x="824455" y="159515"/>
                  </a:lnTo>
                  <a:lnTo>
                    <a:pt x="825930" y="159113"/>
                  </a:lnTo>
                  <a:lnTo>
                    <a:pt x="827404" y="158711"/>
                  </a:lnTo>
                  <a:lnTo>
                    <a:pt x="828878" y="158309"/>
                  </a:lnTo>
                  <a:lnTo>
                    <a:pt x="830352" y="157907"/>
                  </a:lnTo>
                  <a:lnTo>
                    <a:pt x="831827" y="157506"/>
                  </a:lnTo>
                  <a:lnTo>
                    <a:pt x="833301" y="157689"/>
                  </a:lnTo>
                  <a:lnTo>
                    <a:pt x="834775" y="159540"/>
                  </a:lnTo>
                  <a:lnTo>
                    <a:pt x="836249" y="161811"/>
                  </a:lnTo>
                  <a:lnTo>
                    <a:pt x="837724" y="165264"/>
                  </a:lnTo>
                  <a:lnTo>
                    <a:pt x="839198" y="168716"/>
                  </a:lnTo>
                  <a:lnTo>
                    <a:pt x="840672" y="172169"/>
                  </a:lnTo>
                  <a:lnTo>
                    <a:pt x="842146" y="175036"/>
                  </a:lnTo>
                  <a:lnTo>
                    <a:pt x="843621" y="176293"/>
                  </a:lnTo>
                  <a:lnTo>
                    <a:pt x="845095" y="178292"/>
                  </a:lnTo>
                  <a:lnTo>
                    <a:pt x="846569" y="180243"/>
                  </a:lnTo>
                  <a:lnTo>
                    <a:pt x="848043" y="181507"/>
                  </a:lnTo>
                  <a:lnTo>
                    <a:pt x="849518" y="182772"/>
                  </a:lnTo>
                  <a:lnTo>
                    <a:pt x="850992" y="184036"/>
                  </a:lnTo>
                  <a:lnTo>
                    <a:pt x="852466" y="185301"/>
                  </a:lnTo>
                  <a:lnTo>
                    <a:pt x="853940" y="185917"/>
                  </a:lnTo>
                  <a:lnTo>
                    <a:pt x="855415" y="185551"/>
                  </a:lnTo>
                  <a:lnTo>
                    <a:pt x="856889" y="184286"/>
                  </a:lnTo>
                  <a:lnTo>
                    <a:pt x="858363" y="182684"/>
                  </a:lnTo>
                  <a:lnTo>
                    <a:pt x="859837" y="180006"/>
                  </a:lnTo>
                  <a:lnTo>
                    <a:pt x="861312" y="177328"/>
                  </a:lnTo>
                  <a:lnTo>
                    <a:pt x="862786" y="174650"/>
                  </a:lnTo>
                  <a:lnTo>
                    <a:pt x="864260" y="172336"/>
                  </a:lnTo>
                  <a:lnTo>
                    <a:pt x="865734" y="171040"/>
                  </a:lnTo>
                  <a:lnTo>
                    <a:pt x="867209" y="168640"/>
                  </a:lnTo>
                  <a:lnTo>
                    <a:pt x="868683" y="165961"/>
                  </a:lnTo>
                  <a:lnTo>
                    <a:pt x="870157" y="164111"/>
                  </a:lnTo>
                  <a:lnTo>
                    <a:pt x="871631" y="162261"/>
                  </a:lnTo>
                  <a:lnTo>
                    <a:pt x="873106" y="160813"/>
                  </a:lnTo>
                  <a:lnTo>
                    <a:pt x="874580" y="159587"/>
                  </a:lnTo>
                  <a:lnTo>
                    <a:pt x="876054" y="159510"/>
                  </a:lnTo>
                  <a:lnTo>
                    <a:pt x="877528" y="160394"/>
                  </a:lnTo>
                  <a:lnTo>
                    <a:pt x="879003" y="161278"/>
                  </a:lnTo>
                  <a:lnTo>
                    <a:pt x="880477" y="162162"/>
                  </a:lnTo>
                  <a:lnTo>
                    <a:pt x="881951" y="163045"/>
                  </a:lnTo>
                  <a:lnTo>
                    <a:pt x="883425" y="163929"/>
                  </a:lnTo>
                  <a:lnTo>
                    <a:pt x="884900" y="165080"/>
                  </a:lnTo>
                  <a:lnTo>
                    <a:pt x="886374" y="166231"/>
                  </a:lnTo>
                  <a:lnTo>
                    <a:pt x="887848" y="167381"/>
                  </a:lnTo>
                  <a:lnTo>
                    <a:pt x="889322" y="168532"/>
                  </a:lnTo>
                  <a:lnTo>
                    <a:pt x="890797" y="169683"/>
                  </a:lnTo>
                  <a:lnTo>
                    <a:pt x="892271" y="170834"/>
                  </a:lnTo>
                  <a:lnTo>
                    <a:pt x="893745" y="172250"/>
                  </a:lnTo>
                  <a:lnTo>
                    <a:pt x="895219" y="173401"/>
                  </a:lnTo>
                  <a:lnTo>
                    <a:pt x="896694" y="174284"/>
                  </a:lnTo>
                  <a:lnTo>
                    <a:pt x="898168" y="174909"/>
                  </a:lnTo>
                  <a:lnTo>
                    <a:pt x="899642" y="175533"/>
                  </a:lnTo>
                  <a:lnTo>
                    <a:pt x="901116" y="176416"/>
                  </a:lnTo>
                  <a:lnTo>
                    <a:pt x="902591" y="177832"/>
                  </a:lnTo>
                  <a:lnTo>
                    <a:pt x="904065" y="179506"/>
                  </a:lnTo>
                  <a:lnTo>
                    <a:pt x="905539" y="179667"/>
                  </a:lnTo>
                  <a:lnTo>
                    <a:pt x="907013" y="179161"/>
                  </a:lnTo>
                  <a:lnTo>
                    <a:pt x="908488" y="178165"/>
                  </a:lnTo>
                  <a:lnTo>
                    <a:pt x="909962" y="177169"/>
                  </a:lnTo>
                  <a:lnTo>
                    <a:pt x="911436" y="176596"/>
                  </a:lnTo>
                  <a:lnTo>
                    <a:pt x="912910" y="176023"/>
                  </a:lnTo>
                  <a:lnTo>
                    <a:pt x="914385" y="175803"/>
                  </a:lnTo>
                  <a:lnTo>
                    <a:pt x="915859" y="175230"/>
                  </a:lnTo>
                  <a:lnTo>
                    <a:pt x="917333" y="175243"/>
                  </a:lnTo>
                  <a:lnTo>
                    <a:pt x="918807" y="178017"/>
                  </a:lnTo>
                  <a:lnTo>
                    <a:pt x="920282" y="181250"/>
                  </a:lnTo>
                  <a:lnTo>
                    <a:pt x="921756" y="185211"/>
                  </a:lnTo>
                  <a:lnTo>
                    <a:pt x="923230" y="189857"/>
                  </a:lnTo>
                  <a:lnTo>
                    <a:pt x="924704" y="194151"/>
                  </a:lnTo>
                  <a:lnTo>
                    <a:pt x="926179" y="198445"/>
                  </a:lnTo>
                  <a:lnTo>
                    <a:pt x="927653" y="204341"/>
                  </a:lnTo>
                  <a:lnTo>
                    <a:pt x="929127" y="211593"/>
                  </a:lnTo>
                  <a:lnTo>
                    <a:pt x="930601" y="220180"/>
                  </a:lnTo>
                  <a:lnTo>
                    <a:pt x="932076" y="228768"/>
                  </a:lnTo>
                  <a:lnTo>
                    <a:pt x="933550" y="236910"/>
                  </a:lnTo>
                  <a:lnTo>
                    <a:pt x="935024" y="245052"/>
                  </a:lnTo>
                  <a:lnTo>
                    <a:pt x="936498" y="253194"/>
                  </a:lnTo>
                  <a:lnTo>
                    <a:pt x="937973" y="261336"/>
                  </a:lnTo>
                  <a:lnTo>
                    <a:pt x="939447" y="269112"/>
                  </a:lnTo>
                  <a:lnTo>
                    <a:pt x="940921" y="274681"/>
                  </a:lnTo>
                  <a:lnTo>
                    <a:pt x="942395" y="279808"/>
                  </a:lnTo>
                  <a:lnTo>
                    <a:pt x="943870" y="285167"/>
                  </a:lnTo>
                  <a:lnTo>
                    <a:pt x="945344" y="288400"/>
                  </a:lnTo>
                  <a:lnTo>
                    <a:pt x="946818" y="291212"/>
                  </a:lnTo>
                  <a:lnTo>
                    <a:pt x="948292" y="292440"/>
                  </a:lnTo>
                  <a:lnTo>
                    <a:pt x="949766" y="291293"/>
                  </a:lnTo>
                  <a:lnTo>
                    <a:pt x="951241" y="287844"/>
                  </a:lnTo>
                  <a:lnTo>
                    <a:pt x="952715" y="282870"/>
                  </a:lnTo>
                  <a:lnTo>
                    <a:pt x="954189" y="277896"/>
                  </a:lnTo>
                  <a:lnTo>
                    <a:pt x="955663" y="272923"/>
                  </a:lnTo>
                  <a:lnTo>
                    <a:pt x="957138" y="267949"/>
                  </a:lnTo>
                  <a:lnTo>
                    <a:pt x="958612" y="262975"/>
                  </a:lnTo>
                  <a:lnTo>
                    <a:pt x="960086" y="257735"/>
                  </a:lnTo>
                  <a:lnTo>
                    <a:pt x="961560" y="252494"/>
                  </a:lnTo>
                  <a:lnTo>
                    <a:pt x="963035" y="247728"/>
                  </a:lnTo>
                  <a:lnTo>
                    <a:pt x="964509" y="242962"/>
                  </a:lnTo>
                  <a:lnTo>
                    <a:pt x="965983" y="237822"/>
                  </a:lnTo>
                  <a:lnTo>
                    <a:pt x="967457" y="233094"/>
                  </a:lnTo>
                  <a:lnTo>
                    <a:pt x="968932" y="228378"/>
                  </a:lnTo>
                  <a:lnTo>
                    <a:pt x="970406" y="224794"/>
                  </a:lnTo>
                  <a:lnTo>
                    <a:pt x="971880" y="222839"/>
                  </a:lnTo>
                  <a:lnTo>
                    <a:pt x="973354" y="222836"/>
                  </a:lnTo>
                  <a:lnTo>
                    <a:pt x="974829" y="223886"/>
                  </a:lnTo>
                  <a:lnTo>
                    <a:pt x="976303" y="225013"/>
                  </a:lnTo>
                  <a:lnTo>
                    <a:pt x="977777" y="225609"/>
                  </a:lnTo>
                  <a:lnTo>
                    <a:pt x="979251" y="225946"/>
                  </a:lnTo>
                  <a:lnTo>
                    <a:pt x="980726" y="227796"/>
                  </a:lnTo>
                  <a:lnTo>
                    <a:pt x="982200" y="230759"/>
                  </a:lnTo>
                  <a:lnTo>
                    <a:pt x="983674" y="233766"/>
                  </a:lnTo>
                  <a:lnTo>
                    <a:pt x="985148" y="235913"/>
                  </a:lnTo>
                  <a:lnTo>
                    <a:pt x="986623" y="237369"/>
                  </a:lnTo>
                  <a:lnTo>
                    <a:pt x="988097" y="238826"/>
                  </a:lnTo>
                  <a:lnTo>
                    <a:pt x="989571" y="239929"/>
                  </a:lnTo>
                  <a:lnTo>
                    <a:pt x="991045" y="241386"/>
                  </a:lnTo>
                  <a:lnTo>
                    <a:pt x="992520" y="242843"/>
                  </a:lnTo>
                  <a:lnTo>
                    <a:pt x="993994" y="243946"/>
                  </a:lnTo>
                  <a:lnTo>
                    <a:pt x="995468" y="245050"/>
                  </a:lnTo>
                  <a:lnTo>
                    <a:pt x="996942" y="246154"/>
                  </a:lnTo>
                  <a:lnTo>
                    <a:pt x="998417" y="246998"/>
                  </a:lnTo>
                  <a:lnTo>
                    <a:pt x="999891" y="248195"/>
                  </a:lnTo>
                  <a:lnTo>
                    <a:pt x="1001365" y="249391"/>
                  </a:lnTo>
                  <a:lnTo>
                    <a:pt x="1002839" y="248985"/>
                  </a:lnTo>
                  <a:lnTo>
                    <a:pt x="1004314" y="247651"/>
                  </a:lnTo>
                  <a:lnTo>
                    <a:pt x="1005788" y="245596"/>
                  </a:lnTo>
                  <a:lnTo>
                    <a:pt x="1007262" y="243542"/>
                  </a:lnTo>
                  <a:lnTo>
                    <a:pt x="1008736" y="241932"/>
                  </a:lnTo>
                  <a:lnTo>
                    <a:pt x="1010211" y="240323"/>
                  </a:lnTo>
                  <a:lnTo>
                    <a:pt x="1011685" y="238714"/>
                  </a:lnTo>
                  <a:lnTo>
                    <a:pt x="1013159" y="237105"/>
                  </a:lnTo>
                  <a:lnTo>
                    <a:pt x="1014633" y="235496"/>
                  </a:lnTo>
                  <a:lnTo>
                    <a:pt x="1016108" y="234224"/>
                  </a:lnTo>
                  <a:lnTo>
                    <a:pt x="1017582" y="232952"/>
                  </a:lnTo>
                  <a:lnTo>
                    <a:pt x="1019056" y="230672"/>
                  </a:lnTo>
                  <a:lnTo>
                    <a:pt x="1020530" y="229289"/>
                  </a:lnTo>
                  <a:lnTo>
                    <a:pt x="1022005" y="228327"/>
                  </a:lnTo>
                  <a:lnTo>
                    <a:pt x="1023479" y="228547"/>
                  </a:lnTo>
                  <a:lnTo>
                    <a:pt x="1024953" y="231322"/>
                  </a:lnTo>
                  <a:lnTo>
                    <a:pt x="1026427" y="235251"/>
                  </a:lnTo>
                  <a:lnTo>
                    <a:pt x="1027902" y="239742"/>
                  </a:lnTo>
                  <a:lnTo>
                    <a:pt x="1029376" y="244234"/>
                  </a:lnTo>
                  <a:lnTo>
                    <a:pt x="1030850" y="248726"/>
                  </a:lnTo>
                  <a:lnTo>
                    <a:pt x="1032324" y="253217"/>
                  </a:lnTo>
                  <a:lnTo>
                    <a:pt x="1033799" y="257709"/>
                  </a:lnTo>
                  <a:lnTo>
                    <a:pt x="1035273" y="262201"/>
                  </a:lnTo>
                  <a:lnTo>
                    <a:pt x="1036747" y="266692"/>
                  </a:lnTo>
                  <a:lnTo>
                    <a:pt x="1038221" y="270709"/>
                  </a:lnTo>
                  <a:lnTo>
                    <a:pt x="1039696" y="274948"/>
                  </a:lnTo>
                  <a:lnTo>
                    <a:pt x="1041170" y="279821"/>
                  </a:lnTo>
                  <a:lnTo>
                    <a:pt x="1042644" y="284282"/>
                  </a:lnTo>
                  <a:lnTo>
                    <a:pt x="1044118" y="288467"/>
                  </a:lnTo>
                  <a:lnTo>
                    <a:pt x="1045593" y="291783"/>
                  </a:lnTo>
                  <a:lnTo>
                    <a:pt x="1047067" y="293478"/>
                  </a:lnTo>
                  <a:lnTo>
                    <a:pt x="1048541" y="293481"/>
                  </a:lnTo>
                  <a:lnTo>
                    <a:pt x="1050015" y="292431"/>
                  </a:lnTo>
                  <a:lnTo>
                    <a:pt x="1051490" y="290623"/>
                  </a:lnTo>
                  <a:lnTo>
                    <a:pt x="1052964" y="287646"/>
                  </a:lnTo>
                  <a:lnTo>
                    <a:pt x="1054438" y="284936"/>
                  </a:lnTo>
                  <a:lnTo>
                    <a:pt x="1055912" y="281804"/>
                  </a:lnTo>
                  <a:lnTo>
                    <a:pt x="1057387" y="277906"/>
                  </a:lnTo>
                  <a:lnTo>
                    <a:pt x="1058861" y="274454"/>
                  </a:lnTo>
                  <a:lnTo>
                    <a:pt x="1060335" y="272307"/>
                  </a:lnTo>
                  <a:lnTo>
                    <a:pt x="1061809" y="269981"/>
                  </a:lnTo>
                  <a:lnTo>
                    <a:pt x="1063284" y="267656"/>
                  </a:lnTo>
                  <a:lnTo>
                    <a:pt x="1064758" y="265330"/>
                  </a:lnTo>
                  <a:lnTo>
                    <a:pt x="1066232" y="263005"/>
                  </a:lnTo>
                  <a:lnTo>
                    <a:pt x="1067706" y="260679"/>
                  </a:lnTo>
                  <a:lnTo>
                    <a:pt x="1069181" y="258354"/>
                  </a:lnTo>
                  <a:lnTo>
                    <a:pt x="1070655" y="256029"/>
                  </a:lnTo>
                  <a:lnTo>
                    <a:pt x="1072129" y="254148"/>
                  </a:lnTo>
                  <a:lnTo>
                    <a:pt x="1073603" y="252620"/>
                  </a:lnTo>
                  <a:lnTo>
                    <a:pt x="1075078" y="252157"/>
                  </a:lnTo>
                  <a:lnTo>
                    <a:pt x="1076552" y="251693"/>
                  </a:lnTo>
                  <a:lnTo>
                    <a:pt x="1078026" y="251667"/>
                  </a:lnTo>
                  <a:lnTo>
                    <a:pt x="1079500" y="252416"/>
                  </a:lnTo>
                  <a:lnTo>
                    <a:pt x="1080975" y="253164"/>
                  </a:lnTo>
                  <a:lnTo>
                    <a:pt x="1082449" y="253387"/>
                  </a:lnTo>
                  <a:lnTo>
                    <a:pt x="1083923" y="253609"/>
                  </a:lnTo>
                  <a:lnTo>
                    <a:pt x="1085397" y="253831"/>
                  </a:lnTo>
                  <a:lnTo>
                    <a:pt x="1086872" y="253831"/>
                  </a:lnTo>
                  <a:lnTo>
                    <a:pt x="1088346" y="254053"/>
                  </a:lnTo>
                  <a:lnTo>
                    <a:pt x="1089820" y="254275"/>
                  </a:lnTo>
                  <a:lnTo>
                    <a:pt x="1091294" y="254497"/>
                  </a:lnTo>
                  <a:lnTo>
                    <a:pt x="1092769" y="254720"/>
                  </a:lnTo>
                  <a:lnTo>
                    <a:pt x="1094243" y="254720"/>
                  </a:lnTo>
                  <a:lnTo>
                    <a:pt x="1095717" y="255121"/>
                  </a:lnTo>
                  <a:lnTo>
                    <a:pt x="1097191" y="255523"/>
                  </a:lnTo>
                  <a:lnTo>
                    <a:pt x="1098666" y="255925"/>
                  </a:lnTo>
                  <a:lnTo>
                    <a:pt x="1100140" y="255925"/>
                  </a:lnTo>
                  <a:lnTo>
                    <a:pt x="1101614" y="255925"/>
                  </a:lnTo>
                  <a:lnTo>
                    <a:pt x="1103088" y="255925"/>
                  </a:lnTo>
                  <a:lnTo>
                    <a:pt x="1104563" y="255925"/>
                  </a:lnTo>
                  <a:lnTo>
                    <a:pt x="1106037" y="255925"/>
                  </a:lnTo>
                  <a:lnTo>
                    <a:pt x="1107511" y="255925"/>
                  </a:lnTo>
                  <a:lnTo>
                    <a:pt x="1108985" y="255925"/>
                  </a:lnTo>
                  <a:lnTo>
                    <a:pt x="1110460" y="255925"/>
                  </a:lnTo>
                  <a:lnTo>
                    <a:pt x="1111934" y="255925"/>
                  </a:lnTo>
                  <a:lnTo>
                    <a:pt x="1113408" y="255925"/>
                  </a:lnTo>
                  <a:lnTo>
                    <a:pt x="1114882" y="255703"/>
                  </a:lnTo>
                  <a:lnTo>
                    <a:pt x="1116357" y="255222"/>
                  </a:lnTo>
                  <a:lnTo>
                    <a:pt x="1117831" y="254740"/>
                  </a:lnTo>
                  <a:lnTo>
                    <a:pt x="1119305" y="254258"/>
                  </a:lnTo>
                  <a:lnTo>
                    <a:pt x="1120779" y="253776"/>
                  </a:lnTo>
                  <a:lnTo>
                    <a:pt x="1122254" y="253776"/>
                  </a:lnTo>
                  <a:lnTo>
                    <a:pt x="1123728" y="25377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88720" y="2053397"/>
              <a:ext cx="0" cy="1697088"/>
            </a:xfrm>
            <a:custGeom>
              <a:avLst/>
              <a:pathLst>
                <a:path w="0" h="1697088">
                  <a:moveTo>
                    <a:pt x="0" y="169708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097280" y="375048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097280" y="332621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097280" y="290194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97280" y="247767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97280" y="205339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 rot="-5400000">
              <a:off x="864154" y="3693857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863149" y="3268580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5" name="tx14"/>
            <p:cNvSpPr/>
            <p:nvPr/>
          </p:nvSpPr>
          <p:spPr>
            <a:xfrm rot="-5400000">
              <a:off x="865233" y="2846392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6" name="tx15"/>
            <p:cNvSpPr/>
            <p:nvPr/>
          </p:nvSpPr>
          <p:spPr>
            <a:xfrm rot="-5400000">
              <a:off x="863149" y="2420036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7" name="tx16"/>
            <p:cNvSpPr/>
            <p:nvPr/>
          </p:nvSpPr>
          <p:spPr>
            <a:xfrm rot="-5400000">
              <a:off x="863149" y="1995764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18" name="pg17"/>
            <p:cNvSpPr/>
            <p:nvPr/>
          </p:nvSpPr>
          <p:spPr>
            <a:xfrm>
              <a:off x="1188720" y="1965959"/>
              <a:ext cx="6766559" cy="1897221"/>
            </a:xfrm>
            <a:custGeom>
              <a:avLst/>
              <a:pathLst>
                <a:path w="6766559" h="1897221">
                  <a:moveTo>
                    <a:pt x="0" y="1897221"/>
                  </a:moveTo>
                  <a:lnTo>
                    <a:pt x="6766559" y="1897221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3861866" y="1673289"/>
              <a:ext cx="1420266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e75_ecto_cnt_n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192897" y="4410636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21" name="pg20"/>
            <p:cNvSpPr/>
            <p:nvPr/>
          </p:nvSpPr>
          <p:spPr>
            <a:xfrm>
              <a:off x="1439333" y="2036227"/>
              <a:ext cx="6265333" cy="1826954"/>
            </a:xfrm>
            <a:custGeom>
              <a:avLst/>
              <a:pathLst>
                <a:path w="6265333" h="1826954">
                  <a:moveTo>
                    <a:pt x="0" y="1736332"/>
                  </a:moveTo>
                  <a:lnTo>
                    <a:pt x="1253" y="1736554"/>
                  </a:lnTo>
                  <a:lnTo>
                    <a:pt x="2727" y="1736776"/>
                  </a:lnTo>
                  <a:lnTo>
                    <a:pt x="4201" y="1736998"/>
                  </a:lnTo>
                  <a:lnTo>
                    <a:pt x="5675" y="1737220"/>
                  </a:lnTo>
                  <a:lnTo>
                    <a:pt x="7150" y="1737443"/>
                  </a:lnTo>
                  <a:lnTo>
                    <a:pt x="8624" y="1737317"/>
                  </a:lnTo>
                  <a:lnTo>
                    <a:pt x="10098" y="1735689"/>
                  </a:lnTo>
                  <a:lnTo>
                    <a:pt x="11572" y="1734463"/>
                  </a:lnTo>
                  <a:lnTo>
                    <a:pt x="13047" y="1732993"/>
                  </a:lnTo>
                  <a:lnTo>
                    <a:pt x="14521" y="1730425"/>
                  </a:lnTo>
                  <a:lnTo>
                    <a:pt x="15995" y="1727856"/>
                  </a:lnTo>
                  <a:lnTo>
                    <a:pt x="17469" y="1723815"/>
                  </a:lnTo>
                  <a:lnTo>
                    <a:pt x="18944" y="1718829"/>
                  </a:lnTo>
                  <a:lnTo>
                    <a:pt x="20418" y="1713590"/>
                  </a:lnTo>
                  <a:lnTo>
                    <a:pt x="21892" y="1709125"/>
                  </a:lnTo>
                  <a:lnTo>
                    <a:pt x="23366" y="1704883"/>
                  </a:lnTo>
                  <a:lnTo>
                    <a:pt x="24841" y="1700239"/>
                  </a:lnTo>
                  <a:lnTo>
                    <a:pt x="26315" y="1695854"/>
                  </a:lnTo>
                  <a:lnTo>
                    <a:pt x="27789" y="1691470"/>
                  </a:lnTo>
                  <a:lnTo>
                    <a:pt x="29263" y="1686249"/>
                  </a:lnTo>
                  <a:lnTo>
                    <a:pt x="30738" y="1679178"/>
                  </a:lnTo>
                  <a:lnTo>
                    <a:pt x="32212" y="1671386"/>
                  </a:lnTo>
                  <a:lnTo>
                    <a:pt x="33686" y="1663593"/>
                  </a:lnTo>
                  <a:lnTo>
                    <a:pt x="35160" y="1655838"/>
                  </a:lnTo>
                  <a:lnTo>
                    <a:pt x="36635" y="1648823"/>
                  </a:lnTo>
                  <a:lnTo>
                    <a:pt x="38109" y="1641807"/>
                  </a:lnTo>
                  <a:lnTo>
                    <a:pt x="39583" y="1635758"/>
                  </a:lnTo>
                  <a:lnTo>
                    <a:pt x="41057" y="1630376"/>
                  </a:lnTo>
                  <a:lnTo>
                    <a:pt x="42532" y="1626037"/>
                  </a:lnTo>
                  <a:lnTo>
                    <a:pt x="44006" y="1621697"/>
                  </a:lnTo>
                  <a:lnTo>
                    <a:pt x="45480" y="1616831"/>
                  </a:lnTo>
                  <a:lnTo>
                    <a:pt x="46954" y="1612224"/>
                  </a:lnTo>
                  <a:lnTo>
                    <a:pt x="48429" y="1607357"/>
                  </a:lnTo>
                  <a:lnTo>
                    <a:pt x="49903" y="1602491"/>
                  </a:lnTo>
                  <a:lnTo>
                    <a:pt x="51377" y="1598524"/>
                  </a:lnTo>
                  <a:lnTo>
                    <a:pt x="52851" y="1597200"/>
                  </a:lnTo>
                  <a:lnTo>
                    <a:pt x="54326" y="1597200"/>
                  </a:lnTo>
                  <a:lnTo>
                    <a:pt x="55800" y="1597200"/>
                  </a:lnTo>
                  <a:lnTo>
                    <a:pt x="57274" y="1597200"/>
                  </a:lnTo>
                  <a:lnTo>
                    <a:pt x="58748" y="1597200"/>
                  </a:lnTo>
                  <a:lnTo>
                    <a:pt x="60223" y="1597200"/>
                  </a:lnTo>
                  <a:lnTo>
                    <a:pt x="61697" y="1597422"/>
                  </a:lnTo>
                  <a:lnTo>
                    <a:pt x="63171" y="1597645"/>
                  </a:lnTo>
                  <a:lnTo>
                    <a:pt x="64645" y="1597645"/>
                  </a:lnTo>
                  <a:lnTo>
                    <a:pt x="66120" y="1597644"/>
                  </a:lnTo>
                  <a:lnTo>
                    <a:pt x="67594" y="1598046"/>
                  </a:lnTo>
                  <a:lnTo>
                    <a:pt x="69068" y="1598448"/>
                  </a:lnTo>
                  <a:lnTo>
                    <a:pt x="70542" y="1598448"/>
                  </a:lnTo>
                  <a:lnTo>
                    <a:pt x="72017" y="1598226"/>
                  </a:lnTo>
                  <a:lnTo>
                    <a:pt x="73491" y="1598779"/>
                  </a:lnTo>
                  <a:lnTo>
                    <a:pt x="74965" y="1600406"/>
                  </a:lnTo>
                  <a:lnTo>
                    <a:pt x="76439" y="1602035"/>
                  </a:lnTo>
                  <a:lnTo>
                    <a:pt x="77914" y="1603662"/>
                  </a:lnTo>
                  <a:lnTo>
                    <a:pt x="79388" y="1605290"/>
                  </a:lnTo>
                  <a:lnTo>
                    <a:pt x="80862" y="1606918"/>
                  </a:lnTo>
                  <a:lnTo>
                    <a:pt x="82336" y="1608546"/>
                  </a:lnTo>
                  <a:lnTo>
                    <a:pt x="83811" y="1610174"/>
                  </a:lnTo>
                  <a:lnTo>
                    <a:pt x="85285" y="1611802"/>
                  </a:lnTo>
                  <a:lnTo>
                    <a:pt x="86759" y="1613430"/>
                  </a:lnTo>
                  <a:lnTo>
                    <a:pt x="88233" y="1615524"/>
                  </a:lnTo>
                  <a:lnTo>
                    <a:pt x="89707" y="1618718"/>
                  </a:lnTo>
                  <a:lnTo>
                    <a:pt x="91182" y="1621911"/>
                  </a:lnTo>
                  <a:lnTo>
                    <a:pt x="92656" y="1626835"/>
                  </a:lnTo>
                  <a:lnTo>
                    <a:pt x="94130" y="1632705"/>
                  </a:lnTo>
                  <a:lnTo>
                    <a:pt x="95604" y="1638828"/>
                  </a:lnTo>
                  <a:lnTo>
                    <a:pt x="97079" y="1644176"/>
                  </a:lnTo>
                  <a:lnTo>
                    <a:pt x="98553" y="1649302"/>
                  </a:lnTo>
                  <a:lnTo>
                    <a:pt x="100027" y="1654428"/>
                  </a:lnTo>
                  <a:lnTo>
                    <a:pt x="101501" y="1659294"/>
                  </a:lnTo>
                  <a:lnTo>
                    <a:pt x="102976" y="1664161"/>
                  </a:lnTo>
                  <a:lnTo>
                    <a:pt x="104450" y="1669864"/>
                  </a:lnTo>
                  <a:lnTo>
                    <a:pt x="105924" y="1676934"/>
                  </a:lnTo>
                  <a:lnTo>
                    <a:pt x="107398" y="1684727"/>
                  </a:lnTo>
                  <a:lnTo>
                    <a:pt x="108873" y="1692779"/>
                  </a:lnTo>
                  <a:lnTo>
                    <a:pt x="110347" y="1700534"/>
                  </a:lnTo>
                  <a:lnTo>
                    <a:pt x="111821" y="1707549"/>
                  </a:lnTo>
                  <a:lnTo>
                    <a:pt x="113295" y="1714564"/>
                  </a:lnTo>
                  <a:lnTo>
                    <a:pt x="114770" y="1720392"/>
                  </a:lnTo>
                  <a:lnTo>
                    <a:pt x="116244" y="1725551"/>
                  </a:lnTo>
                  <a:lnTo>
                    <a:pt x="117718" y="1729668"/>
                  </a:lnTo>
                  <a:lnTo>
                    <a:pt x="119192" y="1733785"/>
                  </a:lnTo>
                  <a:lnTo>
                    <a:pt x="120667" y="1738170"/>
                  </a:lnTo>
                  <a:lnTo>
                    <a:pt x="122141" y="1742554"/>
                  </a:lnTo>
                  <a:lnTo>
                    <a:pt x="123615" y="1747199"/>
                  </a:lnTo>
                  <a:lnTo>
                    <a:pt x="125089" y="1752065"/>
                  </a:lnTo>
                  <a:lnTo>
                    <a:pt x="126564" y="1756031"/>
                  </a:lnTo>
                  <a:lnTo>
                    <a:pt x="128038" y="1757578"/>
                  </a:lnTo>
                  <a:lnTo>
                    <a:pt x="129512" y="1757800"/>
                  </a:lnTo>
                  <a:lnTo>
                    <a:pt x="130986" y="1757800"/>
                  </a:lnTo>
                  <a:lnTo>
                    <a:pt x="132461" y="1757800"/>
                  </a:lnTo>
                  <a:lnTo>
                    <a:pt x="133935" y="1757800"/>
                  </a:lnTo>
                  <a:lnTo>
                    <a:pt x="135409" y="1757800"/>
                  </a:lnTo>
                  <a:lnTo>
                    <a:pt x="136883" y="1757088"/>
                  </a:lnTo>
                  <a:lnTo>
                    <a:pt x="138358" y="1755016"/>
                  </a:lnTo>
                  <a:lnTo>
                    <a:pt x="139832" y="1753165"/>
                  </a:lnTo>
                  <a:lnTo>
                    <a:pt x="141306" y="1751315"/>
                  </a:lnTo>
                  <a:lnTo>
                    <a:pt x="142780" y="1749465"/>
                  </a:lnTo>
                  <a:lnTo>
                    <a:pt x="144255" y="1746707"/>
                  </a:lnTo>
                  <a:lnTo>
                    <a:pt x="145729" y="1742111"/>
                  </a:lnTo>
                  <a:lnTo>
                    <a:pt x="147203" y="1736776"/>
                  </a:lnTo>
                  <a:lnTo>
                    <a:pt x="148677" y="1729658"/>
                  </a:lnTo>
                  <a:lnTo>
                    <a:pt x="150152" y="1719747"/>
                  </a:lnTo>
                  <a:lnTo>
                    <a:pt x="151626" y="1709091"/>
                  </a:lnTo>
                  <a:lnTo>
                    <a:pt x="153100" y="1697692"/>
                  </a:lnTo>
                  <a:lnTo>
                    <a:pt x="154574" y="1686293"/>
                  </a:lnTo>
                  <a:lnTo>
                    <a:pt x="156049" y="1674656"/>
                  </a:lnTo>
                  <a:lnTo>
                    <a:pt x="157523" y="1662483"/>
                  </a:lnTo>
                  <a:lnTo>
                    <a:pt x="158997" y="1650498"/>
                  </a:lnTo>
                  <a:lnTo>
                    <a:pt x="160471" y="1639099"/>
                  </a:lnTo>
                  <a:lnTo>
                    <a:pt x="161946" y="1627229"/>
                  </a:lnTo>
                  <a:lnTo>
                    <a:pt x="163420" y="1614833"/>
                  </a:lnTo>
                  <a:lnTo>
                    <a:pt x="164894" y="1602437"/>
                  </a:lnTo>
                  <a:lnTo>
                    <a:pt x="166368" y="1590461"/>
                  </a:lnTo>
                  <a:lnTo>
                    <a:pt x="167843" y="1579196"/>
                  </a:lnTo>
                  <a:lnTo>
                    <a:pt x="169317" y="1567757"/>
                  </a:lnTo>
                  <a:lnTo>
                    <a:pt x="170791" y="1557542"/>
                  </a:lnTo>
                  <a:lnTo>
                    <a:pt x="172265" y="1549200"/>
                  </a:lnTo>
                  <a:lnTo>
                    <a:pt x="173740" y="1541553"/>
                  </a:lnTo>
                  <a:lnTo>
                    <a:pt x="175214" y="1534940"/>
                  </a:lnTo>
                  <a:lnTo>
                    <a:pt x="176688" y="1528328"/>
                  </a:lnTo>
                  <a:lnTo>
                    <a:pt x="178162" y="1522080"/>
                  </a:lnTo>
                  <a:lnTo>
                    <a:pt x="179637" y="1516732"/>
                  </a:lnTo>
                  <a:lnTo>
                    <a:pt x="181111" y="1511644"/>
                  </a:lnTo>
                  <a:lnTo>
                    <a:pt x="182585" y="1506555"/>
                  </a:lnTo>
                  <a:lnTo>
                    <a:pt x="184059" y="1502035"/>
                  </a:lnTo>
                  <a:lnTo>
                    <a:pt x="185534" y="1498582"/>
                  </a:lnTo>
                  <a:lnTo>
                    <a:pt x="187008" y="1495130"/>
                  </a:lnTo>
                  <a:lnTo>
                    <a:pt x="188482" y="1491937"/>
                  </a:lnTo>
                  <a:lnTo>
                    <a:pt x="189956" y="1489041"/>
                  </a:lnTo>
                  <a:lnTo>
                    <a:pt x="191431" y="1487673"/>
                  </a:lnTo>
                  <a:lnTo>
                    <a:pt x="192905" y="1486305"/>
                  </a:lnTo>
                  <a:lnTo>
                    <a:pt x="194379" y="1486393"/>
                  </a:lnTo>
                  <a:lnTo>
                    <a:pt x="195853" y="1486875"/>
                  </a:lnTo>
                  <a:lnTo>
                    <a:pt x="197328" y="1487357"/>
                  </a:lnTo>
                  <a:lnTo>
                    <a:pt x="198802" y="1487839"/>
                  </a:lnTo>
                  <a:lnTo>
                    <a:pt x="200276" y="1488098"/>
                  </a:lnTo>
                  <a:lnTo>
                    <a:pt x="201750" y="1488358"/>
                  </a:lnTo>
                  <a:lnTo>
                    <a:pt x="203225" y="1488618"/>
                  </a:lnTo>
                  <a:lnTo>
                    <a:pt x="204699" y="1487917"/>
                  </a:lnTo>
                  <a:lnTo>
                    <a:pt x="206173" y="1486549"/>
                  </a:lnTo>
                  <a:lnTo>
                    <a:pt x="207647" y="1484921"/>
                  </a:lnTo>
                  <a:lnTo>
                    <a:pt x="209122" y="1483293"/>
                  </a:lnTo>
                  <a:lnTo>
                    <a:pt x="210596" y="1481443"/>
                  </a:lnTo>
                  <a:lnTo>
                    <a:pt x="212070" y="1480304"/>
                  </a:lnTo>
                  <a:lnTo>
                    <a:pt x="213544" y="1480304"/>
                  </a:lnTo>
                  <a:lnTo>
                    <a:pt x="215019" y="1480304"/>
                  </a:lnTo>
                  <a:lnTo>
                    <a:pt x="216493" y="1480304"/>
                  </a:lnTo>
                  <a:lnTo>
                    <a:pt x="217967" y="1480304"/>
                  </a:lnTo>
                  <a:lnTo>
                    <a:pt x="219441" y="1480068"/>
                  </a:lnTo>
                  <a:lnTo>
                    <a:pt x="220916" y="1481212"/>
                  </a:lnTo>
                  <a:lnTo>
                    <a:pt x="222390" y="1483094"/>
                  </a:lnTo>
                  <a:lnTo>
                    <a:pt x="223864" y="1486982"/>
                  </a:lnTo>
                  <a:lnTo>
                    <a:pt x="225338" y="1493662"/>
                  </a:lnTo>
                  <a:lnTo>
                    <a:pt x="226813" y="1501862"/>
                  </a:lnTo>
                  <a:lnTo>
                    <a:pt x="228287" y="1511633"/>
                  </a:lnTo>
                  <a:lnTo>
                    <a:pt x="229761" y="1521405"/>
                  </a:lnTo>
                  <a:lnTo>
                    <a:pt x="231235" y="1531413"/>
                  </a:lnTo>
                  <a:lnTo>
                    <a:pt x="232710" y="1541959"/>
                  </a:lnTo>
                  <a:lnTo>
                    <a:pt x="234184" y="1552094"/>
                  </a:lnTo>
                  <a:lnTo>
                    <a:pt x="235658" y="1561865"/>
                  </a:lnTo>
                  <a:lnTo>
                    <a:pt x="237132" y="1572107"/>
                  </a:lnTo>
                  <a:lnTo>
                    <a:pt x="238607" y="1582653"/>
                  </a:lnTo>
                  <a:lnTo>
                    <a:pt x="240081" y="1593198"/>
                  </a:lnTo>
                  <a:lnTo>
                    <a:pt x="241555" y="1604589"/>
                  </a:lnTo>
                  <a:lnTo>
                    <a:pt x="243029" y="1615595"/>
                  </a:lnTo>
                  <a:lnTo>
                    <a:pt x="244504" y="1626775"/>
                  </a:lnTo>
                  <a:lnTo>
                    <a:pt x="245978" y="1636507"/>
                  </a:lnTo>
                  <a:lnTo>
                    <a:pt x="247452" y="1644367"/>
                  </a:lnTo>
                  <a:lnTo>
                    <a:pt x="248926" y="1651532"/>
                  </a:lnTo>
                  <a:lnTo>
                    <a:pt x="250401" y="1657663"/>
                  </a:lnTo>
                  <a:lnTo>
                    <a:pt x="251875" y="1664016"/>
                  </a:lnTo>
                  <a:lnTo>
                    <a:pt x="253349" y="1670004"/>
                  </a:lnTo>
                  <a:lnTo>
                    <a:pt x="254823" y="1675093"/>
                  </a:lnTo>
                  <a:lnTo>
                    <a:pt x="256298" y="1680181"/>
                  </a:lnTo>
                  <a:lnTo>
                    <a:pt x="257772" y="1685047"/>
                  </a:lnTo>
                  <a:lnTo>
                    <a:pt x="259246" y="1689086"/>
                  </a:lnTo>
                  <a:lnTo>
                    <a:pt x="260720" y="1692316"/>
                  </a:lnTo>
                  <a:lnTo>
                    <a:pt x="262195" y="1695547"/>
                  </a:lnTo>
                  <a:lnTo>
                    <a:pt x="263669" y="1698518"/>
                  </a:lnTo>
                  <a:lnTo>
                    <a:pt x="265143" y="1701413"/>
                  </a:lnTo>
                  <a:lnTo>
                    <a:pt x="266617" y="1702781"/>
                  </a:lnTo>
                  <a:lnTo>
                    <a:pt x="268092" y="1704150"/>
                  </a:lnTo>
                  <a:lnTo>
                    <a:pt x="269566" y="1704061"/>
                  </a:lnTo>
                  <a:lnTo>
                    <a:pt x="271040" y="1703579"/>
                  </a:lnTo>
                  <a:lnTo>
                    <a:pt x="272514" y="1703097"/>
                  </a:lnTo>
                  <a:lnTo>
                    <a:pt x="273989" y="1702214"/>
                  </a:lnTo>
                  <a:lnTo>
                    <a:pt x="275463" y="1701330"/>
                  </a:lnTo>
                  <a:lnTo>
                    <a:pt x="276937" y="1700446"/>
                  </a:lnTo>
                  <a:lnTo>
                    <a:pt x="278411" y="1699562"/>
                  </a:lnTo>
                  <a:lnTo>
                    <a:pt x="279886" y="1699639"/>
                  </a:lnTo>
                  <a:lnTo>
                    <a:pt x="281360" y="1700605"/>
                  </a:lnTo>
                  <a:lnTo>
                    <a:pt x="282834" y="1701831"/>
                  </a:lnTo>
                  <a:lnTo>
                    <a:pt x="284308" y="1703057"/>
                  </a:lnTo>
                  <a:lnTo>
                    <a:pt x="285782" y="1704505"/>
                  </a:lnTo>
                  <a:lnTo>
                    <a:pt x="287257" y="1705731"/>
                  </a:lnTo>
                  <a:lnTo>
                    <a:pt x="288731" y="1707180"/>
                  </a:lnTo>
                  <a:lnTo>
                    <a:pt x="290205" y="1708628"/>
                  </a:lnTo>
                  <a:lnTo>
                    <a:pt x="291679" y="1710076"/>
                  </a:lnTo>
                  <a:lnTo>
                    <a:pt x="293154" y="1711035"/>
                  </a:lnTo>
                  <a:lnTo>
                    <a:pt x="294628" y="1711777"/>
                  </a:lnTo>
                  <a:lnTo>
                    <a:pt x="296102" y="1712977"/>
                  </a:lnTo>
                  <a:lnTo>
                    <a:pt x="297576" y="1714580"/>
                  </a:lnTo>
                  <a:lnTo>
                    <a:pt x="299051" y="1715960"/>
                  </a:lnTo>
                  <a:lnTo>
                    <a:pt x="300525" y="1717341"/>
                  </a:lnTo>
                  <a:lnTo>
                    <a:pt x="301999" y="1718169"/>
                  </a:lnTo>
                  <a:lnTo>
                    <a:pt x="303473" y="1718169"/>
                  </a:lnTo>
                  <a:lnTo>
                    <a:pt x="304948" y="1718429"/>
                  </a:lnTo>
                  <a:lnTo>
                    <a:pt x="306422" y="1718021"/>
                  </a:lnTo>
                  <a:lnTo>
                    <a:pt x="307896" y="1716678"/>
                  </a:lnTo>
                  <a:lnTo>
                    <a:pt x="309370" y="1715558"/>
                  </a:lnTo>
                  <a:lnTo>
                    <a:pt x="310845" y="1713992"/>
                  </a:lnTo>
                  <a:lnTo>
                    <a:pt x="312319" y="1711235"/>
                  </a:lnTo>
                  <a:lnTo>
                    <a:pt x="313793" y="1708479"/>
                  </a:lnTo>
                  <a:lnTo>
                    <a:pt x="315267" y="1706060"/>
                  </a:lnTo>
                  <a:lnTo>
                    <a:pt x="316742" y="1703453"/>
                  </a:lnTo>
                  <a:lnTo>
                    <a:pt x="318216" y="1700792"/>
                  </a:lnTo>
                  <a:lnTo>
                    <a:pt x="319690" y="1697866"/>
                  </a:lnTo>
                  <a:lnTo>
                    <a:pt x="321164" y="1693748"/>
                  </a:lnTo>
                  <a:lnTo>
                    <a:pt x="322639" y="1689631"/>
                  </a:lnTo>
                  <a:lnTo>
                    <a:pt x="324113" y="1685247"/>
                  </a:lnTo>
                  <a:lnTo>
                    <a:pt x="325587" y="1680862"/>
                  </a:lnTo>
                  <a:lnTo>
                    <a:pt x="327061" y="1675996"/>
                  </a:lnTo>
                  <a:lnTo>
                    <a:pt x="328536" y="1671935"/>
                  </a:lnTo>
                  <a:lnTo>
                    <a:pt x="330010" y="1668742"/>
                  </a:lnTo>
                  <a:lnTo>
                    <a:pt x="331484" y="1665816"/>
                  </a:lnTo>
                  <a:lnTo>
                    <a:pt x="332958" y="1663339"/>
                  </a:lnTo>
                  <a:lnTo>
                    <a:pt x="334433" y="1662238"/>
                  </a:lnTo>
                  <a:lnTo>
                    <a:pt x="335907" y="1661137"/>
                  </a:lnTo>
                  <a:lnTo>
                    <a:pt x="337381" y="1660036"/>
                  </a:lnTo>
                  <a:lnTo>
                    <a:pt x="338855" y="1658935"/>
                  </a:lnTo>
                  <a:lnTo>
                    <a:pt x="340330" y="1657307"/>
                  </a:lnTo>
                  <a:lnTo>
                    <a:pt x="341804" y="1655679"/>
                  </a:lnTo>
                  <a:lnTo>
                    <a:pt x="343278" y="1655901"/>
                  </a:lnTo>
                  <a:lnTo>
                    <a:pt x="344752" y="1656124"/>
                  </a:lnTo>
                  <a:lnTo>
                    <a:pt x="346227" y="1656346"/>
                  </a:lnTo>
                  <a:lnTo>
                    <a:pt x="347701" y="1656828"/>
                  </a:lnTo>
                  <a:lnTo>
                    <a:pt x="349175" y="1657712"/>
                  </a:lnTo>
                  <a:lnTo>
                    <a:pt x="350649" y="1658336"/>
                  </a:lnTo>
                  <a:lnTo>
                    <a:pt x="352124" y="1658960"/>
                  </a:lnTo>
                  <a:lnTo>
                    <a:pt x="353598" y="1659362"/>
                  </a:lnTo>
                  <a:lnTo>
                    <a:pt x="355072" y="1659763"/>
                  </a:lnTo>
                  <a:lnTo>
                    <a:pt x="356546" y="1660165"/>
                  </a:lnTo>
                  <a:lnTo>
                    <a:pt x="358021" y="1660567"/>
                  </a:lnTo>
                  <a:lnTo>
                    <a:pt x="359495" y="1660969"/>
                  </a:lnTo>
                  <a:lnTo>
                    <a:pt x="360969" y="1661371"/>
                  </a:lnTo>
                  <a:lnTo>
                    <a:pt x="362443" y="1661773"/>
                  </a:lnTo>
                  <a:lnTo>
                    <a:pt x="363918" y="1662175"/>
                  </a:lnTo>
                  <a:lnTo>
                    <a:pt x="365392" y="1662799"/>
                  </a:lnTo>
                  <a:lnTo>
                    <a:pt x="366866" y="1663423"/>
                  </a:lnTo>
                  <a:lnTo>
                    <a:pt x="368340" y="1664537"/>
                  </a:lnTo>
                  <a:lnTo>
                    <a:pt x="369815" y="1666789"/>
                  </a:lnTo>
                  <a:lnTo>
                    <a:pt x="371289" y="1669041"/>
                  </a:lnTo>
                  <a:lnTo>
                    <a:pt x="372763" y="1670891"/>
                  </a:lnTo>
                  <a:lnTo>
                    <a:pt x="374237" y="1672741"/>
                  </a:lnTo>
                  <a:lnTo>
                    <a:pt x="375712" y="1674813"/>
                  </a:lnTo>
                  <a:lnTo>
                    <a:pt x="377186" y="1676465"/>
                  </a:lnTo>
                  <a:lnTo>
                    <a:pt x="378660" y="1676465"/>
                  </a:lnTo>
                  <a:lnTo>
                    <a:pt x="380134" y="1676465"/>
                  </a:lnTo>
                  <a:lnTo>
                    <a:pt x="381609" y="1677399"/>
                  </a:lnTo>
                  <a:lnTo>
                    <a:pt x="383083" y="1679269"/>
                  </a:lnTo>
                  <a:lnTo>
                    <a:pt x="384557" y="1681138"/>
                  </a:lnTo>
                  <a:lnTo>
                    <a:pt x="386031" y="1683231"/>
                  </a:lnTo>
                  <a:lnTo>
                    <a:pt x="387506" y="1686248"/>
                  </a:lnTo>
                  <a:lnTo>
                    <a:pt x="388980" y="1689264"/>
                  </a:lnTo>
                  <a:lnTo>
                    <a:pt x="390454" y="1691275"/>
                  </a:lnTo>
                  <a:lnTo>
                    <a:pt x="391928" y="1691275"/>
                  </a:lnTo>
                  <a:lnTo>
                    <a:pt x="393403" y="1691010"/>
                  </a:lnTo>
                  <a:lnTo>
                    <a:pt x="394877" y="1691010"/>
                  </a:lnTo>
                  <a:lnTo>
                    <a:pt x="396351" y="1692689"/>
                  </a:lnTo>
                  <a:lnTo>
                    <a:pt x="397825" y="1694102"/>
                  </a:lnTo>
                  <a:lnTo>
                    <a:pt x="399300" y="1695934"/>
                  </a:lnTo>
                  <a:lnTo>
                    <a:pt x="400774" y="1699217"/>
                  </a:lnTo>
                  <a:lnTo>
                    <a:pt x="402248" y="1702493"/>
                  </a:lnTo>
                  <a:lnTo>
                    <a:pt x="403722" y="1704964"/>
                  </a:lnTo>
                  <a:lnTo>
                    <a:pt x="405197" y="1706567"/>
                  </a:lnTo>
                  <a:lnTo>
                    <a:pt x="406671" y="1707902"/>
                  </a:lnTo>
                  <a:lnTo>
                    <a:pt x="408145" y="1709010"/>
                  </a:lnTo>
                  <a:lnTo>
                    <a:pt x="409619" y="1708743"/>
                  </a:lnTo>
                  <a:lnTo>
                    <a:pt x="411094" y="1708476"/>
                  </a:lnTo>
                  <a:lnTo>
                    <a:pt x="412568" y="1708915"/>
                  </a:lnTo>
                  <a:lnTo>
                    <a:pt x="414042" y="1710498"/>
                  </a:lnTo>
                  <a:lnTo>
                    <a:pt x="415516" y="1712348"/>
                  </a:lnTo>
                  <a:lnTo>
                    <a:pt x="416991" y="1714458"/>
                  </a:lnTo>
                  <a:lnTo>
                    <a:pt x="418465" y="1714458"/>
                  </a:lnTo>
                  <a:lnTo>
                    <a:pt x="419939" y="1714458"/>
                  </a:lnTo>
                  <a:lnTo>
                    <a:pt x="421413" y="1714458"/>
                  </a:lnTo>
                  <a:lnTo>
                    <a:pt x="422888" y="1714198"/>
                  </a:lnTo>
                  <a:lnTo>
                    <a:pt x="424362" y="1713938"/>
                  </a:lnTo>
                  <a:lnTo>
                    <a:pt x="425836" y="1713716"/>
                  </a:lnTo>
                  <a:lnTo>
                    <a:pt x="427310" y="1713494"/>
                  </a:lnTo>
                  <a:lnTo>
                    <a:pt x="428785" y="1713494"/>
                  </a:lnTo>
                  <a:lnTo>
                    <a:pt x="430259" y="1713494"/>
                  </a:lnTo>
                  <a:lnTo>
                    <a:pt x="431733" y="1713494"/>
                  </a:lnTo>
                  <a:lnTo>
                    <a:pt x="433207" y="1713494"/>
                  </a:lnTo>
                  <a:lnTo>
                    <a:pt x="434682" y="1713494"/>
                  </a:lnTo>
                  <a:lnTo>
                    <a:pt x="436156" y="1713494"/>
                  </a:lnTo>
                  <a:lnTo>
                    <a:pt x="437630" y="1713494"/>
                  </a:lnTo>
                  <a:lnTo>
                    <a:pt x="439104" y="1713092"/>
                  </a:lnTo>
                  <a:lnTo>
                    <a:pt x="440579" y="1712468"/>
                  </a:lnTo>
                  <a:lnTo>
                    <a:pt x="442053" y="1711844"/>
                  </a:lnTo>
                  <a:lnTo>
                    <a:pt x="443527" y="1711220"/>
                  </a:lnTo>
                  <a:lnTo>
                    <a:pt x="445001" y="1710818"/>
                  </a:lnTo>
                  <a:lnTo>
                    <a:pt x="446476" y="1710417"/>
                  </a:lnTo>
                  <a:lnTo>
                    <a:pt x="447950" y="1710416"/>
                  </a:lnTo>
                  <a:lnTo>
                    <a:pt x="449424" y="1710417"/>
                  </a:lnTo>
                  <a:lnTo>
                    <a:pt x="450898" y="1710194"/>
                  </a:lnTo>
                  <a:lnTo>
                    <a:pt x="452373" y="1710171"/>
                  </a:lnTo>
                  <a:lnTo>
                    <a:pt x="453847" y="1711799"/>
                  </a:lnTo>
                  <a:lnTo>
                    <a:pt x="455321" y="1713167"/>
                  </a:lnTo>
                  <a:lnTo>
                    <a:pt x="456795" y="1714268"/>
                  </a:lnTo>
                  <a:lnTo>
                    <a:pt x="458270" y="1715369"/>
                  </a:lnTo>
                  <a:lnTo>
                    <a:pt x="459744" y="1716470"/>
                  </a:lnTo>
                  <a:lnTo>
                    <a:pt x="461218" y="1717571"/>
                  </a:lnTo>
                  <a:lnTo>
                    <a:pt x="462692" y="1719161"/>
                  </a:lnTo>
                  <a:lnTo>
                    <a:pt x="464167" y="1720262"/>
                  </a:lnTo>
                  <a:lnTo>
                    <a:pt x="465641" y="1721196"/>
                  </a:lnTo>
                  <a:lnTo>
                    <a:pt x="467115" y="1723066"/>
                  </a:lnTo>
                  <a:lnTo>
                    <a:pt x="468589" y="1724668"/>
                  </a:lnTo>
                  <a:lnTo>
                    <a:pt x="470064" y="1726004"/>
                  </a:lnTo>
                  <a:lnTo>
                    <a:pt x="471538" y="1727075"/>
                  </a:lnTo>
                  <a:lnTo>
                    <a:pt x="473012" y="1728677"/>
                  </a:lnTo>
                  <a:lnTo>
                    <a:pt x="474486" y="1730129"/>
                  </a:lnTo>
                  <a:lnTo>
                    <a:pt x="475961" y="1728754"/>
                  </a:lnTo>
                  <a:lnTo>
                    <a:pt x="477435" y="1727683"/>
                  </a:lnTo>
                  <a:lnTo>
                    <a:pt x="478909" y="1726612"/>
                  </a:lnTo>
                  <a:lnTo>
                    <a:pt x="480383" y="1725542"/>
                  </a:lnTo>
                  <a:lnTo>
                    <a:pt x="481857" y="1724471"/>
                  </a:lnTo>
                  <a:lnTo>
                    <a:pt x="483332" y="1723400"/>
                  </a:lnTo>
                  <a:lnTo>
                    <a:pt x="484806" y="1720976"/>
                  </a:lnTo>
                  <a:lnTo>
                    <a:pt x="486280" y="1717425"/>
                  </a:lnTo>
                  <a:lnTo>
                    <a:pt x="487754" y="1712698"/>
                  </a:lnTo>
                  <a:lnTo>
                    <a:pt x="489229" y="1706996"/>
                  </a:lnTo>
                  <a:lnTo>
                    <a:pt x="490703" y="1701553"/>
                  </a:lnTo>
                  <a:lnTo>
                    <a:pt x="492177" y="1695638"/>
                  </a:lnTo>
                  <a:lnTo>
                    <a:pt x="493651" y="1689133"/>
                  </a:lnTo>
                  <a:lnTo>
                    <a:pt x="495126" y="1682109"/>
                  </a:lnTo>
                  <a:lnTo>
                    <a:pt x="496600" y="1675085"/>
                  </a:lnTo>
                  <a:lnTo>
                    <a:pt x="498074" y="1668873"/>
                  </a:lnTo>
                  <a:lnTo>
                    <a:pt x="499548" y="1662562"/>
                  </a:lnTo>
                  <a:lnTo>
                    <a:pt x="501023" y="1655760"/>
                  </a:lnTo>
                  <a:lnTo>
                    <a:pt x="502497" y="1648112"/>
                  </a:lnTo>
                  <a:lnTo>
                    <a:pt x="503971" y="1640774"/>
                  </a:lnTo>
                  <a:lnTo>
                    <a:pt x="505445" y="1633435"/>
                  </a:lnTo>
                  <a:lnTo>
                    <a:pt x="506920" y="1626773"/>
                  </a:lnTo>
                  <a:lnTo>
                    <a:pt x="508394" y="1621236"/>
                  </a:lnTo>
                  <a:lnTo>
                    <a:pt x="509868" y="1616243"/>
                  </a:lnTo>
                  <a:lnTo>
                    <a:pt x="511342" y="1609500"/>
                  </a:lnTo>
                  <a:lnTo>
                    <a:pt x="512817" y="1602195"/>
                  </a:lnTo>
                  <a:lnTo>
                    <a:pt x="514291" y="1595375"/>
                  </a:lnTo>
                  <a:lnTo>
                    <a:pt x="515765" y="1589486"/>
                  </a:lnTo>
                  <a:lnTo>
                    <a:pt x="517239" y="1584506"/>
                  </a:lnTo>
                  <a:lnTo>
                    <a:pt x="518714" y="1579526"/>
                  </a:lnTo>
                  <a:lnTo>
                    <a:pt x="520188" y="1574279"/>
                  </a:lnTo>
                  <a:lnTo>
                    <a:pt x="521662" y="1568046"/>
                  </a:lnTo>
                  <a:lnTo>
                    <a:pt x="523136" y="1561521"/>
                  </a:lnTo>
                  <a:lnTo>
                    <a:pt x="524611" y="1556079"/>
                  </a:lnTo>
                  <a:lnTo>
                    <a:pt x="526085" y="1549026"/>
                  </a:lnTo>
                  <a:lnTo>
                    <a:pt x="527559" y="1541974"/>
                  </a:lnTo>
                  <a:lnTo>
                    <a:pt x="529033" y="1535181"/>
                  </a:lnTo>
                  <a:lnTo>
                    <a:pt x="530508" y="1528388"/>
                  </a:lnTo>
                  <a:lnTo>
                    <a:pt x="531982" y="1521760"/>
                  </a:lnTo>
                  <a:lnTo>
                    <a:pt x="533456" y="1516931"/>
                  </a:lnTo>
                  <a:lnTo>
                    <a:pt x="534930" y="1511204"/>
                  </a:lnTo>
                  <a:lnTo>
                    <a:pt x="536405" y="1504157"/>
                  </a:lnTo>
                  <a:lnTo>
                    <a:pt x="537879" y="1497225"/>
                  </a:lnTo>
                  <a:lnTo>
                    <a:pt x="539353" y="1490198"/>
                  </a:lnTo>
                  <a:lnTo>
                    <a:pt x="540827" y="1484074"/>
                  </a:lnTo>
                  <a:lnTo>
                    <a:pt x="542302" y="1477233"/>
                  </a:lnTo>
                  <a:lnTo>
                    <a:pt x="543776" y="1469947"/>
                  </a:lnTo>
                  <a:lnTo>
                    <a:pt x="545250" y="1461495"/>
                  </a:lnTo>
                  <a:lnTo>
                    <a:pt x="546724" y="1452626"/>
                  </a:lnTo>
                  <a:lnTo>
                    <a:pt x="548199" y="1443564"/>
                  </a:lnTo>
                  <a:lnTo>
                    <a:pt x="549673" y="1434503"/>
                  </a:lnTo>
                  <a:lnTo>
                    <a:pt x="551147" y="1426817"/>
                  </a:lnTo>
                  <a:lnTo>
                    <a:pt x="552621" y="1419093"/>
                  </a:lnTo>
                  <a:lnTo>
                    <a:pt x="554096" y="1411369"/>
                  </a:lnTo>
                  <a:lnTo>
                    <a:pt x="555570" y="1403497"/>
                  </a:lnTo>
                  <a:lnTo>
                    <a:pt x="557044" y="1396304"/>
                  </a:lnTo>
                  <a:lnTo>
                    <a:pt x="558518" y="1390212"/>
                  </a:lnTo>
                  <a:lnTo>
                    <a:pt x="559993" y="1385207"/>
                  </a:lnTo>
                  <a:lnTo>
                    <a:pt x="561467" y="1381894"/>
                  </a:lnTo>
                  <a:lnTo>
                    <a:pt x="562941" y="1379188"/>
                  </a:lnTo>
                  <a:lnTo>
                    <a:pt x="564415" y="1375917"/>
                  </a:lnTo>
                  <a:lnTo>
                    <a:pt x="565890" y="1373192"/>
                  </a:lnTo>
                  <a:lnTo>
                    <a:pt x="567364" y="1373655"/>
                  </a:lnTo>
                  <a:lnTo>
                    <a:pt x="568838" y="1375687"/>
                  </a:lnTo>
                  <a:lnTo>
                    <a:pt x="570312" y="1379518"/>
                  </a:lnTo>
                  <a:lnTo>
                    <a:pt x="571787" y="1383617"/>
                  </a:lnTo>
                  <a:lnTo>
                    <a:pt x="573261" y="1386902"/>
                  </a:lnTo>
                  <a:lnTo>
                    <a:pt x="574735" y="1390287"/>
                  </a:lnTo>
                  <a:lnTo>
                    <a:pt x="576209" y="1394385"/>
                  </a:lnTo>
                  <a:lnTo>
                    <a:pt x="577684" y="1399594"/>
                  </a:lnTo>
                  <a:lnTo>
                    <a:pt x="579158" y="1405089"/>
                  </a:lnTo>
                  <a:lnTo>
                    <a:pt x="580632" y="1410584"/>
                  </a:lnTo>
                  <a:lnTo>
                    <a:pt x="582106" y="1415066"/>
                  </a:lnTo>
                  <a:lnTo>
                    <a:pt x="583581" y="1418422"/>
                  </a:lnTo>
                  <a:lnTo>
                    <a:pt x="585055" y="1421571"/>
                  </a:lnTo>
                  <a:lnTo>
                    <a:pt x="586529" y="1428246"/>
                  </a:lnTo>
                  <a:lnTo>
                    <a:pt x="588003" y="1434402"/>
                  </a:lnTo>
                  <a:lnTo>
                    <a:pt x="589478" y="1439780"/>
                  </a:lnTo>
                  <a:lnTo>
                    <a:pt x="590952" y="1444674"/>
                  </a:lnTo>
                  <a:lnTo>
                    <a:pt x="592426" y="1448658"/>
                  </a:lnTo>
                  <a:lnTo>
                    <a:pt x="593900" y="1452196"/>
                  </a:lnTo>
                  <a:lnTo>
                    <a:pt x="595375" y="1456447"/>
                  </a:lnTo>
                  <a:lnTo>
                    <a:pt x="596849" y="1461683"/>
                  </a:lnTo>
                  <a:lnTo>
                    <a:pt x="598323" y="1465804"/>
                  </a:lnTo>
                  <a:lnTo>
                    <a:pt x="599797" y="1466725"/>
                  </a:lnTo>
                  <a:lnTo>
                    <a:pt x="601272" y="1468918"/>
                  </a:lnTo>
                  <a:lnTo>
                    <a:pt x="602746" y="1470300"/>
                  </a:lnTo>
                  <a:lnTo>
                    <a:pt x="604220" y="1471091"/>
                  </a:lnTo>
                  <a:lnTo>
                    <a:pt x="605694" y="1471881"/>
                  </a:lnTo>
                  <a:lnTo>
                    <a:pt x="607169" y="1471983"/>
                  </a:lnTo>
                  <a:lnTo>
                    <a:pt x="608643" y="1470396"/>
                  </a:lnTo>
                  <a:lnTo>
                    <a:pt x="610117" y="1471153"/>
                  </a:lnTo>
                  <a:lnTo>
                    <a:pt x="611591" y="1473556"/>
                  </a:lnTo>
                  <a:lnTo>
                    <a:pt x="613066" y="1475621"/>
                  </a:lnTo>
                  <a:lnTo>
                    <a:pt x="614540" y="1478273"/>
                  </a:lnTo>
                  <a:lnTo>
                    <a:pt x="616014" y="1481117"/>
                  </a:lnTo>
                  <a:lnTo>
                    <a:pt x="617488" y="1483409"/>
                  </a:lnTo>
                  <a:lnTo>
                    <a:pt x="618963" y="1486147"/>
                  </a:lnTo>
                  <a:lnTo>
                    <a:pt x="620437" y="1491190"/>
                  </a:lnTo>
                  <a:lnTo>
                    <a:pt x="621911" y="1498456"/>
                  </a:lnTo>
                  <a:lnTo>
                    <a:pt x="623385" y="1505648"/>
                  </a:lnTo>
                  <a:lnTo>
                    <a:pt x="624860" y="1513938"/>
                  </a:lnTo>
                  <a:lnTo>
                    <a:pt x="626334" y="1522733"/>
                  </a:lnTo>
                  <a:lnTo>
                    <a:pt x="627808" y="1531527"/>
                  </a:lnTo>
                  <a:lnTo>
                    <a:pt x="629282" y="1540321"/>
                  </a:lnTo>
                  <a:lnTo>
                    <a:pt x="630757" y="1549264"/>
                  </a:lnTo>
                  <a:lnTo>
                    <a:pt x="632231" y="1557528"/>
                  </a:lnTo>
                  <a:lnTo>
                    <a:pt x="633705" y="1564691"/>
                  </a:lnTo>
                  <a:lnTo>
                    <a:pt x="635179" y="1572120"/>
                  </a:lnTo>
                  <a:lnTo>
                    <a:pt x="636654" y="1578983"/>
                  </a:lnTo>
                  <a:lnTo>
                    <a:pt x="638128" y="1585577"/>
                  </a:lnTo>
                  <a:lnTo>
                    <a:pt x="639602" y="1594290"/>
                  </a:lnTo>
                  <a:lnTo>
                    <a:pt x="641076" y="1602458"/>
                  </a:lnTo>
                  <a:lnTo>
                    <a:pt x="642551" y="1607161"/>
                  </a:lnTo>
                  <a:lnTo>
                    <a:pt x="644025" y="1609783"/>
                  </a:lnTo>
                  <a:lnTo>
                    <a:pt x="645499" y="1611125"/>
                  </a:lnTo>
                  <a:lnTo>
                    <a:pt x="646973" y="1612201"/>
                  </a:lnTo>
                  <a:lnTo>
                    <a:pt x="648448" y="1613537"/>
                  </a:lnTo>
                  <a:lnTo>
                    <a:pt x="649922" y="1614873"/>
                  </a:lnTo>
                  <a:lnTo>
                    <a:pt x="651396" y="1616208"/>
                  </a:lnTo>
                  <a:lnTo>
                    <a:pt x="652870" y="1617278"/>
                  </a:lnTo>
                  <a:lnTo>
                    <a:pt x="654345" y="1617087"/>
                  </a:lnTo>
                  <a:lnTo>
                    <a:pt x="655819" y="1615960"/>
                  </a:lnTo>
                  <a:lnTo>
                    <a:pt x="657293" y="1613496"/>
                  </a:lnTo>
                  <a:lnTo>
                    <a:pt x="658767" y="1609769"/>
                  </a:lnTo>
                  <a:lnTo>
                    <a:pt x="660242" y="1605703"/>
                  </a:lnTo>
                  <a:lnTo>
                    <a:pt x="661716" y="1599641"/>
                  </a:lnTo>
                  <a:lnTo>
                    <a:pt x="663190" y="1594659"/>
                  </a:lnTo>
                  <a:lnTo>
                    <a:pt x="664664" y="1590675"/>
                  </a:lnTo>
                  <a:lnTo>
                    <a:pt x="666139" y="1587206"/>
                  </a:lnTo>
                  <a:lnTo>
                    <a:pt x="667613" y="1583738"/>
                  </a:lnTo>
                  <a:lnTo>
                    <a:pt x="669087" y="1580517"/>
                  </a:lnTo>
                  <a:lnTo>
                    <a:pt x="670561" y="1575382"/>
                  </a:lnTo>
                  <a:lnTo>
                    <a:pt x="672036" y="1570128"/>
                  </a:lnTo>
                  <a:lnTo>
                    <a:pt x="673510" y="1564856"/>
                  </a:lnTo>
                  <a:lnTo>
                    <a:pt x="674984" y="1561701"/>
                  </a:lnTo>
                  <a:lnTo>
                    <a:pt x="676458" y="1559328"/>
                  </a:lnTo>
                  <a:lnTo>
                    <a:pt x="677932" y="1558466"/>
                  </a:lnTo>
                  <a:lnTo>
                    <a:pt x="679407" y="1559201"/>
                  </a:lnTo>
                  <a:lnTo>
                    <a:pt x="680881" y="1561349"/>
                  </a:lnTo>
                  <a:lnTo>
                    <a:pt x="682355" y="1564020"/>
                  </a:lnTo>
                  <a:lnTo>
                    <a:pt x="683829" y="1566581"/>
                  </a:lnTo>
                  <a:lnTo>
                    <a:pt x="685304" y="1567696"/>
                  </a:lnTo>
                  <a:lnTo>
                    <a:pt x="686778" y="1568486"/>
                  </a:lnTo>
                  <a:lnTo>
                    <a:pt x="688252" y="1569275"/>
                  </a:lnTo>
                  <a:lnTo>
                    <a:pt x="689726" y="1570689"/>
                  </a:lnTo>
                  <a:lnTo>
                    <a:pt x="691201" y="1572067"/>
                  </a:lnTo>
                  <a:lnTo>
                    <a:pt x="692675" y="1576348"/>
                  </a:lnTo>
                  <a:lnTo>
                    <a:pt x="694149" y="1580801"/>
                  </a:lnTo>
                  <a:lnTo>
                    <a:pt x="695623" y="1586329"/>
                  </a:lnTo>
                  <a:lnTo>
                    <a:pt x="697098" y="1590048"/>
                  </a:lnTo>
                  <a:lnTo>
                    <a:pt x="698572" y="1593769"/>
                  </a:lnTo>
                  <a:lnTo>
                    <a:pt x="700046" y="1597250"/>
                  </a:lnTo>
                  <a:lnTo>
                    <a:pt x="701520" y="1600227"/>
                  </a:lnTo>
                  <a:lnTo>
                    <a:pt x="702995" y="1603204"/>
                  </a:lnTo>
                  <a:lnTo>
                    <a:pt x="704469" y="1606181"/>
                  </a:lnTo>
                  <a:lnTo>
                    <a:pt x="705943" y="1609159"/>
                  </a:lnTo>
                  <a:lnTo>
                    <a:pt x="707417" y="1612582"/>
                  </a:lnTo>
                  <a:lnTo>
                    <a:pt x="708892" y="1616005"/>
                  </a:lnTo>
                  <a:lnTo>
                    <a:pt x="710366" y="1619428"/>
                  </a:lnTo>
                  <a:lnTo>
                    <a:pt x="711840" y="1622405"/>
                  </a:lnTo>
                  <a:lnTo>
                    <a:pt x="713314" y="1624931"/>
                  </a:lnTo>
                  <a:lnTo>
                    <a:pt x="714789" y="1624468"/>
                  </a:lnTo>
                  <a:lnTo>
                    <a:pt x="716263" y="1623018"/>
                  </a:lnTo>
                  <a:lnTo>
                    <a:pt x="717737" y="1621442"/>
                  </a:lnTo>
                  <a:lnTo>
                    <a:pt x="719211" y="1621226"/>
                  </a:lnTo>
                  <a:lnTo>
                    <a:pt x="720686" y="1621011"/>
                  </a:lnTo>
                  <a:lnTo>
                    <a:pt x="722160" y="1620199"/>
                  </a:lnTo>
                  <a:lnTo>
                    <a:pt x="723634" y="1619387"/>
                  </a:lnTo>
                  <a:lnTo>
                    <a:pt x="725108" y="1618575"/>
                  </a:lnTo>
                  <a:lnTo>
                    <a:pt x="726583" y="1617504"/>
                  </a:lnTo>
                  <a:lnTo>
                    <a:pt x="728057" y="1616433"/>
                  </a:lnTo>
                  <a:lnTo>
                    <a:pt x="729531" y="1616065"/>
                  </a:lnTo>
                  <a:lnTo>
                    <a:pt x="731005" y="1615441"/>
                  </a:lnTo>
                  <a:lnTo>
                    <a:pt x="732480" y="1615842"/>
                  </a:lnTo>
                  <a:lnTo>
                    <a:pt x="733954" y="1616892"/>
                  </a:lnTo>
                  <a:lnTo>
                    <a:pt x="735428" y="1618050"/>
                  </a:lnTo>
                  <a:lnTo>
                    <a:pt x="736902" y="1620329"/>
                  </a:lnTo>
                  <a:lnTo>
                    <a:pt x="738377" y="1623170"/>
                  </a:lnTo>
                  <a:lnTo>
                    <a:pt x="739851" y="1626026"/>
                  </a:lnTo>
                  <a:lnTo>
                    <a:pt x="741325" y="1628189"/>
                  </a:lnTo>
                  <a:lnTo>
                    <a:pt x="742799" y="1630616"/>
                  </a:lnTo>
                  <a:lnTo>
                    <a:pt x="744274" y="1633500"/>
                  </a:lnTo>
                  <a:lnTo>
                    <a:pt x="745748" y="1637594"/>
                  </a:lnTo>
                  <a:lnTo>
                    <a:pt x="747222" y="1641807"/>
                  </a:lnTo>
                  <a:lnTo>
                    <a:pt x="748696" y="1647303"/>
                  </a:lnTo>
                  <a:lnTo>
                    <a:pt x="750171" y="1653137"/>
                  </a:lnTo>
                  <a:lnTo>
                    <a:pt x="751645" y="1658157"/>
                  </a:lnTo>
                  <a:lnTo>
                    <a:pt x="753119" y="1663853"/>
                  </a:lnTo>
                  <a:lnTo>
                    <a:pt x="754593" y="1669175"/>
                  </a:lnTo>
                  <a:lnTo>
                    <a:pt x="756068" y="1674043"/>
                  </a:lnTo>
                  <a:lnTo>
                    <a:pt x="757542" y="1678912"/>
                  </a:lnTo>
                  <a:lnTo>
                    <a:pt x="759016" y="1683780"/>
                  </a:lnTo>
                  <a:lnTo>
                    <a:pt x="760490" y="1689244"/>
                  </a:lnTo>
                  <a:lnTo>
                    <a:pt x="761965" y="1694708"/>
                  </a:lnTo>
                  <a:lnTo>
                    <a:pt x="763439" y="1699835"/>
                  </a:lnTo>
                  <a:lnTo>
                    <a:pt x="764913" y="1704337"/>
                  </a:lnTo>
                  <a:lnTo>
                    <a:pt x="766387" y="1708950"/>
                  </a:lnTo>
                  <a:lnTo>
                    <a:pt x="767862" y="1711927"/>
                  </a:lnTo>
                  <a:lnTo>
                    <a:pt x="769336" y="1714732"/>
                  </a:lnTo>
                  <a:lnTo>
                    <a:pt x="770810" y="1715592"/>
                  </a:lnTo>
                  <a:lnTo>
                    <a:pt x="772284" y="1716452"/>
                  </a:lnTo>
                  <a:lnTo>
                    <a:pt x="773759" y="1717758"/>
                  </a:lnTo>
                  <a:lnTo>
                    <a:pt x="775233" y="1717523"/>
                  </a:lnTo>
                  <a:lnTo>
                    <a:pt x="776707" y="1716119"/>
                  </a:lnTo>
                  <a:lnTo>
                    <a:pt x="778181" y="1714714"/>
                  </a:lnTo>
                  <a:lnTo>
                    <a:pt x="779656" y="1713310"/>
                  </a:lnTo>
                  <a:lnTo>
                    <a:pt x="781130" y="1712329"/>
                  </a:lnTo>
                  <a:lnTo>
                    <a:pt x="782604" y="1710902"/>
                  </a:lnTo>
                  <a:lnTo>
                    <a:pt x="784078" y="1709475"/>
                  </a:lnTo>
                  <a:lnTo>
                    <a:pt x="785553" y="1708048"/>
                  </a:lnTo>
                  <a:lnTo>
                    <a:pt x="787027" y="1706644"/>
                  </a:lnTo>
                  <a:lnTo>
                    <a:pt x="788501" y="1705379"/>
                  </a:lnTo>
                  <a:lnTo>
                    <a:pt x="789975" y="1704917"/>
                  </a:lnTo>
                  <a:lnTo>
                    <a:pt x="791450" y="1704301"/>
                  </a:lnTo>
                  <a:lnTo>
                    <a:pt x="792924" y="1704301"/>
                  </a:lnTo>
                  <a:lnTo>
                    <a:pt x="794398" y="1704301"/>
                  </a:lnTo>
                  <a:lnTo>
                    <a:pt x="795872" y="1703965"/>
                  </a:lnTo>
                  <a:lnTo>
                    <a:pt x="797347" y="1704760"/>
                  </a:lnTo>
                  <a:lnTo>
                    <a:pt x="798821" y="1706699"/>
                  </a:lnTo>
                  <a:lnTo>
                    <a:pt x="800295" y="1708639"/>
                  </a:lnTo>
                  <a:lnTo>
                    <a:pt x="801769" y="1710837"/>
                  </a:lnTo>
                  <a:lnTo>
                    <a:pt x="803244" y="1712698"/>
                  </a:lnTo>
                  <a:lnTo>
                    <a:pt x="804718" y="1714001"/>
                  </a:lnTo>
                  <a:lnTo>
                    <a:pt x="806192" y="1716493"/>
                  </a:lnTo>
                  <a:lnTo>
                    <a:pt x="807666" y="1719635"/>
                  </a:lnTo>
                  <a:lnTo>
                    <a:pt x="809141" y="1723393"/>
                  </a:lnTo>
                  <a:lnTo>
                    <a:pt x="810615" y="1727043"/>
                  </a:lnTo>
                  <a:lnTo>
                    <a:pt x="812089" y="1730510"/>
                  </a:lnTo>
                  <a:lnTo>
                    <a:pt x="813563" y="1734281"/>
                  </a:lnTo>
                  <a:lnTo>
                    <a:pt x="815038" y="1737474"/>
                  </a:lnTo>
                  <a:lnTo>
                    <a:pt x="816512" y="1740400"/>
                  </a:lnTo>
                  <a:lnTo>
                    <a:pt x="817986" y="1743061"/>
                  </a:lnTo>
                  <a:lnTo>
                    <a:pt x="819460" y="1745464"/>
                  </a:lnTo>
                  <a:lnTo>
                    <a:pt x="820935" y="1747903"/>
                  </a:lnTo>
                  <a:lnTo>
                    <a:pt x="822409" y="1750341"/>
                  </a:lnTo>
                  <a:lnTo>
                    <a:pt x="823883" y="1752522"/>
                  </a:lnTo>
                  <a:lnTo>
                    <a:pt x="825357" y="1754366"/>
                  </a:lnTo>
                  <a:lnTo>
                    <a:pt x="826832" y="1756577"/>
                  </a:lnTo>
                  <a:lnTo>
                    <a:pt x="828306" y="1757414"/>
                  </a:lnTo>
                  <a:lnTo>
                    <a:pt x="829780" y="1757360"/>
                  </a:lnTo>
                  <a:lnTo>
                    <a:pt x="831254" y="1756346"/>
                  </a:lnTo>
                  <a:lnTo>
                    <a:pt x="832729" y="1755332"/>
                  </a:lnTo>
                  <a:lnTo>
                    <a:pt x="834203" y="1754319"/>
                  </a:lnTo>
                  <a:lnTo>
                    <a:pt x="835677" y="1752709"/>
                  </a:lnTo>
                  <a:lnTo>
                    <a:pt x="837151" y="1751100"/>
                  </a:lnTo>
                  <a:lnTo>
                    <a:pt x="838626" y="1749828"/>
                  </a:lnTo>
                  <a:lnTo>
                    <a:pt x="840100" y="1748556"/>
                  </a:lnTo>
                  <a:lnTo>
                    <a:pt x="841574" y="1746947"/>
                  </a:lnTo>
                  <a:lnTo>
                    <a:pt x="843048" y="1745338"/>
                  </a:lnTo>
                  <a:lnTo>
                    <a:pt x="844523" y="1743326"/>
                  </a:lnTo>
                  <a:lnTo>
                    <a:pt x="845997" y="1741315"/>
                  </a:lnTo>
                  <a:lnTo>
                    <a:pt x="847471" y="1739304"/>
                  </a:lnTo>
                  <a:lnTo>
                    <a:pt x="848945" y="1736848"/>
                  </a:lnTo>
                  <a:lnTo>
                    <a:pt x="850420" y="1735072"/>
                  </a:lnTo>
                  <a:lnTo>
                    <a:pt x="851894" y="1734465"/>
                  </a:lnTo>
                  <a:lnTo>
                    <a:pt x="853368" y="1733859"/>
                  </a:lnTo>
                  <a:lnTo>
                    <a:pt x="854842" y="1733252"/>
                  </a:lnTo>
                  <a:lnTo>
                    <a:pt x="856317" y="1732222"/>
                  </a:lnTo>
                  <a:lnTo>
                    <a:pt x="857791" y="1731192"/>
                  </a:lnTo>
                  <a:lnTo>
                    <a:pt x="859265" y="1729294"/>
                  </a:lnTo>
                  <a:lnTo>
                    <a:pt x="860739" y="1726414"/>
                  </a:lnTo>
                  <a:lnTo>
                    <a:pt x="862214" y="1723958"/>
                  </a:lnTo>
                  <a:lnTo>
                    <a:pt x="863688" y="1722348"/>
                  </a:lnTo>
                  <a:lnTo>
                    <a:pt x="865162" y="1721201"/>
                  </a:lnTo>
                  <a:lnTo>
                    <a:pt x="866636" y="1721195"/>
                  </a:lnTo>
                  <a:lnTo>
                    <a:pt x="868110" y="1721189"/>
                  </a:lnTo>
                  <a:lnTo>
                    <a:pt x="869585" y="1721182"/>
                  </a:lnTo>
                  <a:lnTo>
                    <a:pt x="871059" y="1721512"/>
                  </a:lnTo>
                  <a:lnTo>
                    <a:pt x="872533" y="1720398"/>
                  </a:lnTo>
                  <a:lnTo>
                    <a:pt x="874007" y="1717186"/>
                  </a:lnTo>
                  <a:lnTo>
                    <a:pt x="875482" y="1713975"/>
                  </a:lnTo>
                  <a:lnTo>
                    <a:pt x="876956" y="1710985"/>
                  </a:lnTo>
                  <a:lnTo>
                    <a:pt x="878430" y="1708332"/>
                  </a:lnTo>
                  <a:lnTo>
                    <a:pt x="879904" y="1706463"/>
                  </a:lnTo>
                  <a:lnTo>
                    <a:pt x="881379" y="1705288"/>
                  </a:lnTo>
                  <a:lnTo>
                    <a:pt x="882853" y="1705288"/>
                  </a:lnTo>
                  <a:lnTo>
                    <a:pt x="884327" y="1706148"/>
                  </a:lnTo>
                  <a:lnTo>
                    <a:pt x="885801" y="1706671"/>
                  </a:lnTo>
                  <a:lnTo>
                    <a:pt x="887276" y="1706816"/>
                  </a:lnTo>
                  <a:lnTo>
                    <a:pt x="888750" y="1706539"/>
                  </a:lnTo>
                  <a:lnTo>
                    <a:pt x="890224" y="1706521"/>
                  </a:lnTo>
                  <a:lnTo>
                    <a:pt x="891698" y="1706927"/>
                  </a:lnTo>
                  <a:lnTo>
                    <a:pt x="893173" y="1707686"/>
                  </a:lnTo>
                  <a:lnTo>
                    <a:pt x="894647" y="1709427"/>
                  </a:lnTo>
                  <a:lnTo>
                    <a:pt x="896121" y="1712257"/>
                  </a:lnTo>
                  <a:lnTo>
                    <a:pt x="897595" y="1714501"/>
                  </a:lnTo>
                  <a:lnTo>
                    <a:pt x="899070" y="1714344"/>
                  </a:lnTo>
                  <a:lnTo>
                    <a:pt x="900544" y="1714187"/>
                  </a:lnTo>
                  <a:lnTo>
                    <a:pt x="902018" y="1713808"/>
                  </a:lnTo>
                  <a:lnTo>
                    <a:pt x="903492" y="1712238"/>
                  </a:lnTo>
                  <a:lnTo>
                    <a:pt x="904967" y="1710667"/>
                  </a:lnTo>
                  <a:lnTo>
                    <a:pt x="906441" y="1708632"/>
                  </a:lnTo>
                  <a:lnTo>
                    <a:pt x="907915" y="1706597"/>
                  </a:lnTo>
                  <a:lnTo>
                    <a:pt x="909389" y="1704104"/>
                  </a:lnTo>
                  <a:lnTo>
                    <a:pt x="910864" y="1700451"/>
                  </a:lnTo>
                  <a:lnTo>
                    <a:pt x="912338" y="1696042"/>
                  </a:lnTo>
                  <a:lnTo>
                    <a:pt x="913812" y="1690822"/>
                  </a:lnTo>
                  <a:lnTo>
                    <a:pt x="915286" y="1685157"/>
                  </a:lnTo>
                  <a:lnTo>
                    <a:pt x="916761" y="1679491"/>
                  </a:lnTo>
                  <a:lnTo>
                    <a:pt x="918235" y="1673826"/>
                  </a:lnTo>
                  <a:lnTo>
                    <a:pt x="919709" y="1668076"/>
                  </a:lnTo>
                  <a:lnTo>
                    <a:pt x="921183" y="1663361"/>
                  </a:lnTo>
                  <a:lnTo>
                    <a:pt x="922658" y="1657854"/>
                  </a:lnTo>
                  <a:lnTo>
                    <a:pt x="924132" y="1652529"/>
                  </a:lnTo>
                  <a:lnTo>
                    <a:pt x="925606" y="1648546"/>
                  </a:lnTo>
                  <a:lnTo>
                    <a:pt x="927080" y="1644564"/>
                  </a:lnTo>
                  <a:lnTo>
                    <a:pt x="928555" y="1640581"/>
                  </a:lnTo>
                  <a:lnTo>
                    <a:pt x="930029" y="1636598"/>
                  </a:lnTo>
                  <a:lnTo>
                    <a:pt x="931503" y="1633092"/>
                  </a:lnTo>
                  <a:lnTo>
                    <a:pt x="932977" y="1630523"/>
                  </a:lnTo>
                  <a:lnTo>
                    <a:pt x="934452" y="1629579"/>
                  </a:lnTo>
                  <a:lnTo>
                    <a:pt x="935926" y="1630203"/>
                  </a:lnTo>
                  <a:lnTo>
                    <a:pt x="937400" y="1630827"/>
                  </a:lnTo>
                  <a:lnTo>
                    <a:pt x="938874" y="1631050"/>
                  </a:lnTo>
                  <a:lnTo>
                    <a:pt x="940349" y="1630865"/>
                  </a:lnTo>
                  <a:lnTo>
                    <a:pt x="941823" y="1630439"/>
                  </a:lnTo>
                  <a:lnTo>
                    <a:pt x="943297" y="1630231"/>
                  </a:lnTo>
                  <a:lnTo>
                    <a:pt x="944771" y="1629642"/>
                  </a:lnTo>
                  <a:lnTo>
                    <a:pt x="946246" y="1629053"/>
                  </a:lnTo>
                  <a:lnTo>
                    <a:pt x="947720" y="1629108"/>
                  </a:lnTo>
                  <a:lnTo>
                    <a:pt x="949194" y="1629590"/>
                  </a:lnTo>
                  <a:lnTo>
                    <a:pt x="950668" y="1630071"/>
                  </a:lnTo>
                  <a:lnTo>
                    <a:pt x="952143" y="1630331"/>
                  </a:lnTo>
                  <a:lnTo>
                    <a:pt x="953617" y="1630591"/>
                  </a:lnTo>
                  <a:lnTo>
                    <a:pt x="955091" y="1630858"/>
                  </a:lnTo>
                  <a:lnTo>
                    <a:pt x="956565" y="1630430"/>
                  </a:lnTo>
                  <a:lnTo>
                    <a:pt x="958040" y="1628828"/>
                  </a:lnTo>
                  <a:lnTo>
                    <a:pt x="959514" y="1626365"/>
                  </a:lnTo>
                  <a:lnTo>
                    <a:pt x="960988" y="1624239"/>
                  </a:lnTo>
                  <a:lnTo>
                    <a:pt x="962462" y="1622125"/>
                  </a:lnTo>
                  <a:lnTo>
                    <a:pt x="963937" y="1620553"/>
                  </a:lnTo>
                  <a:lnTo>
                    <a:pt x="965411" y="1619858"/>
                  </a:lnTo>
                  <a:lnTo>
                    <a:pt x="966885" y="1619230"/>
                  </a:lnTo>
                  <a:lnTo>
                    <a:pt x="968359" y="1618249"/>
                  </a:lnTo>
                  <a:lnTo>
                    <a:pt x="969834" y="1615142"/>
                  </a:lnTo>
                  <a:lnTo>
                    <a:pt x="971308" y="1609713"/>
                  </a:lnTo>
                  <a:lnTo>
                    <a:pt x="972782" y="1603942"/>
                  </a:lnTo>
                  <a:lnTo>
                    <a:pt x="974256" y="1599455"/>
                  </a:lnTo>
                  <a:lnTo>
                    <a:pt x="975731" y="1595494"/>
                  </a:lnTo>
                  <a:lnTo>
                    <a:pt x="977205" y="1591489"/>
                  </a:lnTo>
                  <a:lnTo>
                    <a:pt x="978679" y="1588675"/>
                  </a:lnTo>
                  <a:lnTo>
                    <a:pt x="980153" y="1585861"/>
                  </a:lnTo>
                  <a:lnTo>
                    <a:pt x="981628" y="1583512"/>
                  </a:lnTo>
                  <a:lnTo>
                    <a:pt x="983102" y="1581628"/>
                  </a:lnTo>
                  <a:lnTo>
                    <a:pt x="984576" y="1577591"/>
                  </a:lnTo>
                  <a:lnTo>
                    <a:pt x="986050" y="1573938"/>
                  </a:lnTo>
                  <a:lnTo>
                    <a:pt x="987525" y="1571042"/>
                  </a:lnTo>
                  <a:lnTo>
                    <a:pt x="988999" y="1569998"/>
                  </a:lnTo>
                  <a:lnTo>
                    <a:pt x="990473" y="1570442"/>
                  </a:lnTo>
                  <a:lnTo>
                    <a:pt x="991947" y="1571183"/>
                  </a:lnTo>
                  <a:lnTo>
                    <a:pt x="993422" y="1571453"/>
                  </a:lnTo>
                  <a:lnTo>
                    <a:pt x="994896" y="1571657"/>
                  </a:lnTo>
                  <a:lnTo>
                    <a:pt x="996370" y="1571099"/>
                  </a:lnTo>
                  <a:lnTo>
                    <a:pt x="997844" y="1570716"/>
                  </a:lnTo>
                  <a:lnTo>
                    <a:pt x="999319" y="1570153"/>
                  </a:lnTo>
                  <a:lnTo>
                    <a:pt x="1000793" y="1568247"/>
                  </a:lnTo>
                  <a:lnTo>
                    <a:pt x="1002267" y="1566275"/>
                  </a:lnTo>
                  <a:lnTo>
                    <a:pt x="1003741" y="1563518"/>
                  </a:lnTo>
                  <a:lnTo>
                    <a:pt x="1005216" y="1559550"/>
                  </a:lnTo>
                  <a:lnTo>
                    <a:pt x="1006690" y="1555854"/>
                  </a:lnTo>
                  <a:lnTo>
                    <a:pt x="1008164" y="1551783"/>
                  </a:lnTo>
                  <a:lnTo>
                    <a:pt x="1009638" y="1546955"/>
                  </a:lnTo>
                  <a:lnTo>
                    <a:pt x="1011113" y="1540389"/>
                  </a:lnTo>
                  <a:lnTo>
                    <a:pt x="1012587" y="1533790"/>
                  </a:lnTo>
                  <a:lnTo>
                    <a:pt x="1014061" y="1527878"/>
                  </a:lnTo>
                  <a:lnTo>
                    <a:pt x="1015535" y="1522786"/>
                  </a:lnTo>
                  <a:lnTo>
                    <a:pt x="1017010" y="1518382"/>
                  </a:lnTo>
                  <a:lnTo>
                    <a:pt x="1018484" y="1514271"/>
                  </a:lnTo>
                  <a:lnTo>
                    <a:pt x="1019958" y="1511258"/>
                  </a:lnTo>
                  <a:lnTo>
                    <a:pt x="1021432" y="1508244"/>
                  </a:lnTo>
                  <a:lnTo>
                    <a:pt x="1022907" y="1504964"/>
                  </a:lnTo>
                  <a:lnTo>
                    <a:pt x="1024381" y="1502447"/>
                  </a:lnTo>
                  <a:lnTo>
                    <a:pt x="1025855" y="1501604"/>
                  </a:lnTo>
                  <a:lnTo>
                    <a:pt x="1027329" y="1501800"/>
                  </a:lnTo>
                  <a:lnTo>
                    <a:pt x="1028804" y="1503335"/>
                  </a:lnTo>
                  <a:lnTo>
                    <a:pt x="1030278" y="1505882"/>
                  </a:lnTo>
                  <a:lnTo>
                    <a:pt x="1031752" y="1508429"/>
                  </a:lnTo>
                  <a:lnTo>
                    <a:pt x="1033226" y="1510827"/>
                  </a:lnTo>
                  <a:lnTo>
                    <a:pt x="1034701" y="1511480"/>
                  </a:lnTo>
                  <a:lnTo>
                    <a:pt x="1036175" y="1511372"/>
                  </a:lnTo>
                  <a:lnTo>
                    <a:pt x="1037649" y="1511662"/>
                  </a:lnTo>
                  <a:lnTo>
                    <a:pt x="1039123" y="1511632"/>
                  </a:lnTo>
                  <a:lnTo>
                    <a:pt x="1040598" y="1510724"/>
                  </a:lnTo>
                  <a:lnTo>
                    <a:pt x="1042072" y="1509326"/>
                  </a:lnTo>
                  <a:lnTo>
                    <a:pt x="1043546" y="1507928"/>
                  </a:lnTo>
                  <a:lnTo>
                    <a:pt x="1045020" y="1507674"/>
                  </a:lnTo>
                  <a:lnTo>
                    <a:pt x="1046495" y="1508874"/>
                  </a:lnTo>
                  <a:lnTo>
                    <a:pt x="1047969" y="1510558"/>
                  </a:lnTo>
                  <a:lnTo>
                    <a:pt x="1049443" y="1513804"/>
                  </a:lnTo>
                  <a:lnTo>
                    <a:pt x="1050917" y="1516523"/>
                  </a:lnTo>
                  <a:lnTo>
                    <a:pt x="1052392" y="1519064"/>
                  </a:lnTo>
                  <a:lnTo>
                    <a:pt x="1053866" y="1521605"/>
                  </a:lnTo>
                  <a:lnTo>
                    <a:pt x="1055340" y="1525158"/>
                  </a:lnTo>
                  <a:lnTo>
                    <a:pt x="1056814" y="1529801"/>
                  </a:lnTo>
                  <a:lnTo>
                    <a:pt x="1058289" y="1534202"/>
                  </a:lnTo>
                  <a:lnTo>
                    <a:pt x="1059763" y="1541214"/>
                  </a:lnTo>
                  <a:lnTo>
                    <a:pt x="1061237" y="1548742"/>
                  </a:lnTo>
                  <a:lnTo>
                    <a:pt x="1062711" y="1556269"/>
                  </a:lnTo>
                  <a:lnTo>
                    <a:pt x="1064185" y="1562755"/>
                  </a:lnTo>
                  <a:lnTo>
                    <a:pt x="1065660" y="1568199"/>
                  </a:lnTo>
                  <a:lnTo>
                    <a:pt x="1067134" y="1573345"/>
                  </a:lnTo>
                  <a:lnTo>
                    <a:pt x="1068608" y="1578962"/>
                  </a:lnTo>
                  <a:lnTo>
                    <a:pt x="1070082" y="1585393"/>
                  </a:lnTo>
                  <a:lnTo>
                    <a:pt x="1071557" y="1591290"/>
                  </a:lnTo>
                  <a:lnTo>
                    <a:pt x="1073031" y="1597803"/>
                  </a:lnTo>
                  <a:lnTo>
                    <a:pt x="1074505" y="1604093"/>
                  </a:lnTo>
                  <a:lnTo>
                    <a:pt x="1075979" y="1610384"/>
                  </a:lnTo>
                  <a:lnTo>
                    <a:pt x="1077454" y="1616739"/>
                  </a:lnTo>
                  <a:lnTo>
                    <a:pt x="1078928" y="1623881"/>
                  </a:lnTo>
                  <a:lnTo>
                    <a:pt x="1080402" y="1632234"/>
                  </a:lnTo>
                  <a:lnTo>
                    <a:pt x="1081876" y="1639838"/>
                  </a:lnTo>
                  <a:lnTo>
                    <a:pt x="1083351" y="1647102"/>
                  </a:lnTo>
                  <a:lnTo>
                    <a:pt x="1084825" y="1654366"/>
                  </a:lnTo>
                  <a:lnTo>
                    <a:pt x="1086299" y="1662783"/>
                  </a:lnTo>
                  <a:lnTo>
                    <a:pt x="1087773" y="1671231"/>
                  </a:lnTo>
                  <a:lnTo>
                    <a:pt x="1089248" y="1678993"/>
                  </a:lnTo>
                  <a:lnTo>
                    <a:pt x="1090722" y="1686305"/>
                  </a:lnTo>
                  <a:lnTo>
                    <a:pt x="1092196" y="1691357"/>
                  </a:lnTo>
                  <a:lnTo>
                    <a:pt x="1093670" y="1695898"/>
                  </a:lnTo>
                  <a:lnTo>
                    <a:pt x="1095145" y="1699723"/>
                  </a:lnTo>
                  <a:lnTo>
                    <a:pt x="1096619" y="1701945"/>
                  </a:lnTo>
                  <a:lnTo>
                    <a:pt x="1098093" y="1702974"/>
                  </a:lnTo>
                  <a:lnTo>
                    <a:pt x="1099567" y="1703080"/>
                  </a:lnTo>
                  <a:lnTo>
                    <a:pt x="1101042" y="1701042"/>
                  </a:lnTo>
                  <a:lnTo>
                    <a:pt x="1102516" y="1696653"/>
                  </a:lnTo>
                  <a:lnTo>
                    <a:pt x="1103990" y="1689559"/>
                  </a:lnTo>
                  <a:lnTo>
                    <a:pt x="1105464" y="1681449"/>
                  </a:lnTo>
                  <a:lnTo>
                    <a:pt x="1106939" y="1672537"/>
                  </a:lnTo>
                  <a:lnTo>
                    <a:pt x="1108413" y="1663184"/>
                  </a:lnTo>
                  <a:lnTo>
                    <a:pt x="1109887" y="1654922"/>
                  </a:lnTo>
                  <a:lnTo>
                    <a:pt x="1111361" y="1646564"/>
                  </a:lnTo>
                  <a:lnTo>
                    <a:pt x="1112836" y="1637155"/>
                  </a:lnTo>
                  <a:lnTo>
                    <a:pt x="1114310" y="1627663"/>
                  </a:lnTo>
                  <a:lnTo>
                    <a:pt x="1115784" y="1618171"/>
                  </a:lnTo>
                  <a:lnTo>
                    <a:pt x="1117258" y="1608679"/>
                  </a:lnTo>
                  <a:lnTo>
                    <a:pt x="1118733" y="1599914"/>
                  </a:lnTo>
                  <a:lnTo>
                    <a:pt x="1120207" y="1592119"/>
                  </a:lnTo>
                  <a:lnTo>
                    <a:pt x="1121681" y="1584620"/>
                  </a:lnTo>
                  <a:lnTo>
                    <a:pt x="1123155" y="1577914"/>
                  </a:lnTo>
                  <a:lnTo>
                    <a:pt x="1124630" y="1571871"/>
                  </a:lnTo>
                  <a:lnTo>
                    <a:pt x="1126104" y="1566891"/>
                  </a:lnTo>
                  <a:lnTo>
                    <a:pt x="1127578" y="1560204"/>
                  </a:lnTo>
                  <a:lnTo>
                    <a:pt x="1129052" y="1553470"/>
                  </a:lnTo>
                  <a:lnTo>
                    <a:pt x="1130527" y="1546339"/>
                  </a:lnTo>
                  <a:lnTo>
                    <a:pt x="1132001" y="1538219"/>
                  </a:lnTo>
                  <a:lnTo>
                    <a:pt x="1133475" y="1530047"/>
                  </a:lnTo>
                  <a:lnTo>
                    <a:pt x="1134949" y="1522291"/>
                  </a:lnTo>
                  <a:lnTo>
                    <a:pt x="1136424" y="1514794"/>
                  </a:lnTo>
                  <a:lnTo>
                    <a:pt x="1137898" y="1506129"/>
                  </a:lnTo>
                  <a:lnTo>
                    <a:pt x="1139372" y="1496850"/>
                  </a:lnTo>
                  <a:lnTo>
                    <a:pt x="1140846" y="1487571"/>
                  </a:lnTo>
                  <a:lnTo>
                    <a:pt x="1142321" y="1478551"/>
                  </a:lnTo>
                  <a:lnTo>
                    <a:pt x="1143795" y="1469257"/>
                  </a:lnTo>
                  <a:lnTo>
                    <a:pt x="1145269" y="1458421"/>
                  </a:lnTo>
                  <a:lnTo>
                    <a:pt x="1146743" y="1447683"/>
                  </a:lnTo>
                  <a:lnTo>
                    <a:pt x="1148218" y="1437229"/>
                  </a:lnTo>
                  <a:lnTo>
                    <a:pt x="1149692" y="1428431"/>
                  </a:lnTo>
                  <a:lnTo>
                    <a:pt x="1151166" y="1420544"/>
                  </a:lnTo>
                  <a:lnTo>
                    <a:pt x="1152640" y="1412217"/>
                  </a:lnTo>
                  <a:lnTo>
                    <a:pt x="1154115" y="1404400"/>
                  </a:lnTo>
                  <a:lnTo>
                    <a:pt x="1155589" y="1397607"/>
                  </a:lnTo>
                  <a:lnTo>
                    <a:pt x="1157063" y="1390814"/>
                  </a:lnTo>
                  <a:lnTo>
                    <a:pt x="1158537" y="1383213"/>
                  </a:lnTo>
                  <a:lnTo>
                    <a:pt x="1160012" y="1375249"/>
                  </a:lnTo>
                  <a:lnTo>
                    <a:pt x="1161486" y="1367705"/>
                  </a:lnTo>
                  <a:lnTo>
                    <a:pt x="1162960" y="1359386"/>
                  </a:lnTo>
                  <a:lnTo>
                    <a:pt x="1164434" y="1350844"/>
                  </a:lnTo>
                  <a:lnTo>
                    <a:pt x="1165909" y="1342643"/>
                  </a:lnTo>
                  <a:lnTo>
                    <a:pt x="1167383" y="1337903"/>
                  </a:lnTo>
                  <a:lnTo>
                    <a:pt x="1168857" y="1332700"/>
                  </a:lnTo>
                  <a:lnTo>
                    <a:pt x="1170331" y="1326678"/>
                  </a:lnTo>
                  <a:lnTo>
                    <a:pt x="1171806" y="1321589"/>
                  </a:lnTo>
                  <a:lnTo>
                    <a:pt x="1173280" y="1317263"/>
                  </a:lnTo>
                  <a:lnTo>
                    <a:pt x="1174754" y="1312013"/>
                  </a:lnTo>
                  <a:lnTo>
                    <a:pt x="1176228" y="1305413"/>
                  </a:lnTo>
                  <a:lnTo>
                    <a:pt x="1177703" y="1299252"/>
                  </a:lnTo>
                  <a:lnTo>
                    <a:pt x="1179177" y="1293318"/>
                  </a:lnTo>
                  <a:lnTo>
                    <a:pt x="1180651" y="1286600"/>
                  </a:lnTo>
                  <a:lnTo>
                    <a:pt x="1182125" y="1281442"/>
                  </a:lnTo>
                  <a:lnTo>
                    <a:pt x="1183600" y="1276964"/>
                  </a:lnTo>
                  <a:lnTo>
                    <a:pt x="1185074" y="1272693"/>
                  </a:lnTo>
                  <a:lnTo>
                    <a:pt x="1186548" y="1268491"/>
                  </a:lnTo>
                  <a:lnTo>
                    <a:pt x="1188022" y="1264087"/>
                  </a:lnTo>
                  <a:lnTo>
                    <a:pt x="1189497" y="1258562"/>
                  </a:lnTo>
                  <a:lnTo>
                    <a:pt x="1190971" y="1253463"/>
                  </a:lnTo>
                  <a:lnTo>
                    <a:pt x="1192445" y="1248654"/>
                  </a:lnTo>
                  <a:lnTo>
                    <a:pt x="1193919" y="1243252"/>
                  </a:lnTo>
                  <a:lnTo>
                    <a:pt x="1195394" y="1236783"/>
                  </a:lnTo>
                  <a:lnTo>
                    <a:pt x="1196868" y="1230339"/>
                  </a:lnTo>
                  <a:lnTo>
                    <a:pt x="1198342" y="1225011"/>
                  </a:lnTo>
                  <a:lnTo>
                    <a:pt x="1199816" y="1219350"/>
                  </a:lnTo>
                  <a:lnTo>
                    <a:pt x="1201291" y="1213826"/>
                  </a:lnTo>
                  <a:lnTo>
                    <a:pt x="1202765" y="1211487"/>
                  </a:lnTo>
                  <a:lnTo>
                    <a:pt x="1204239" y="1209306"/>
                  </a:lnTo>
                  <a:lnTo>
                    <a:pt x="1205713" y="1206584"/>
                  </a:lnTo>
                  <a:lnTo>
                    <a:pt x="1207188" y="1204172"/>
                  </a:lnTo>
                  <a:lnTo>
                    <a:pt x="1208662" y="1202137"/>
                  </a:lnTo>
                  <a:lnTo>
                    <a:pt x="1210136" y="1199488"/>
                  </a:lnTo>
                  <a:lnTo>
                    <a:pt x="1211610" y="1197038"/>
                  </a:lnTo>
                  <a:lnTo>
                    <a:pt x="1213085" y="1194608"/>
                  </a:lnTo>
                  <a:lnTo>
                    <a:pt x="1214559" y="1190486"/>
                  </a:lnTo>
                  <a:lnTo>
                    <a:pt x="1216033" y="1184963"/>
                  </a:lnTo>
                  <a:lnTo>
                    <a:pt x="1217507" y="1178906"/>
                  </a:lnTo>
                  <a:lnTo>
                    <a:pt x="1218982" y="1172967"/>
                  </a:lnTo>
                  <a:lnTo>
                    <a:pt x="1220456" y="1167263"/>
                  </a:lnTo>
                  <a:lnTo>
                    <a:pt x="1221930" y="1160232"/>
                  </a:lnTo>
                  <a:lnTo>
                    <a:pt x="1223404" y="1152363"/>
                  </a:lnTo>
                  <a:lnTo>
                    <a:pt x="1224879" y="1142457"/>
                  </a:lnTo>
                  <a:lnTo>
                    <a:pt x="1226353" y="1130088"/>
                  </a:lnTo>
                  <a:lnTo>
                    <a:pt x="1227827" y="1116505"/>
                  </a:lnTo>
                  <a:lnTo>
                    <a:pt x="1229301" y="1101816"/>
                  </a:lnTo>
                  <a:lnTo>
                    <a:pt x="1230776" y="1085896"/>
                  </a:lnTo>
                  <a:lnTo>
                    <a:pt x="1232250" y="1069260"/>
                  </a:lnTo>
                  <a:lnTo>
                    <a:pt x="1233724" y="1053199"/>
                  </a:lnTo>
                  <a:lnTo>
                    <a:pt x="1235198" y="1037175"/>
                  </a:lnTo>
                  <a:lnTo>
                    <a:pt x="1236673" y="1020858"/>
                  </a:lnTo>
                  <a:lnTo>
                    <a:pt x="1238147" y="1005541"/>
                  </a:lnTo>
                  <a:lnTo>
                    <a:pt x="1239621" y="990274"/>
                  </a:lnTo>
                  <a:lnTo>
                    <a:pt x="1241095" y="973989"/>
                  </a:lnTo>
                  <a:lnTo>
                    <a:pt x="1242570" y="955263"/>
                  </a:lnTo>
                  <a:lnTo>
                    <a:pt x="1244044" y="936756"/>
                  </a:lnTo>
                  <a:lnTo>
                    <a:pt x="1245518" y="918969"/>
                  </a:lnTo>
                  <a:lnTo>
                    <a:pt x="1246992" y="901660"/>
                  </a:lnTo>
                  <a:lnTo>
                    <a:pt x="1248467" y="885457"/>
                  </a:lnTo>
                  <a:lnTo>
                    <a:pt x="1249941" y="870678"/>
                  </a:lnTo>
                  <a:lnTo>
                    <a:pt x="1251415" y="857711"/>
                  </a:lnTo>
                  <a:lnTo>
                    <a:pt x="1252889" y="845381"/>
                  </a:lnTo>
                  <a:lnTo>
                    <a:pt x="1254364" y="834066"/>
                  </a:lnTo>
                  <a:lnTo>
                    <a:pt x="1255838" y="823202"/>
                  </a:lnTo>
                  <a:lnTo>
                    <a:pt x="1257312" y="811543"/>
                  </a:lnTo>
                  <a:lnTo>
                    <a:pt x="1258786" y="800140"/>
                  </a:lnTo>
                  <a:lnTo>
                    <a:pt x="1260260" y="789052"/>
                  </a:lnTo>
                  <a:lnTo>
                    <a:pt x="1261735" y="779002"/>
                  </a:lnTo>
                  <a:lnTo>
                    <a:pt x="1263209" y="770596"/>
                  </a:lnTo>
                  <a:lnTo>
                    <a:pt x="1264683" y="763857"/>
                  </a:lnTo>
                  <a:lnTo>
                    <a:pt x="1266157" y="758030"/>
                  </a:lnTo>
                  <a:lnTo>
                    <a:pt x="1267632" y="752433"/>
                  </a:lnTo>
                  <a:lnTo>
                    <a:pt x="1269106" y="746624"/>
                  </a:lnTo>
                  <a:lnTo>
                    <a:pt x="1270580" y="741333"/>
                  </a:lnTo>
                  <a:lnTo>
                    <a:pt x="1272054" y="736999"/>
                  </a:lnTo>
                  <a:lnTo>
                    <a:pt x="1273529" y="732023"/>
                  </a:lnTo>
                  <a:lnTo>
                    <a:pt x="1275003" y="728100"/>
                  </a:lnTo>
                  <a:lnTo>
                    <a:pt x="1276477" y="725189"/>
                  </a:lnTo>
                  <a:lnTo>
                    <a:pt x="1277951" y="722447"/>
                  </a:lnTo>
                  <a:lnTo>
                    <a:pt x="1279426" y="720477"/>
                  </a:lnTo>
                  <a:lnTo>
                    <a:pt x="1280900" y="719651"/>
                  </a:lnTo>
                  <a:lnTo>
                    <a:pt x="1282374" y="718487"/>
                  </a:lnTo>
                  <a:lnTo>
                    <a:pt x="1283848" y="717437"/>
                  </a:lnTo>
                  <a:lnTo>
                    <a:pt x="1285323" y="716586"/>
                  </a:lnTo>
                  <a:lnTo>
                    <a:pt x="1286797" y="715795"/>
                  </a:lnTo>
                  <a:lnTo>
                    <a:pt x="1288271" y="716152"/>
                  </a:lnTo>
                  <a:lnTo>
                    <a:pt x="1289745" y="719018"/>
                  </a:lnTo>
                  <a:lnTo>
                    <a:pt x="1291220" y="725080"/>
                  </a:lnTo>
                  <a:lnTo>
                    <a:pt x="1292694" y="733932"/>
                  </a:lnTo>
                  <a:lnTo>
                    <a:pt x="1294168" y="743276"/>
                  </a:lnTo>
                  <a:lnTo>
                    <a:pt x="1295642" y="753730"/>
                  </a:lnTo>
                  <a:lnTo>
                    <a:pt x="1297117" y="765146"/>
                  </a:lnTo>
                  <a:lnTo>
                    <a:pt x="1298591" y="777116"/>
                  </a:lnTo>
                  <a:lnTo>
                    <a:pt x="1300065" y="789689"/>
                  </a:lnTo>
                  <a:lnTo>
                    <a:pt x="1301539" y="803815"/>
                  </a:lnTo>
                  <a:lnTo>
                    <a:pt x="1303014" y="819415"/>
                  </a:lnTo>
                  <a:lnTo>
                    <a:pt x="1304488" y="835851"/>
                  </a:lnTo>
                  <a:lnTo>
                    <a:pt x="1305962" y="852960"/>
                  </a:lnTo>
                  <a:lnTo>
                    <a:pt x="1307436" y="870479"/>
                  </a:lnTo>
                  <a:lnTo>
                    <a:pt x="1308911" y="887788"/>
                  </a:lnTo>
                  <a:lnTo>
                    <a:pt x="1310385" y="905422"/>
                  </a:lnTo>
                  <a:lnTo>
                    <a:pt x="1311859" y="923153"/>
                  </a:lnTo>
                  <a:lnTo>
                    <a:pt x="1313333" y="940659"/>
                  </a:lnTo>
                  <a:lnTo>
                    <a:pt x="1314808" y="958068"/>
                  </a:lnTo>
                  <a:lnTo>
                    <a:pt x="1316282" y="974680"/>
                  </a:lnTo>
                  <a:lnTo>
                    <a:pt x="1317756" y="993541"/>
                  </a:lnTo>
                  <a:lnTo>
                    <a:pt x="1319230" y="1013229"/>
                  </a:lnTo>
                  <a:lnTo>
                    <a:pt x="1320705" y="1033017"/>
                  </a:lnTo>
                  <a:lnTo>
                    <a:pt x="1322179" y="1052996"/>
                  </a:lnTo>
                  <a:lnTo>
                    <a:pt x="1323653" y="1073097"/>
                  </a:lnTo>
                  <a:lnTo>
                    <a:pt x="1325127" y="1093572"/>
                  </a:lnTo>
                  <a:lnTo>
                    <a:pt x="1326602" y="1115138"/>
                  </a:lnTo>
                  <a:lnTo>
                    <a:pt x="1328076" y="1137222"/>
                  </a:lnTo>
                  <a:lnTo>
                    <a:pt x="1329550" y="1158883"/>
                  </a:lnTo>
                  <a:lnTo>
                    <a:pt x="1331024" y="1180614"/>
                  </a:lnTo>
                  <a:lnTo>
                    <a:pt x="1332499" y="1202384"/>
                  </a:lnTo>
                  <a:lnTo>
                    <a:pt x="1333973" y="1223540"/>
                  </a:lnTo>
                  <a:lnTo>
                    <a:pt x="1335447" y="1244826"/>
                  </a:lnTo>
                  <a:lnTo>
                    <a:pt x="1336921" y="1266219"/>
                  </a:lnTo>
                  <a:lnTo>
                    <a:pt x="1338396" y="1288966"/>
                  </a:lnTo>
                  <a:lnTo>
                    <a:pt x="1339870" y="1310753"/>
                  </a:lnTo>
                  <a:lnTo>
                    <a:pt x="1341344" y="1331200"/>
                  </a:lnTo>
                  <a:lnTo>
                    <a:pt x="1342818" y="1351128"/>
                  </a:lnTo>
                  <a:lnTo>
                    <a:pt x="1344293" y="1371132"/>
                  </a:lnTo>
                  <a:lnTo>
                    <a:pt x="1345767" y="1390457"/>
                  </a:lnTo>
                  <a:lnTo>
                    <a:pt x="1347241" y="1408282"/>
                  </a:lnTo>
                  <a:lnTo>
                    <a:pt x="1348715" y="1425286"/>
                  </a:lnTo>
                  <a:lnTo>
                    <a:pt x="1350190" y="1441076"/>
                  </a:lnTo>
                  <a:lnTo>
                    <a:pt x="1351664" y="1454565"/>
                  </a:lnTo>
                  <a:lnTo>
                    <a:pt x="1353138" y="1465028"/>
                  </a:lnTo>
                  <a:lnTo>
                    <a:pt x="1354612" y="1473296"/>
                  </a:lnTo>
                  <a:lnTo>
                    <a:pt x="1356087" y="1480165"/>
                  </a:lnTo>
                  <a:lnTo>
                    <a:pt x="1357561" y="1487217"/>
                  </a:lnTo>
                  <a:lnTo>
                    <a:pt x="1359035" y="1493607"/>
                  </a:lnTo>
                  <a:lnTo>
                    <a:pt x="1360509" y="1499739"/>
                  </a:lnTo>
                  <a:lnTo>
                    <a:pt x="1361984" y="1503875"/>
                  </a:lnTo>
                  <a:lnTo>
                    <a:pt x="1363458" y="1507283"/>
                  </a:lnTo>
                  <a:lnTo>
                    <a:pt x="1364932" y="1509500"/>
                  </a:lnTo>
                  <a:lnTo>
                    <a:pt x="1366406" y="1509771"/>
                  </a:lnTo>
                  <a:lnTo>
                    <a:pt x="1367881" y="1506717"/>
                  </a:lnTo>
                  <a:lnTo>
                    <a:pt x="1369355" y="1503493"/>
                  </a:lnTo>
                  <a:lnTo>
                    <a:pt x="1370829" y="1499073"/>
                  </a:lnTo>
                  <a:lnTo>
                    <a:pt x="1372303" y="1493764"/>
                  </a:lnTo>
                  <a:lnTo>
                    <a:pt x="1373778" y="1488020"/>
                  </a:lnTo>
                  <a:lnTo>
                    <a:pt x="1375252" y="1481131"/>
                  </a:lnTo>
                  <a:lnTo>
                    <a:pt x="1376726" y="1472554"/>
                  </a:lnTo>
                  <a:lnTo>
                    <a:pt x="1378200" y="1462345"/>
                  </a:lnTo>
                  <a:lnTo>
                    <a:pt x="1379675" y="1451458"/>
                  </a:lnTo>
                  <a:lnTo>
                    <a:pt x="1381149" y="1439802"/>
                  </a:lnTo>
                  <a:lnTo>
                    <a:pt x="1382623" y="1428576"/>
                  </a:lnTo>
                  <a:lnTo>
                    <a:pt x="1384097" y="1417495"/>
                  </a:lnTo>
                  <a:lnTo>
                    <a:pt x="1385572" y="1405644"/>
                  </a:lnTo>
                  <a:lnTo>
                    <a:pt x="1387046" y="1392813"/>
                  </a:lnTo>
                  <a:lnTo>
                    <a:pt x="1388520" y="1379542"/>
                  </a:lnTo>
                  <a:lnTo>
                    <a:pt x="1389994" y="1365917"/>
                  </a:lnTo>
                  <a:lnTo>
                    <a:pt x="1391469" y="1353695"/>
                  </a:lnTo>
                  <a:lnTo>
                    <a:pt x="1392943" y="1340036"/>
                  </a:lnTo>
                  <a:lnTo>
                    <a:pt x="1394417" y="1326112"/>
                  </a:lnTo>
                  <a:lnTo>
                    <a:pt x="1395891" y="1312598"/>
                  </a:lnTo>
                  <a:lnTo>
                    <a:pt x="1397366" y="1300301"/>
                  </a:lnTo>
                  <a:lnTo>
                    <a:pt x="1398840" y="1288933"/>
                  </a:lnTo>
                  <a:lnTo>
                    <a:pt x="1400314" y="1277672"/>
                  </a:lnTo>
                  <a:lnTo>
                    <a:pt x="1401788" y="1265194"/>
                  </a:lnTo>
                  <a:lnTo>
                    <a:pt x="1403263" y="1252776"/>
                  </a:lnTo>
                  <a:lnTo>
                    <a:pt x="1404737" y="1240918"/>
                  </a:lnTo>
                  <a:lnTo>
                    <a:pt x="1406211" y="1229588"/>
                  </a:lnTo>
                  <a:lnTo>
                    <a:pt x="1407685" y="1219712"/>
                  </a:lnTo>
                  <a:lnTo>
                    <a:pt x="1409160" y="1212025"/>
                  </a:lnTo>
                  <a:lnTo>
                    <a:pt x="1410634" y="1205312"/>
                  </a:lnTo>
                  <a:lnTo>
                    <a:pt x="1412108" y="1200402"/>
                  </a:lnTo>
                  <a:lnTo>
                    <a:pt x="1413582" y="1193409"/>
                  </a:lnTo>
                  <a:lnTo>
                    <a:pt x="1415057" y="1187461"/>
                  </a:lnTo>
                  <a:lnTo>
                    <a:pt x="1416531" y="1181769"/>
                  </a:lnTo>
                  <a:lnTo>
                    <a:pt x="1418005" y="1174762"/>
                  </a:lnTo>
                  <a:lnTo>
                    <a:pt x="1419479" y="1167073"/>
                  </a:lnTo>
                  <a:lnTo>
                    <a:pt x="1420954" y="1159720"/>
                  </a:lnTo>
                  <a:lnTo>
                    <a:pt x="1422428" y="1154402"/>
                  </a:lnTo>
                  <a:lnTo>
                    <a:pt x="1423902" y="1150343"/>
                  </a:lnTo>
                  <a:lnTo>
                    <a:pt x="1425376" y="1145929"/>
                  </a:lnTo>
                  <a:lnTo>
                    <a:pt x="1426851" y="1140461"/>
                  </a:lnTo>
                  <a:lnTo>
                    <a:pt x="1428325" y="1137240"/>
                  </a:lnTo>
                  <a:lnTo>
                    <a:pt x="1429799" y="1133755"/>
                  </a:lnTo>
                  <a:lnTo>
                    <a:pt x="1431273" y="1127940"/>
                  </a:lnTo>
                  <a:lnTo>
                    <a:pt x="1432748" y="1121086"/>
                  </a:lnTo>
                  <a:lnTo>
                    <a:pt x="1434222" y="1112872"/>
                  </a:lnTo>
                  <a:lnTo>
                    <a:pt x="1435696" y="1104556"/>
                  </a:lnTo>
                  <a:lnTo>
                    <a:pt x="1437170" y="1097509"/>
                  </a:lnTo>
                  <a:lnTo>
                    <a:pt x="1438645" y="1091275"/>
                  </a:lnTo>
                  <a:lnTo>
                    <a:pt x="1440119" y="1086003"/>
                  </a:lnTo>
                  <a:lnTo>
                    <a:pt x="1441593" y="1080710"/>
                  </a:lnTo>
                  <a:lnTo>
                    <a:pt x="1443067" y="1076448"/>
                  </a:lnTo>
                  <a:lnTo>
                    <a:pt x="1444542" y="1070755"/>
                  </a:lnTo>
                  <a:lnTo>
                    <a:pt x="1446016" y="1064940"/>
                  </a:lnTo>
                  <a:lnTo>
                    <a:pt x="1447490" y="1059946"/>
                  </a:lnTo>
                  <a:lnTo>
                    <a:pt x="1448964" y="1054802"/>
                  </a:lnTo>
                  <a:lnTo>
                    <a:pt x="1450439" y="1049760"/>
                  </a:lnTo>
                  <a:lnTo>
                    <a:pt x="1451913" y="1046851"/>
                  </a:lnTo>
                  <a:lnTo>
                    <a:pt x="1453387" y="1046283"/>
                  </a:lnTo>
                  <a:lnTo>
                    <a:pt x="1454861" y="1046337"/>
                  </a:lnTo>
                  <a:lnTo>
                    <a:pt x="1456335" y="1047776"/>
                  </a:lnTo>
                  <a:lnTo>
                    <a:pt x="1457810" y="1049122"/>
                  </a:lnTo>
                  <a:lnTo>
                    <a:pt x="1459284" y="1050537"/>
                  </a:lnTo>
                  <a:lnTo>
                    <a:pt x="1460758" y="1052574"/>
                  </a:lnTo>
                  <a:lnTo>
                    <a:pt x="1462232" y="1055916"/>
                  </a:lnTo>
                  <a:lnTo>
                    <a:pt x="1463707" y="1059984"/>
                  </a:lnTo>
                  <a:lnTo>
                    <a:pt x="1465181" y="1064950"/>
                  </a:lnTo>
                  <a:lnTo>
                    <a:pt x="1466655" y="1070481"/>
                  </a:lnTo>
                  <a:lnTo>
                    <a:pt x="1468129" y="1077179"/>
                  </a:lnTo>
                  <a:lnTo>
                    <a:pt x="1469604" y="1083305"/>
                  </a:lnTo>
                  <a:lnTo>
                    <a:pt x="1471078" y="1088743"/>
                  </a:lnTo>
                  <a:lnTo>
                    <a:pt x="1472552" y="1093624"/>
                  </a:lnTo>
                  <a:lnTo>
                    <a:pt x="1474026" y="1096526"/>
                  </a:lnTo>
                  <a:lnTo>
                    <a:pt x="1475501" y="1098586"/>
                  </a:lnTo>
                  <a:lnTo>
                    <a:pt x="1476975" y="1100895"/>
                  </a:lnTo>
                  <a:lnTo>
                    <a:pt x="1478449" y="1102806"/>
                  </a:lnTo>
                  <a:lnTo>
                    <a:pt x="1479923" y="1103668"/>
                  </a:lnTo>
                  <a:lnTo>
                    <a:pt x="1481398" y="1103277"/>
                  </a:lnTo>
                  <a:lnTo>
                    <a:pt x="1482872" y="1100271"/>
                  </a:lnTo>
                  <a:lnTo>
                    <a:pt x="1484346" y="1093578"/>
                  </a:lnTo>
                  <a:lnTo>
                    <a:pt x="1485820" y="1085064"/>
                  </a:lnTo>
                  <a:lnTo>
                    <a:pt x="1487295" y="1074485"/>
                  </a:lnTo>
                  <a:lnTo>
                    <a:pt x="1488769" y="1063379"/>
                  </a:lnTo>
                  <a:lnTo>
                    <a:pt x="1490243" y="1051223"/>
                  </a:lnTo>
                  <a:lnTo>
                    <a:pt x="1491717" y="1039160"/>
                  </a:lnTo>
                  <a:lnTo>
                    <a:pt x="1493192" y="1029326"/>
                  </a:lnTo>
                  <a:lnTo>
                    <a:pt x="1494666" y="1020360"/>
                  </a:lnTo>
                  <a:lnTo>
                    <a:pt x="1496140" y="1012159"/>
                  </a:lnTo>
                  <a:lnTo>
                    <a:pt x="1497614" y="1003031"/>
                  </a:lnTo>
                  <a:lnTo>
                    <a:pt x="1499089" y="991903"/>
                  </a:lnTo>
                  <a:lnTo>
                    <a:pt x="1500563" y="980526"/>
                  </a:lnTo>
                  <a:lnTo>
                    <a:pt x="1502037" y="971034"/>
                  </a:lnTo>
                  <a:lnTo>
                    <a:pt x="1503511" y="961670"/>
                  </a:lnTo>
                  <a:lnTo>
                    <a:pt x="1504986" y="954727"/>
                  </a:lnTo>
                  <a:lnTo>
                    <a:pt x="1506460" y="950803"/>
                  </a:lnTo>
                  <a:lnTo>
                    <a:pt x="1507934" y="946548"/>
                  </a:lnTo>
                  <a:lnTo>
                    <a:pt x="1509408" y="942705"/>
                  </a:lnTo>
                  <a:lnTo>
                    <a:pt x="1510883" y="938746"/>
                  </a:lnTo>
                  <a:lnTo>
                    <a:pt x="1512357" y="934656"/>
                  </a:lnTo>
                  <a:lnTo>
                    <a:pt x="1513831" y="929368"/>
                  </a:lnTo>
                  <a:lnTo>
                    <a:pt x="1515305" y="923985"/>
                  </a:lnTo>
                  <a:lnTo>
                    <a:pt x="1516780" y="918149"/>
                  </a:lnTo>
                  <a:lnTo>
                    <a:pt x="1518254" y="911659"/>
                  </a:lnTo>
                  <a:lnTo>
                    <a:pt x="1519728" y="906719"/>
                  </a:lnTo>
                  <a:lnTo>
                    <a:pt x="1521202" y="903132"/>
                  </a:lnTo>
                  <a:lnTo>
                    <a:pt x="1522677" y="899370"/>
                  </a:lnTo>
                  <a:lnTo>
                    <a:pt x="1524151" y="896177"/>
                  </a:lnTo>
                  <a:lnTo>
                    <a:pt x="1525625" y="894486"/>
                  </a:lnTo>
                  <a:lnTo>
                    <a:pt x="1527099" y="892235"/>
                  </a:lnTo>
                  <a:lnTo>
                    <a:pt x="1528574" y="889103"/>
                  </a:lnTo>
                  <a:lnTo>
                    <a:pt x="1530048" y="885811"/>
                  </a:lnTo>
                  <a:lnTo>
                    <a:pt x="1531522" y="881718"/>
                  </a:lnTo>
                  <a:lnTo>
                    <a:pt x="1532996" y="877513"/>
                  </a:lnTo>
                  <a:lnTo>
                    <a:pt x="1534471" y="873168"/>
                  </a:lnTo>
                  <a:lnTo>
                    <a:pt x="1535945" y="869006"/>
                  </a:lnTo>
                  <a:lnTo>
                    <a:pt x="1537419" y="863488"/>
                  </a:lnTo>
                  <a:lnTo>
                    <a:pt x="1538893" y="858540"/>
                  </a:lnTo>
                  <a:lnTo>
                    <a:pt x="1540368" y="853625"/>
                  </a:lnTo>
                  <a:lnTo>
                    <a:pt x="1541842" y="848301"/>
                  </a:lnTo>
                  <a:lnTo>
                    <a:pt x="1543316" y="841346"/>
                  </a:lnTo>
                  <a:lnTo>
                    <a:pt x="1544790" y="834458"/>
                  </a:lnTo>
                  <a:lnTo>
                    <a:pt x="1546265" y="827367"/>
                  </a:lnTo>
                  <a:lnTo>
                    <a:pt x="1547739" y="819532"/>
                  </a:lnTo>
                  <a:lnTo>
                    <a:pt x="1549213" y="812817"/>
                  </a:lnTo>
                  <a:lnTo>
                    <a:pt x="1550687" y="806197"/>
                  </a:lnTo>
                  <a:lnTo>
                    <a:pt x="1552162" y="799107"/>
                  </a:lnTo>
                  <a:lnTo>
                    <a:pt x="1553636" y="791687"/>
                  </a:lnTo>
                  <a:lnTo>
                    <a:pt x="1555110" y="785324"/>
                  </a:lnTo>
                  <a:lnTo>
                    <a:pt x="1556584" y="779790"/>
                  </a:lnTo>
                  <a:lnTo>
                    <a:pt x="1558059" y="775541"/>
                  </a:lnTo>
                  <a:lnTo>
                    <a:pt x="1559533" y="773425"/>
                  </a:lnTo>
                  <a:lnTo>
                    <a:pt x="1561007" y="772234"/>
                  </a:lnTo>
                  <a:lnTo>
                    <a:pt x="1562481" y="771668"/>
                  </a:lnTo>
                  <a:lnTo>
                    <a:pt x="1563956" y="771735"/>
                  </a:lnTo>
                  <a:lnTo>
                    <a:pt x="1565430" y="771686"/>
                  </a:lnTo>
                  <a:lnTo>
                    <a:pt x="1566904" y="771201"/>
                  </a:lnTo>
                  <a:lnTo>
                    <a:pt x="1568378" y="769997"/>
                  </a:lnTo>
                  <a:lnTo>
                    <a:pt x="1569853" y="768516"/>
                  </a:lnTo>
                  <a:lnTo>
                    <a:pt x="1571327" y="766317"/>
                  </a:lnTo>
                  <a:lnTo>
                    <a:pt x="1572801" y="763281"/>
                  </a:lnTo>
                  <a:lnTo>
                    <a:pt x="1574275" y="761498"/>
                  </a:lnTo>
                  <a:lnTo>
                    <a:pt x="1575750" y="759700"/>
                  </a:lnTo>
                  <a:lnTo>
                    <a:pt x="1577224" y="756835"/>
                  </a:lnTo>
                  <a:lnTo>
                    <a:pt x="1578698" y="752991"/>
                  </a:lnTo>
                  <a:lnTo>
                    <a:pt x="1580172" y="748401"/>
                  </a:lnTo>
                  <a:lnTo>
                    <a:pt x="1581647" y="743196"/>
                  </a:lnTo>
                  <a:lnTo>
                    <a:pt x="1583121" y="739269"/>
                  </a:lnTo>
                  <a:lnTo>
                    <a:pt x="1584595" y="735746"/>
                  </a:lnTo>
                  <a:lnTo>
                    <a:pt x="1586069" y="732710"/>
                  </a:lnTo>
                  <a:lnTo>
                    <a:pt x="1587544" y="730188"/>
                  </a:lnTo>
                  <a:lnTo>
                    <a:pt x="1589018" y="728893"/>
                  </a:lnTo>
                  <a:lnTo>
                    <a:pt x="1590492" y="727379"/>
                  </a:lnTo>
                  <a:lnTo>
                    <a:pt x="1591966" y="725994"/>
                  </a:lnTo>
                  <a:lnTo>
                    <a:pt x="1593441" y="723913"/>
                  </a:lnTo>
                  <a:lnTo>
                    <a:pt x="1594915" y="722483"/>
                  </a:lnTo>
                  <a:lnTo>
                    <a:pt x="1596389" y="720346"/>
                  </a:lnTo>
                  <a:lnTo>
                    <a:pt x="1597863" y="717927"/>
                  </a:lnTo>
                  <a:lnTo>
                    <a:pt x="1599338" y="716066"/>
                  </a:lnTo>
                  <a:lnTo>
                    <a:pt x="1600812" y="715463"/>
                  </a:lnTo>
                  <a:lnTo>
                    <a:pt x="1602286" y="714302"/>
                  </a:lnTo>
                  <a:lnTo>
                    <a:pt x="1603760" y="714196"/>
                  </a:lnTo>
                  <a:lnTo>
                    <a:pt x="1605235" y="715343"/>
                  </a:lnTo>
                  <a:lnTo>
                    <a:pt x="1606709" y="716991"/>
                  </a:lnTo>
                  <a:lnTo>
                    <a:pt x="1608183" y="719327"/>
                  </a:lnTo>
                  <a:lnTo>
                    <a:pt x="1609657" y="723603"/>
                  </a:lnTo>
                  <a:lnTo>
                    <a:pt x="1611132" y="729935"/>
                  </a:lnTo>
                  <a:lnTo>
                    <a:pt x="1612606" y="738368"/>
                  </a:lnTo>
                  <a:lnTo>
                    <a:pt x="1614080" y="747695"/>
                  </a:lnTo>
                  <a:lnTo>
                    <a:pt x="1615554" y="755650"/>
                  </a:lnTo>
                  <a:lnTo>
                    <a:pt x="1617029" y="761959"/>
                  </a:lnTo>
                  <a:lnTo>
                    <a:pt x="1618503" y="769449"/>
                  </a:lnTo>
                  <a:lnTo>
                    <a:pt x="1619977" y="775829"/>
                  </a:lnTo>
                  <a:lnTo>
                    <a:pt x="1621451" y="780289"/>
                  </a:lnTo>
                  <a:lnTo>
                    <a:pt x="1622926" y="783349"/>
                  </a:lnTo>
                  <a:lnTo>
                    <a:pt x="1624400" y="784450"/>
                  </a:lnTo>
                  <a:lnTo>
                    <a:pt x="1625874" y="784249"/>
                  </a:lnTo>
                  <a:lnTo>
                    <a:pt x="1627348" y="783691"/>
                  </a:lnTo>
                  <a:lnTo>
                    <a:pt x="1628823" y="783229"/>
                  </a:lnTo>
                  <a:lnTo>
                    <a:pt x="1630297" y="782675"/>
                  </a:lnTo>
                  <a:lnTo>
                    <a:pt x="1631771" y="781105"/>
                  </a:lnTo>
                  <a:lnTo>
                    <a:pt x="1633245" y="778970"/>
                  </a:lnTo>
                  <a:lnTo>
                    <a:pt x="1634720" y="775760"/>
                  </a:lnTo>
                  <a:lnTo>
                    <a:pt x="1636194" y="770972"/>
                  </a:lnTo>
                  <a:lnTo>
                    <a:pt x="1637668" y="765197"/>
                  </a:lnTo>
                  <a:lnTo>
                    <a:pt x="1639142" y="758725"/>
                  </a:lnTo>
                  <a:lnTo>
                    <a:pt x="1640617" y="752108"/>
                  </a:lnTo>
                  <a:lnTo>
                    <a:pt x="1642091" y="745760"/>
                  </a:lnTo>
                  <a:lnTo>
                    <a:pt x="1643565" y="739645"/>
                  </a:lnTo>
                  <a:lnTo>
                    <a:pt x="1645039" y="733698"/>
                  </a:lnTo>
                  <a:lnTo>
                    <a:pt x="1646514" y="727345"/>
                  </a:lnTo>
                  <a:lnTo>
                    <a:pt x="1647988" y="721271"/>
                  </a:lnTo>
                  <a:lnTo>
                    <a:pt x="1649462" y="714666"/>
                  </a:lnTo>
                  <a:lnTo>
                    <a:pt x="1650936" y="708428"/>
                  </a:lnTo>
                  <a:lnTo>
                    <a:pt x="1652410" y="701355"/>
                  </a:lnTo>
                  <a:lnTo>
                    <a:pt x="1653885" y="694860"/>
                  </a:lnTo>
                  <a:lnTo>
                    <a:pt x="1655359" y="689286"/>
                  </a:lnTo>
                  <a:lnTo>
                    <a:pt x="1656833" y="685948"/>
                  </a:lnTo>
                  <a:lnTo>
                    <a:pt x="1658307" y="682205"/>
                  </a:lnTo>
                  <a:lnTo>
                    <a:pt x="1659782" y="679418"/>
                  </a:lnTo>
                  <a:lnTo>
                    <a:pt x="1661256" y="677217"/>
                  </a:lnTo>
                  <a:lnTo>
                    <a:pt x="1662730" y="674686"/>
                  </a:lnTo>
                  <a:lnTo>
                    <a:pt x="1664204" y="672624"/>
                  </a:lnTo>
                  <a:lnTo>
                    <a:pt x="1665679" y="671762"/>
                  </a:lnTo>
                  <a:lnTo>
                    <a:pt x="1667153" y="671605"/>
                  </a:lnTo>
                  <a:lnTo>
                    <a:pt x="1668627" y="674412"/>
                  </a:lnTo>
                  <a:lnTo>
                    <a:pt x="1670101" y="676827"/>
                  </a:lnTo>
                  <a:lnTo>
                    <a:pt x="1671576" y="680442"/>
                  </a:lnTo>
                  <a:lnTo>
                    <a:pt x="1673050" y="684694"/>
                  </a:lnTo>
                  <a:lnTo>
                    <a:pt x="1674524" y="688467"/>
                  </a:lnTo>
                  <a:lnTo>
                    <a:pt x="1675998" y="691367"/>
                  </a:lnTo>
                  <a:lnTo>
                    <a:pt x="1677473" y="694583"/>
                  </a:lnTo>
                  <a:lnTo>
                    <a:pt x="1678947" y="696723"/>
                  </a:lnTo>
                  <a:lnTo>
                    <a:pt x="1680421" y="698294"/>
                  </a:lnTo>
                  <a:lnTo>
                    <a:pt x="1681895" y="698477"/>
                  </a:lnTo>
                  <a:lnTo>
                    <a:pt x="1683370" y="698138"/>
                  </a:lnTo>
                  <a:lnTo>
                    <a:pt x="1684844" y="695396"/>
                  </a:lnTo>
                  <a:lnTo>
                    <a:pt x="1686318" y="690114"/>
                  </a:lnTo>
                  <a:lnTo>
                    <a:pt x="1687792" y="683583"/>
                  </a:lnTo>
                  <a:lnTo>
                    <a:pt x="1689267" y="675045"/>
                  </a:lnTo>
                  <a:lnTo>
                    <a:pt x="1690741" y="667433"/>
                  </a:lnTo>
                  <a:lnTo>
                    <a:pt x="1692215" y="661230"/>
                  </a:lnTo>
                  <a:lnTo>
                    <a:pt x="1693689" y="654148"/>
                  </a:lnTo>
                  <a:lnTo>
                    <a:pt x="1695164" y="648826"/>
                  </a:lnTo>
                  <a:lnTo>
                    <a:pt x="1696638" y="646020"/>
                  </a:lnTo>
                  <a:lnTo>
                    <a:pt x="1698112" y="645192"/>
                  </a:lnTo>
                  <a:lnTo>
                    <a:pt x="1699586" y="645283"/>
                  </a:lnTo>
                  <a:lnTo>
                    <a:pt x="1701061" y="647170"/>
                  </a:lnTo>
                  <a:lnTo>
                    <a:pt x="1702535" y="649541"/>
                  </a:lnTo>
                  <a:lnTo>
                    <a:pt x="1704009" y="654067"/>
                  </a:lnTo>
                  <a:lnTo>
                    <a:pt x="1705483" y="657931"/>
                  </a:lnTo>
                  <a:lnTo>
                    <a:pt x="1706958" y="664573"/>
                  </a:lnTo>
                  <a:lnTo>
                    <a:pt x="1708432" y="671487"/>
                  </a:lnTo>
                  <a:lnTo>
                    <a:pt x="1709906" y="680077"/>
                  </a:lnTo>
                  <a:lnTo>
                    <a:pt x="1711380" y="689923"/>
                  </a:lnTo>
                  <a:lnTo>
                    <a:pt x="1712855" y="700830"/>
                  </a:lnTo>
                  <a:lnTo>
                    <a:pt x="1714329" y="711860"/>
                  </a:lnTo>
                  <a:lnTo>
                    <a:pt x="1715803" y="722638"/>
                  </a:lnTo>
                  <a:lnTo>
                    <a:pt x="1717277" y="732905"/>
                  </a:lnTo>
                  <a:lnTo>
                    <a:pt x="1718752" y="744030"/>
                  </a:lnTo>
                  <a:lnTo>
                    <a:pt x="1720226" y="756350"/>
                  </a:lnTo>
                  <a:lnTo>
                    <a:pt x="1721700" y="770259"/>
                  </a:lnTo>
                  <a:lnTo>
                    <a:pt x="1723174" y="785398"/>
                  </a:lnTo>
                  <a:lnTo>
                    <a:pt x="1724649" y="802730"/>
                  </a:lnTo>
                  <a:lnTo>
                    <a:pt x="1726123" y="819317"/>
                  </a:lnTo>
                  <a:lnTo>
                    <a:pt x="1727597" y="837062"/>
                  </a:lnTo>
                  <a:lnTo>
                    <a:pt x="1729071" y="852757"/>
                  </a:lnTo>
                  <a:lnTo>
                    <a:pt x="1730546" y="866100"/>
                  </a:lnTo>
                  <a:lnTo>
                    <a:pt x="1732020" y="876074"/>
                  </a:lnTo>
                  <a:lnTo>
                    <a:pt x="1733494" y="886149"/>
                  </a:lnTo>
                  <a:lnTo>
                    <a:pt x="1734968" y="896565"/>
                  </a:lnTo>
                  <a:lnTo>
                    <a:pt x="1736443" y="905643"/>
                  </a:lnTo>
                  <a:lnTo>
                    <a:pt x="1737917" y="914930"/>
                  </a:lnTo>
                  <a:lnTo>
                    <a:pt x="1739391" y="922033"/>
                  </a:lnTo>
                  <a:lnTo>
                    <a:pt x="1740865" y="926539"/>
                  </a:lnTo>
                  <a:lnTo>
                    <a:pt x="1742340" y="929841"/>
                  </a:lnTo>
                  <a:lnTo>
                    <a:pt x="1743814" y="930272"/>
                  </a:lnTo>
                  <a:lnTo>
                    <a:pt x="1745288" y="929229"/>
                  </a:lnTo>
                  <a:lnTo>
                    <a:pt x="1746762" y="926189"/>
                  </a:lnTo>
                  <a:lnTo>
                    <a:pt x="1748237" y="921972"/>
                  </a:lnTo>
                  <a:lnTo>
                    <a:pt x="1749711" y="917153"/>
                  </a:lnTo>
                  <a:lnTo>
                    <a:pt x="1751185" y="910848"/>
                  </a:lnTo>
                  <a:lnTo>
                    <a:pt x="1752659" y="904911"/>
                  </a:lnTo>
                  <a:lnTo>
                    <a:pt x="1754134" y="899714"/>
                  </a:lnTo>
                  <a:lnTo>
                    <a:pt x="1755608" y="893841"/>
                  </a:lnTo>
                  <a:lnTo>
                    <a:pt x="1757082" y="887788"/>
                  </a:lnTo>
                  <a:lnTo>
                    <a:pt x="1758556" y="881637"/>
                  </a:lnTo>
                  <a:lnTo>
                    <a:pt x="1760031" y="875581"/>
                  </a:lnTo>
                  <a:lnTo>
                    <a:pt x="1761505" y="870318"/>
                  </a:lnTo>
                  <a:lnTo>
                    <a:pt x="1762979" y="865798"/>
                  </a:lnTo>
                  <a:lnTo>
                    <a:pt x="1764453" y="861995"/>
                  </a:lnTo>
                  <a:lnTo>
                    <a:pt x="1765928" y="858945"/>
                  </a:lnTo>
                  <a:lnTo>
                    <a:pt x="1767402" y="855983"/>
                  </a:lnTo>
                  <a:lnTo>
                    <a:pt x="1768876" y="853614"/>
                  </a:lnTo>
                  <a:lnTo>
                    <a:pt x="1770350" y="851591"/>
                  </a:lnTo>
                  <a:lnTo>
                    <a:pt x="1771825" y="849655"/>
                  </a:lnTo>
                  <a:lnTo>
                    <a:pt x="1773299" y="847576"/>
                  </a:lnTo>
                  <a:lnTo>
                    <a:pt x="1774773" y="846322"/>
                  </a:lnTo>
                  <a:lnTo>
                    <a:pt x="1776247" y="843984"/>
                  </a:lnTo>
                  <a:lnTo>
                    <a:pt x="1777722" y="840779"/>
                  </a:lnTo>
                  <a:lnTo>
                    <a:pt x="1779196" y="835475"/>
                  </a:lnTo>
                  <a:lnTo>
                    <a:pt x="1780670" y="830248"/>
                  </a:lnTo>
                  <a:lnTo>
                    <a:pt x="1782144" y="824232"/>
                  </a:lnTo>
                  <a:lnTo>
                    <a:pt x="1783619" y="817568"/>
                  </a:lnTo>
                  <a:lnTo>
                    <a:pt x="1785093" y="809012"/>
                  </a:lnTo>
                  <a:lnTo>
                    <a:pt x="1786567" y="799919"/>
                  </a:lnTo>
                  <a:lnTo>
                    <a:pt x="1788041" y="789721"/>
                  </a:lnTo>
                  <a:lnTo>
                    <a:pt x="1789516" y="779278"/>
                  </a:lnTo>
                  <a:lnTo>
                    <a:pt x="1790990" y="769421"/>
                  </a:lnTo>
                  <a:lnTo>
                    <a:pt x="1792464" y="759815"/>
                  </a:lnTo>
                  <a:lnTo>
                    <a:pt x="1793938" y="748482"/>
                  </a:lnTo>
                  <a:lnTo>
                    <a:pt x="1795413" y="735301"/>
                  </a:lnTo>
                  <a:lnTo>
                    <a:pt x="1796887" y="721113"/>
                  </a:lnTo>
                  <a:lnTo>
                    <a:pt x="1798361" y="705491"/>
                  </a:lnTo>
                  <a:lnTo>
                    <a:pt x="1799835" y="687899"/>
                  </a:lnTo>
                  <a:lnTo>
                    <a:pt x="1801310" y="670442"/>
                  </a:lnTo>
                  <a:lnTo>
                    <a:pt x="1802784" y="653288"/>
                  </a:lnTo>
                  <a:lnTo>
                    <a:pt x="1804258" y="638038"/>
                  </a:lnTo>
                  <a:lnTo>
                    <a:pt x="1805732" y="624514"/>
                  </a:lnTo>
                  <a:lnTo>
                    <a:pt x="1807207" y="613391"/>
                  </a:lnTo>
                  <a:lnTo>
                    <a:pt x="1808681" y="603273"/>
                  </a:lnTo>
                  <a:lnTo>
                    <a:pt x="1810155" y="593347"/>
                  </a:lnTo>
                  <a:lnTo>
                    <a:pt x="1811629" y="584525"/>
                  </a:lnTo>
                  <a:lnTo>
                    <a:pt x="1813104" y="576345"/>
                  </a:lnTo>
                  <a:lnTo>
                    <a:pt x="1814578" y="571110"/>
                  </a:lnTo>
                  <a:lnTo>
                    <a:pt x="1816052" y="569330"/>
                  </a:lnTo>
                  <a:lnTo>
                    <a:pt x="1817526" y="569969"/>
                  </a:lnTo>
                  <a:lnTo>
                    <a:pt x="1819001" y="573051"/>
                  </a:lnTo>
                  <a:lnTo>
                    <a:pt x="1820475" y="578016"/>
                  </a:lnTo>
                  <a:lnTo>
                    <a:pt x="1821949" y="587092"/>
                  </a:lnTo>
                  <a:lnTo>
                    <a:pt x="1823423" y="598270"/>
                  </a:lnTo>
                  <a:lnTo>
                    <a:pt x="1824898" y="610704"/>
                  </a:lnTo>
                  <a:lnTo>
                    <a:pt x="1826372" y="625783"/>
                  </a:lnTo>
                  <a:lnTo>
                    <a:pt x="1827846" y="639899"/>
                  </a:lnTo>
                  <a:lnTo>
                    <a:pt x="1829320" y="653034"/>
                  </a:lnTo>
                  <a:lnTo>
                    <a:pt x="1830795" y="665436"/>
                  </a:lnTo>
                  <a:lnTo>
                    <a:pt x="1832269" y="678551"/>
                  </a:lnTo>
                  <a:lnTo>
                    <a:pt x="1833743" y="691725"/>
                  </a:lnTo>
                  <a:lnTo>
                    <a:pt x="1835217" y="705260"/>
                  </a:lnTo>
                  <a:lnTo>
                    <a:pt x="1836692" y="716886"/>
                  </a:lnTo>
                  <a:lnTo>
                    <a:pt x="1838166" y="727455"/>
                  </a:lnTo>
                  <a:lnTo>
                    <a:pt x="1839640" y="737335"/>
                  </a:lnTo>
                  <a:lnTo>
                    <a:pt x="1841114" y="746732"/>
                  </a:lnTo>
                  <a:lnTo>
                    <a:pt x="1842589" y="755380"/>
                  </a:lnTo>
                  <a:lnTo>
                    <a:pt x="1844063" y="763704"/>
                  </a:lnTo>
                  <a:lnTo>
                    <a:pt x="1845537" y="770857"/>
                  </a:lnTo>
                  <a:lnTo>
                    <a:pt x="1847011" y="777148"/>
                  </a:lnTo>
                  <a:lnTo>
                    <a:pt x="1848485" y="782622"/>
                  </a:lnTo>
                  <a:lnTo>
                    <a:pt x="1849960" y="787738"/>
                  </a:lnTo>
                  <a:lnTo>
                    <a:pt x="1851434" y="792599"/>
                  </a:lnTo>
                  <a:lnTo>
                    <a:pt x="1852908" y="798473"/>
                  </a:lnTo>
                  <a:lnTo>
                    <a:pt x="1854382" y="804769"/>
                  </a:lnTo>
                  <a:lnTo>
                    <a:pt x="1855857" y="810277"/>
                  </a:lnTo>
                  <a:lnTo>
                    <a:pt x="1857331" y="814696"/>
                  </a:lnTo>
                  <a:lnTo>
                    <a:pt x="1858805" y="819226"/>
                  </a:lnTo>
                  <a:lnTo>
                    <a:pt x="1860279" y="822931"/>
                  </a:lnTo>
                  <a:lnTo>
                    <a:pt x="1861754" y="826200"/>
                  </a:lnTo>
                  <a:lnTo>
                    <a:pt x="1863228" y="829526"/>
                  </a:lnTo>
                  <a:lnTo>
                    <a:pt x="1864702" y="832341"/>
                  </a:lnTo>
                  <a:lnTo>
                    <a:pt x="1866176" y="834123"/>
                  </a:lnTo>
                  <a:lnTo>
                    <a:pt x="1867651" y="834979"/>
                  </a:lnTo>
                  <a:lnTo>
                    <a:pt x="1869125" y="836484"/>
                  </a:lnTo>
                  <a:lnTo>
                    <a:pt x="1870599" y="838270"/>
                  </a:lnTo>
                  <a:lnTo>
                    <a:pt x="1872073" y="839394"/>
                  </a:lnTo>
                  <a:lnTo>
                    <a:pt x="1873548" y="838855"/>
                  </a:lnTo>
                  <a:lnTo>
                    <a:pt x="1875022" y="837861"/>
                  </a:lnTo>
                  <a:lnTo>
                    <a:pt x="1876496" y="836398"/>
                  </a:lnTo>
                  <a:lnTo>
                    <a:pt x="1877970" y="834124"/>
                  </a:lnTo>
                  <a:lnTo>
                    <a:pt x="1879445" y="831376"/>
                  </a:lnTo>
                  <a:lnTo>
                    <a:pt x="1880919" y="828593"/>
                  </a:lnTo>
                  <a:lnTo>
                    <a:pt x="1882393" y="825398"/>
                  </a:lnTo>
                  <a:lnTo>
                    <a:pt x="1883867" y="821586"/>
                  </a:lnTo>
                  <a:lnTo>
                    <a:pt x="1885342" y="815873"/>
                  </a:lnTo>
                  <a:lnTo>
                    <a:pt x="1886816" y="810361"/>
                  </a:lnTo>
                  <a:lnTo>
                    <a:pt x="1888290" y="804030"/>
                  </a:lnTo>
                  <a:lnTo>
                    <a:pt x="1889764" y="796227"/>
                  </a:lnTo>
                  <a:lnTo>
                    <a:pt x="1891239" y="786371"/>
                  </a:lnTo>
                  <a:lnTo>
                    <a:pt x="1892713" y="774685"/>
                  </a:lnTo>
                  <a:lnTo>
                    <a:pt x="1894187" y="761560"/>
                  </a:lnTo>
                  <a:lnTo>
                    <a:pt x="1895661" y="747929"/>
                  </a:lnTo>
                  <a:lnTo>
                    <a:pt x="1897136" y="731081"/>
                  </a:lnTo>
                  <a:lnTo>
                    <a:pt x="1898610" y="713838"/>
                  </a:lnTo>
                  <a:lnTo>
                    <a:pt x="1900084" y="696463"/>
                  </a:lnTo>
                  <a:lnTo>
                    <a:pt x="1901558" y="676937"/>
                  </a:lnTo>
                  <a:lnTo>
                    <a:pt x="1903033" y="658278"/>
                  </a:lnTo>
                  <a:lnTo>
                    <a:pt x="1904507" y="639904"/>
                  </a:lnTo>
                  <a:lnTo>
                    <a:pt x="1905981" y="622329"/>
                  </a:lnTo>
                  <a:lnTo>
                    <a:pt x="1907455" y="605242"/>
                  </a:lnTo>
                  <a:lnTo>
                    <a:pt x="1908930" y="588271"/>
                  </a:lnTo>
                  <a:lnTo>
                    <a:pt x="1910404" y="572424"/>
                  </a:lnTo>
                  <a:lnTo>
                    <a:pt x="1911878" y="558324"/>
                  </a:lnTo>
                  <a:lnTo>
                    <a:pt x="1913352" y="545149"/>
                  </a:lnTo>
                  <a:lnTo>
                    <a:pt x="1914827" y="532933"/>
                  </a:lnTo>
                  <a:lnTo>
                    <a:pt x="1916301" y="522115"/>
                  </a:lnTo>
                  <a:lnTo>
                    <a:pt x="1917775" y="513223"/>
                  </a:lnTo>
                  <a:lnTo>
                    <a:pt x="1919249" y="506234"/>
                  </a:lnTo>
                  <a:lnTo>
                    <a:pt x="1920724" y="499326"/>
                  </a:lnTo>
                  <a:lnTo>
                    <a:pt x="1922198" y="492810"/>
                  </a:lnTo>
                  <a:lnTo>
                    <a:pt x="1923672" y="488306"/>
                  </a:lnTo>
                  <a:lnTo>
                    <a:pt x="1925146" y="485555"/>
                  </a:lnTo>
                  <a:lnTo>
                    <a:pt x="1926621" y="485145"/>
                  </a:lnTo>
                  <a:lnTo>
                    <a:pt x="1928095" y="484798"/>
                  </a:lnTo>
                  <a:lnTo>
                    <a:pt x="1929569" y="485019"/>
                  </a:lnTo>
                  <a:lnTo>
                    <a:pt x="1931043" y="485720"/>
                  </a:lnTo>
                  <a:lnTo>
                    <a:pt x="1932518" y="485560"/>
                  </a:lnTo>
                  <a:lnTo>
                    <a:pt x="1933992" y="485417"/>
                  </a:lnTo>
                  <a:lnTo>
                    <a:pt x="1935466" y="486355"/>
                  </a:lnTo>
                  <a:lnTo>
                    <a:pt x="1936940" y="487145"/>
                  </a:lnTo>
                  <a:lnTo>
                    <a:pt x="1938415" y="487056"/>
                  </a:lnTo>
                  <a:lnTo>
                    <a:pt x="1939889" y="486209"/>
                  </a:lnTo>
                  <a:lnTo>
                    <a:pt x="1941363" y="485347"/>
                  </a:lnTo>
                  <a:lnTo>
                    <a:pt x="1942837" y="485956"/>
                  </a:lnTo>
                  <a:lnTo>
                    <a:pt x="1944312" y="485583"/>
                  </a:lnTo>
                  <a:lnTo>
                    <a:pt x="1945786" y="485911"/>
                  </a:lnTo>
                  <a:lnTo>
                    <a:pt x="1947260" y="486779"/>
                  </a:lnTo>
                  <a:lnTo>
                    <a:pt x="1948734" y="488155"/>
                  </a:lnTo>
                  <a:lnTo>
                    <a:pt x="1950209" y="490286"/>
                  </a:lnTo>
                  <a:lnTo>
                    <a:pt x="1951683" y="492797"/>
                  </a:lnTo>
                  <a:lnTo>
                    <a:pt x="1953157" y="495514"/>
                  </a:lnTo>
                  <a:lnTo>
                    <a:pt x="1954631" y="500006"/>
                  </a:lnTo>
                  <a:lnTo>
                    <a:pt x="1956106" y="503792"/>
                  </a:lnTo>
                  <a:lnTo>
                    <a:pt x="1957580" y="506348"/>
                  </a:lnTo>
                  <a:lnTo>
                    <a:pt x="1959054" y="508769"/>
                  </a:lnTo>
                  <a:lnTo>
                    <a:pt x="1960528" y="512509"/>
                  </a:lnTo>
                  <a:lnTo>
                    <a:pt x="1962003" y="515987"/>
                  </a:lnTo>
                  <a:lnTo>
                    <a:pt x="1963477" y="520157"/>
                  </a:lnTo>
                  <a:lnTo>
                    <a:pt x="1964951" y="524770"/>
                  </a:lnTo>
                  <a:lnTo>
                    <a:pt x="1966425" y="528753"/>
                  </a:lnTo>
                  <a:lnTo>
                    <a:pt x="1967900" y="533610"/>
                  </a:lnTo>
                  <a:lnTo>
                    <a:pt x="1969374" y="538105"/>
                  </a:lnTo>
                  <a:lnTo>
                    <a:pt x="1970848" y="543260"/>
                  </a:lnTo>
                  <a:lnTo>
                    <a:pt x="1972322" y="548607"/>
                  </a:lnTo>
                  <a:lnTo>
                    <a:pt x="1973797" y="553261"/>
                  </a:lnTo>
                  <a:lnTo>
                    <a:pt x="1975271" y="558163"/>
                  </a:lnTo>
                  <a:lnTo>
                    <a:pt x="1976745" y="563989"/>
                  </a:lnTo>
                  <a:lnTo>
                    <a:pt x="1978219" y="570050"/>
                  </a:lnTo>
                  <a:lnTo>
                    <a:pt x="1979694" y="577210"/>
                  </a:lnTo>
                  <a:lnTo>
                    <a:pt x="1981168" y="584376"/>
                  </a:lnTo>
                  <a:lnTo>
                    <a:pt x="1982642" y="591454"/>
                  </a:lnTo>
                  <a:lnTo>
                    <a:pt x="1984116" y="596994"/>
                  </a:lnTo>
                  <a:lnTo>
                    <a:pt x="1985591" y="601740"/>
                  </a:lnTo>
                  <a:lnTo>
                    <a:pt x="1987065" y="604805"/>
                  </a:lnTo>
                  <a:lnTo>
                    <a:pt x="1988539" y="608601"/>
                  </a:lnTo>
                  <a:lnTo>
                    <a:pt x="1990013" y="612925"/>
                  </a:lnTo>
                  <a:lnTo>
                    <a:pt x="1991488" y="614089"/>
                  </a:lnTo>
                  <a:lnTo>
                    <a:pt x="1992962" y="613512"/>
                  </a:lnTo>
                  <a:lnTo>
                    <a:pt x="1994436" y="610544"/>
                  </a:lnTo>
                  <a:lnTo>
                    <a:pt x="1995910" y="608485"/>
                  </a:lnTo>
                  <a:lnTo>
                    <a:pt x="1997385" y="606433"/>
                  </a:lnTo>
                  <a:lnTo>
                    <a:pt x="1998859" y="602302"/>
                  </a:lnTo>
                  <a:lnTo>
                    <a:pt x="2000333" y="596275"/>
                  </a:lnTo>
                  <a:lnTo>
                    <a:pt x="2001807" y="589010"/>
                  </a:lnTo>
                  <a:lnTo>
                    <a:pt x="2003282" y="582316"/>
                  </a:lnTo>
                  <a:lnTo>
                    <a:pt x="2004756" y="574813"/>
                  </a:lnTo>
                  <a:lnTo>
                    <a:pt x="2006230" y="568561"/>
                  </a:lnTo>
                  <a:lnTo>
                    <a:pt x="2007704" y="562644"/>
                  </a:lnTo>
                  <a:lnTo>
                    <a:pt x="2009179" y="557758"/>
                  </a:lnTo>
                  <a:lnTo>
                    <a:pt x="2010653" y="552454"/>
                  </a:lnTo>
                  <a:lnTo>
                    <a:pt x="2012127" y="548014"/>
                  </a:lnTo>
                  <a:lnTo>
                    <a:pt x="2013601" y="545280"/>
                  </a:lnTo>
                  <a:lnTo>
                    <a:pt x="2015076" y="545646"/>
                  </a:lnTo>
                  <a:lnTo>
                    <a:pt x="2016550" y="547455"/>
                  </a:lnTo>
                  <a:lnTo>
                    <a:pt x="2018024" y="548814"/>
                  </a:lnTo>
                  <a:lnTo>
                    <a:pt x="2019498" y="549732"/>
                  </a:lnTo>
                  <a:lnTo>
                    <a:pt x="2020973" y="550714"/>
                  </a:lnTo>
                  <a:lnTo>
                    <a:pt x="2022447" y="551581"/>
                  </a:lnTo>
                  <a:lnTo>
                    <a:pt x="2023921" y="553733"/>
                  </a:lnTo>
                  <a:lnTo>
                    <a:pt x="2025395" y="555505"/>
                  </a:lnTo>
                  <a:lnTo>
                    <a:pt x="2026870" y="557737"/>
                  </a:lnTo>
                  <a:lnTo>
                    <a:pt x="2028344" y="560642"/>
                  </a:lnTo>
                  <a:lnTo>
                    <a:pt x="2029818" y="562163"/>
                  </a:lnTo>
                  <a:lnTo>
                    <a:pt x="2031292" y="563307"/>
                  </a:lnTo>
                  <a:lnTo>
                    <a:pt x="2032767" y="566579"/>
                  </a:lnTo>
                  <a:lnTo>
                    <a:pt x="2034241" y="569245"/>
                  </a:lnTo>
                  <a:lnTo>
                    <a:pt x="2035715" y="571354"/>
                  </a:lnTo>
                  <a:lnTo>
                    <a:pt x="2037189" y="572233"/>
                  </a:lnTo>
                  <a:lnTo>
                    <a:pt x="2038663" y="572501"/>
                  </a:lnTo>
                  <a:lnTo>
                    <a:pt x="2040138" y="571380"/>
                  </a:lnTo>
                  <a:lnTo>
                    <a:pt x="2041612" y="570865"/>
                  </a:lnTo>
                  <a:lnTo>
                    <a:pt x="2043086" y="570029"/>
                  </a:lnTo>
                  <a:lnTo>
                    <a:pt x="2044560" y="568573"/>
                  </a:lnTo>
                  <a:lnTo>
                    <a:pt x="2046035" y="565156"/>
                  </a:lnTo>
                  <a:lnTo>
                    <a:pt x="2047509" y="561493"/>
                  </a:lnTo>
                  <a:lnTo>
                    <a:pt x="2048983" y="557475"/>
                  </a:lnTo>
                  <a:lnTo>
                    <a:pt x="2050457" y="552988"/>
                  </a:lnTo>
                  <a:lnTo>
                    <a:pt x="2051932" y="547799"/>
                  </a:lnTo>
                  <a:lnTo>
                    <a:pt x="2053406" y="542109"/>
                  </a:lnTo>
                  <a:lnTo>
                    <a:pt x="2054880" y="534885"/>
                  </a:lnTo>
                  <a:lnTo>
                    <a:pt x="2056354" y="527300"/>
                  </a:lnTo>
                  <a:lnTo>
                    <a:pt x="2057829" y="519198"/>
                  </a:lnTo>
                  <a:lnTo>
                    <a:pt x="2059303" y="512060"/>
                  </a:lnTo>
                  <a:lnTo>
                    <a:pt x="2060777" y="503493"/>
                  </a:lnTo>
                  <a:lnTo>
                    <a:pt x="2062251" y="496707"/>
                  </a:lnTo>
                  <a:lnTo>
                    <a:pt x="2063726" y="489227"/>
                  </a:lnTo>
                  <a:lnTo>
                    <a:pt x="2065200" y="479563"/>
                  </a:lnTo>
                  <a:lnTo>
                    <a:pt x="2066674" y="471728"/>
                  </a:lnTo>
                  <a:lnTo>
                    <a:pt x="2068148" y="464678"/>
                  </a:lnTo>
                  <a:lnTo>
                    <a:pt x="2069623" y="458576"/>
                  </a:lnTo>
                  <a:lnTo>
                    <a:pt x="2071097" y="452497"/>
                  </a:lnTo>
                  <a:lnTo>
                    <a:pt x="2072571" y="446853"/>
                  </a:lnTo>
                  <a:lnTo>
                    <a:pt x="2074045" y="441154"/>
                  </a:lnTo>
                  <a:lnTo>
                    <a:pt x="2075520" y="435726"/>
                  </a:lnTo>
                  <a:lnTo>
                    <a:pt x="2076994" y="430655"/>
                  </a:lnTo>
                  <a:lnTo>
                    <a:pt x="2078468" y="425224"/>
                  </a:lnTo>
                  <a:lnTo>
                    <a:pt x="2079942" y="420171"/>
                  </a:lnTo>
                  <a:lnTo>
                    <a:pt x="2081417" y="416327"/>
                  </a:lnTo>
                  <a:lnTo>
                    <a:pt x="2082891" y="413284"/>
                  </a:lnTo>
                  <a:lnTo>
                    <a:pt x="2084365" y="410088"/>
                  </a:lnTo>
                  <a:lnTo>
                    <a:pt x="2085839" y="407957"/>
                  </a:lnTo>
                  <a:lnTo>
                    <a:pt x="2087314" y="406624"/>
                  </a:lnTo>
                  <a:lnTo>
                    <a:pt x="2088788" y="404577"/>
                  </a:lnTo>
                  <a:lnTo>
                    <a:pt x="2090262" y="401038"/>
                  </a:lnTo>
                  <a:lnTo>
                    <a:pt x="2091736" y="397024"/>
                  </a:lnTo>
                  <a:lnTo>
                    <a:pt x="2093211" y="393372"/>
                  </a:lnTo>
                  <a:lnTo>
                    <a:pt x="2094685" y="390907"/>
                  </a:lnTo>
                  <a:lnTo>
                    <a:pt x="2096159" y="388574"/>
                  </a:lnTo>
                  <a:lnTo>
                    <a:pt x="2097633" y="386979"/>
                  </a:lnTo>
                  <a:lnTo>
                    <a:pt x="2099108" y="385573"/>
                  </a:lnTo>
                  <a:lnTo>
                    <a:pt x="2100582" y="383623"/>
                  </a:lnTo>
                  <a:lnTo>
                    <a:pt x="2102056" y="381138"/>
                  </a:lnTo>
                  <a:lnTo>
                    <a:pt x="2103530" y="377580"/>
                  </a:lnTo>
                  <a:lnTo>
                    <a:pt x="2105005" y="373974"/>
                  </a:lnTo>
                  <a:lnTo>
                    <a:pt x="2106479" y="370738"/>
                  </a:lnTo>
                  <a:lnTo>
                    <a:pt x="2107953" y="365933"/>
                  </a:lnTo>
                  <a:lnTo>
                    <a:pt x="2109427" y="361793"/>
                  </a:lnTo>
                  <a:lnTo>
                    <a:pt x="2110902" y="358332"/>
                  </a:lnTo>
                  <a:lnTo>
                    <a:pt x="2112376" y="355679"/>
                  </a:lnTo>
                  <a:lnTo>
                    <a:pt x="2113850" y="352951"/>
                  </a:lnTo>
                  <a:lnTo>
                    <a:pt x="2115324" y="351769"/>
                  </a:lnTo>
                  <a:lnTo>
                    <a:pt x="2116799" y="351831"/>
                  </a:lnTo>
                  <a:lnTo>
                    <a:pt x="2118273" y="351443"/>
                  </a:lnTo>
                  <a:lnTo>
                    <a:pt x="2119747" y="352356"/>
                  </a:lnTo>
                  <a:lnTo>
                    <a:pt x="2121221" y="354614"/>
                  </a:lnTo>
                  <a:lnTo>
                    <a:pt x="2122696" y="359690"/>
                  </a:lnTo>
                  <a:lnTo>
                    <a:pt x="2124170" y="365867"/>
                  </a:lnTo>
                  <a:lnTo>
                    <a:pt x="2125644" y="372689"/>
                  </a:lnTo>
                  <a:lnTo>
                    <a:pt x="2127118" y="379449"/>
                  </a:lnTo>
                  <a:lnTo>
                    <a:pt x="2128593" y="387726"/>
                  </a:lnTo>
                  <a:lnTo>
                    <a:pt x="2130067" y="396738"/>
                  </a:lnTo>
                  <a:lnTo>
                    <a:pt x="2131541" y="406432"/>
                  </a:lnTo>
                  <a:lnTo>
                    <a:pt x="2133015" y="415956"/>
                  </a:lnTo>
                  <a:lnTo>
                    <a:pt x="2134490" y="426443"/>
                  </a:lnTo>
                  <a:lnTo>
                    <a:pt x="2135964" y="438708"/>
                  </a:lnTo>
                  <a:lnTo>
                    <a:pt x="2137438" y="450815"/>
                  </a:lnTo>
                  <a:lnTo>
                    <a:pt x="2138912" y="461969"/>
                  </a:lnTo>
                  <a:lnTo>
                    <a:pt x="2140387" y="474324"/>
                  </a:lnTo>
                  <a:lnTo>
                    <a:pt x="2141861" y="486894"/>
                  </a:lnTo>
                  <a:lnTo>
                    <a:pt x="2143335" y="499030"/>
                  </a:lnTo>
                  <a:lnTo>
                    <a:pt x="2144809" y="510182"/>
                  </a:lnTo>
                  <a:lnTo>
                    <a:pt x="2146284" y="521568"/>
                  </a:lnTo>
                  <a:lnTo>
                    <a:pt x="2147758" y="531302"/>
                  </a:lnTo>
                  <a:lnTo>
                    <a:pt x="2149232" y="543269"/>
                  </a:lnTo>
                  <a:lnTo>
                    <a:pt x="2150706" y="555066"/>
                  </a:lnTo>
                  <a:lnTo>
                    <a:pt x="2152181" y="566186"/>
                  </a:lnTo>
                  <a:lnTo>
                    <a:pt x="2153655" y="577137"/>
                  </a:lnTo>
                  <a:lnTo>
                    <a:pt x="2155129" y="587593"/>
                  </a:lnTo>
                  <a:lnTo>
                    <a:pt x="2156603" y="597679"/>
                  </a:lnTo>
                  <a:lnTo>
                    <a:pt x="2158078" y="607509"/>
                  </a:lnTo>
                  <a:lnTo>
                    <a:pt x="2159552" y="618372"/>
                  </a:lnTo>
                  <a:lnTo>
                    <a:pt x="2161026" y="627918"/>
                  </a:lnTo>
                  <a:lnTo>
                    <a:pt x="2162500" y="637793"/>
                  </a:lnTo>
                  <a:lnTo>
                    <a:pt x="2163975" y="648186"/>
                  </a:lnTo>
                  <a:lnTo>
                    <a:pt x="2165449" y="658364"/>
                  </a:lnTo>
                  <a:lnTo>
                    <a:pt x="2166923" y="668043"/>
                  </a:lnTo>
                  <a:lnTo>
                    <a:pt x="2168397" y="677017"/>
                  </a:lnTo>
                  <a:lnTo>
                    <a:pt x="2169872" y="685842"/>
                  </a:lnTo>
                  <a:lnTo>
                    <a:pt x="2171346" y="692831"/>
                  </a:lnTo>
                  <a:lnTo>
                    <a:pt x="2172820" y="698993"/>
                  </a:lnTo>
                  <a:lnTo>
                    <a:pt x="2174294" y="704539"/>
                  </a:lnTo>
                  <a:lnTo>
                    <a:pt x="2175769" y="710506"/>
                  </a:lnTo>
                  <a:lnTo>
                    <a:pt x="2177243" y="716250"/>
                  </a:lnTo>
                  <a:lnTo>
                    <a:pt x="2178717" y="722470"/>
                  </a:lnTo>
                  <a:lnTo>
                    <a:pt x="2180191" y="728520"/>
                  </a:lnTo>
                  <a:lnTo>
                    <a:pt x="2181666" y="734967"/>
                  </a:lnTo>
                  <a:lnTo>
                    <a:pt x="2183140" y="741352"/>
                  </a:lnTo>
                  <a:lnTo>
                    <a:pt x="2184614" y="748091"/>
                  </a:lnTo>
                  <a:lnTo>
                    <a:pt x="2186088" y="754307"/>
                  </a:lnTo>
                  <a:lnTo>
                    <a:pt x="2187563" y="761138"/>
                  </a:lnTo>
                  <a:lnTo>
                    <a:pt x="2189037" y="767795"/>
                  </a:lnTo>
                  <a:lnTo>
                    <a:pt x="2190511" y="773744"/>
                  </a:lnTo>
                  <a:lnTo>
                    <a:pt x="2191985" y="777836"/>
                  </a:lnTo>
                  <a:lnTo>
                    <a:pt x="2193460" y="782997"/>
                  </a:lnTo>
                  <a:lnTo>
                    <a:pt x="2194934" y="787864"/>
                  </a:lnTo>
                  <a:lnTo>
                    <a:pt x="2196408" y="791624"/>
                  </a:lnTo>
                  <a:lnTo>
                    <a:pt x="2197882" y="793250"/>
                  </a:lnTo>
                  <a:lnTo>
                    <a:pt x="2199357" y="794356"/>
                  </a:lnTo>
                  <a:lnTo>
                    <a:pt x="2200831" y="794420"/>
                  </a:lnTo>
                  <a:lnTo>
                    <a:pt x="2202305" y="794715"/>
                  </a:lnTo>
                  <a:lnTo>
                    <a:pt x="2203779" y="794135"/>
                  </a:lnTo>
                  <a:lnTo>
                    <a:pt x="2205254" y="793863"/>
                  </a:lnTo>
                  <a:lnTo>
                    <a:pt x="2206728" y="792665"/>
                  </a:lnTo>
                  <a:lnTo>
                    <a:pt x="2208202" y="791860"/>
                  </a:lnTo>
                  <a:lnTo>
                    <a:pt x="2209676" y="790194"/>
                  </a:lnTo>
                  <a:lnTo>
                    <a:pt x="2211151" y="787738"/>
                  </a:lnTo>
                  <a:lnTo>
                    <a:pt x="2212625" y="784887"/>
                  </a:lnTo>
                  <a:lnTo>
                    <a:pt x="2214099" y="782660"/>
                  </a:lnTo>
                  <a:lnTo>
                    <a:pt x="2215573" y="780690"/>
                  </a:lnTo>
                  <a:lnTo>
                    <a:pt x="2217048" y="778594"/>
                  </a:lnTo>
                  <a:lnTo>
                    <a:pt x="2218522" y="777151"/>
                  </a:lnTo>
                  <a:lnTo>
                    <a:pt x="2219996" y="776189"/>
                  </a:lnTo>
                  <a:lnTo>
                    <a:pt x="2221470" y="774146"/>
                  </a:lnTo>
                  <a:lnTo>
                    <a:pt x="2222945" y="773485"/>
                  </a:lnTo>
                  <a:lnTo>
                    <a:pt x="2224419" y="771158"/>
                  </a:lnTo>
                  <a:lnTo>
                    <a:pt x="2225893" y="769182"/>
                  </a:lnTo>
                  <a:lnTo>
                    <a:pt x="2227367" y="767116"/>
                  </a:lnTo>
                  <a:lnTo>
                    <a:pt x="2228842" y="764805"/>
                  </a:lnTo>
                  <a:lnTo>
                    <a:pt x="2230316" y="762607"/>
                  </a:lnTo>
                  <a:lnTo>
                    <a:pt x="2231790" y="759471"/>
                  </a:lnTo>
                  <a:lnTo>
                    <a:pt x="2233264" y="755580"/>
                  </a:lnTo>
                  <a:lnTo>
                    <a:pt x="2234738" y="750398"/>
                  </a:lnTo>
                  <a:lnTo>
                    <a:pt x="2236213" y="746504"/>
                  </a:lnTo>
                  <a:lnTo>
                    <a:pt x="2237687" y="741385"/>
                  </a:lnTo>
                  <a:lnTo>
                    <a:pt x="2239161" y="735620"/>
                  </a:lnTo>
                  <a:lnTo>
                    <a:pt x="2240635" y="729274"/>
                  </a:lnTo>
                  <a:lnTo>
                    <a:pt x="2242110" y="723186"/>
                  </a:lnTo>
                  <a:lnTo>
                    <a:pt x="2243584" y="717305"/>
                  </a:lnTo>
                  <a:lnTo>
                    <a:pt x="2245058" y="711223"/>
                  </a:lnTo>
                  <a:lnTo>
                    <a:pt x="2246532" y="706280"/>
                  </a:lnTo>
                  <a:lnTo>
                    <a:pt x="2248007" y="701784"/>
                  </a:lnTo>
                  <a:lnTo>
                    <a:pt x="2249481" y="697228"/>
                  </a:lnTo>
                  <a:lnTo>
                    <a:pt x="2250955" y="692548"/>
                  </a:lnTo>
                  <a:lnTo>
                    <a:pt x="2252429" y="688415"/>
                  </a:lnTo>
                  <a:lnTo>
                    <a:pt x="2253904" y="684510"/>
                  </a:lnTo>
                  <a:lnTo>
                    <a:pt x="2255378" y="681008"/>
                  </a:lnTo>
                  <a:lnTo>
                    <a:pt x="2256852" y="677203"/>
                  </a:lnTo>
                  <a:lnTo>
                    <a:pt x="2258326" y="672806"/>
                  </a:lnTo>
                  <a:lnTo>
                    <a:pt x="2259801" y="667280"/>
                  </a:lnTo>
                  <a:lnTo>
                    <a:pt x="2261275" y="662194"/>
                  </a:lnTo>
                  <a:lnTo>
                    <a:pt x="2262749" y="656825"/>
                  </a:lnTo>
                  <a:lnTo>
                    <a:pt x="2264223" y="651285"/>
                  </a:lnTo>
                  <a:lnTo>
                    <a:pt x="2265698" y="645732"/>
                  </a:lnTo>
                  <a:lnTo>
                    <a:pt x="2267172" y="640999"/>
                  </a:lnTo>
                  <a:lnTo>
                    <a:pt x="2268646" y="635176"/>
                  </a:lnTo>
                  <a:lnTo>
                    <a:pt x="2270120" y="628886"/>
                  </a:lnTo>
                  <a:lnTo>
                    <a:pt x="2271595" y="623080"/>
                  </a:lnTo>
                  <a:lnTo>
                    <a:pt x="2273069" y="617049"/>
                  </a:lnTo>
                  <a:lnTo>
                    <a:pt x="2274543" y="611208"/>
                  </a:lnTo>
                  <a:lnTo>
                    <a:pt x="2276017" y="605391"/>
                  </a:lnTo>
                  <a:lnTo>
                    <a:pt x="2277492" y="599068"/>
                  </a:lnTo>
                  <a:lnTo>
                    <a:pt x="2278966" y="592922"/>
                  </a:lnTo>
                  <a:lnTo>
                    <a:pt x="2280440" y="586068"/>
                  </a:lnTo>
                  <a:lnTo>
                    <a:pt x="2281914" y="579970"/>
                  </a:lnTo>
                  <a:lnTo>
                    <a:pt x="2283389" y="572698"/>
                  </a:lnTo>
                  <a:lnTo>
                    <a:pt x="2284863" y="564428"/>
                  </a:lnTo>
                  <a:lnTo>
                    <a:pt x="2286337" y="556119"/>
                  </a:lnTo>
                  <a:lnTo>
                    <a:pt x="2287811" y="548577"/>
                  </a:lnTo>
                  <a:lnTo>
                    <a:pt x="2289286" y="539987"/>
                  </a:lnTo>
                  <a:lnTo>
                    <a:pt x="2290760" y="531212"/>
                  </a:lnTo>
                  <a:lnTo>
                    <a:pt x="2292234" y="522447"/>
                  </a:lnTo>
                  <a:lnTo>
                    <a:pt x="2293708" y="513703"/>
                  </a:lnTo>
                  <a:lnTo>
                    <a:pt x="2295183" y="504470"/>
                  </a:lnTo>
                  <a:lnTo>
                    <a:pt x="2296657" y="495633"/>
                  </a:lnTo>
                  <a:lnTo>
                    <a:pt x="2298131" y="487826"/>
                  </a:lnTo>
                  <a:lnTo>
                    <a:pt x="2299605" y="479938"/>
                  </a:lnTo>
                  <a:lnTo>
                    <a:pt x="2301080" y="472311"/>
                  </a:lnTo>
                  <a:lnTo>
                    <a:pt x="2302554" y="465382"/>
                  </a:lnTo>
                  <a:lnTo>
                    <a:pt x="2304028" y="459157"/>
                  </a:lnTo>
                  <a:lnTo>
                    <a:pt x="2305502" y="452975"/>
                  </a:lnTo>
                  <a:lnTo>
                    <a:pt x="2306977" y="446626"/>
                  </a:lnTo>
                  <a:lnTo>
                    <a:pt x="2308451" y="441541"/>
                  </a:lnTo>
                  <a:lnTo>
                    <a:pt x="2309925" y="436171"/>
                  </a:lnTo>
                  <a:lnTo>
                    <a:pt x="2311399" y="431993"/>
                  </a:lnTo>
                  <a:lnTo>
                    <a:pt x="2312874" y="428466"/>
                  </a:lnTo>
                  <a:lnTo>
                    <a:pt x="2314348" y="425656"/>
                  </a:lnTo>
                  <a:lnTo>
                    <a:pt x="2315822" y="424559"/>
                  </a:lnTo>
                  <a:lnTo>
                    <a:pt x="2317296" y="423231"/>
                  </a:lnTo>
                  <a:lnTo>
                    <a:pt x="2318771" y="421742"/>
                  </a:lnTo>
                  <a:lnTo>
                    <a:pt x="2320245" y="419846"/>
                  </a:lnTo>
                  <a:lnTo>
                    <a:pt x="2321719" y="418051"/>
                  </a:lnTo>
                  <a:lnTo>
                    <a:pt x="2323193" y="415545"/>
                  </a:lnTo>
                  <a:lnTo>
                    <a:pt x="2324668" y="413364"/>
                  </a:lnTo>
                  <a:lnTo>
                    <a:pt x="2326142" y="411057"/>
                  </a:lnTo>
                  <a:lnTo>
                    <a:pt x="2327616" y="408376"/>
                  </a:lnTo>
                  <a:lnTo>
                    <a:pt x="2329090" y="406759"/>
                  </a:lnTo>
                  <a:lnTo>
                    <a:pt x="2330565" y="405561"/>
                  </a:lnTo>
                  <a:lnTo>
                    <a:pt x="2332039" y="404321"/>
                  </a:lnTo>
                  <a:lnTo>
                    <a:pt x="2333513" y="403183"/>
                  </a:lnTo>
                  <a:lnTo>
                    <a:pt x="2334987" y="402648"/>
                  </a:lnTo>
                  <a:lnTo>
                    <a:pt x="2336462" y="400340"/>
                  </a:lnTo>
                  <a:lnTo>
                    <a:pt x="2337936" y="397593"/>
                  </a:lnTo>
                  <a:lnTo>
                    <a:pt x="2339410" y="395783"/>
                  </a:lnTo>
                  <a:lnTo>
                    <a:pt x="2340884" y="394616"/>
                  </a:lnTo>
                  <a:lnTo>
                    <a:pt x="2342359" y="393817"/>
                  </a:lnTo>
                  <a:lnTo>
                    <a:pt x="2343833" y="394279"/>
                  </a:lnTo>
                  <a:lnTo>
                    <a:pt x="2345307" y="395086"/>
                  </a:lnTo>
                  <a:lnTo>
                    <a:pt x="2346781" y="395962"/>
                  </a:lnTo>
                  <a:lnTo>
                    <a:pt x="2348256" y="396396"/>
                  </a:lnTo>
                  <a:lnTo>
                    <a:pt x="2349730" y="396902"/>
                  </a:lnTo>
                  <a:lnTo>
                    <a:pt x="2351204" y="397123"/>
                  </a:lnTo>
                  <a:lnTo>
                    <a:pt x="2352678" y="397673"/>
                  </a:lnTo>
                  <a:lnTo>
                    <a:pt x="2354153" y="398343"/>
                  </a:lnTo>
                  <a:lnTo>
                    <a:pt x="2355627" y="399673"/>
                  </a:lnTo>
                  <a:lnTo>
                    <a:pt x="2357101" y="400386"/>
                  </a:lnTo>
                  <a:lnTo>
                    <a:pt x="2358575" y="402982"/>
                  </a:lnTo>
                  <a:lnTo>
                    <a:pt x="2360050" y="407767"/>
                  </a:lnTo>
                  <a:lnTo>
                    <a:pt x="2361524" y="413303"/>
                  </a:lnTo>
                  <a:lnTo>
                    <a:pt x="2362998" y="417779"/>
                  </a:lnTo>
                  <a:lnTo>
                    <a:pt x="2364472" y="422548"/>
                  </a:lnTo>
                  <a:lnTo>
                    <a:pt x="2365947" y="426888"/>
                  </a:lnTo>
                  <a:lnTo>
                    <a:pt x="2367421" y="431548"/>
                  </a:lnTo>
                  <a:lnTo>
                    <a:pt x="2368895" y="435771"/>
                  </a:lnTo>
                  <a:lnTo>
                    <a:pt x="2370369" y="440446"/>
                  </a:lnTo>
                  <a:lnTo>
                    <a:pt x="2371844" y="444594"/>
                  </a:lnTo>
                  <a:lnTo>
                    <a:pt x="2373318" y="447188"/>
                  </a:lnTo>
                  <a:lnTo>
                    <a:pt x="2374792" y="449590"/>
                  </a:lnTo>
                  <a:lnTo>
                    <a:pt x="2376266" y="451589"/>
                  </a:lnTo>
                  <a:lnTo>
                    <a:pt x="2377741" y="453206"/>
                  </a:lnTo>
                  <a:lnTo>
                    <a:pt x="2379215" y="454567"/>
                  </a:lnTo>
                  <a:lnTo>
                    <a:pt x="2380689" y="455835"/>
                  </a:lnTo>
                  <a:lnTo>
                    <a:pt x="2382163" y="457726"/>
                  </a:lnTo>
                  <a:lnTo>
                    <a:pt x="2383638" y="459007"/>
                  </a:lnTo>
                  <a:lnTo>
                    <a:pt x="2385112" y="461254"/>
                  </a:lnTo>
                  <a:lnTo>
                    <a:pt x="2386586" y="461567"/>
                  </a:lnTo>
                  <a:lnTo>
                    <a:pt x="2388060" y="461968"/>
                  </a:lnTo>
                  <a:lnTo>
                    <a:pt x="2389535" y="460969"/>
                  </a:lnTo>
                  <a:lnTo>
                    <a:pt x="2391009" y="459580"/>
                  </a:lnTo>
                  <a:lnTo>
                    <a:pt x="2392483" y="459359"/>
                  </a:lnTo>
                  <a:lnTo>
                    <a:pt x="2393957" y="459503"/>
                  </a:lnTo>
                  <a:lnTo>
                    <a:pt x="2395432" y="459939"/>
                  </a:lnTo>
                  <a:lnTo>
                    <a:pt x="2396906" y="459857"/>
                  </a:lnTo>
                  <a:lnTo>
                    <a:pt x="2398380" y="460335"/>
                  </a:lnTo>
                  <a:lnTo>
                    <a:pt x="2399854" y="460191"/>
                  </a:lnTo>
                  <a:lnTo>
                    <a:pt x="2401329" y="459633"/>
                  </a:lnTo>
                  <a:lnTo>
                    <a:pt x="2402803" y="459200"/>
                  </a:lnTo>
                  <a:lnTo>
                    <a:pt x="2404277" y="458451"/>
                  </a:lnTo>
                  <a:lnTo>
                    <a:pt x="2405751" y="456974"/>
                  </a:lnTo>
                  <a:lnTo>
                    <a:pt x="2407226" y="456147"/>
                  </a:lnTo>
                  <a:lnTo>
                    <a:pt x="2408700" y="456526"/>
                  </a:lnTo>
                  <a:lnTo>
                    <a:pt x="2410174" y="457780"/>
                  </a:lnTo>
                  <a:lnTo>
                    <a:pt x="2411648" y="460127"/>
                  </a:lnTo>
                  <a:lnTo>
                    <a:pt x="2413123" y="462504"/>
                  </a:lnTo>
                  <a:lnTo>
                    <a:pt x="2414597" y="465540"/>
                  </a:lnTo>
                  <a:lnTo>
                    <a:pt x="2416071" y="468251"/>
                  </a:lnTo>
                  <a:lnTo>
                    <a:pt x="2417545" y="472049"/>
                  </a:lnTo>
                  <a:lnTo>
                    <a:pt x="2419020" y="475888"/>
                  </a:lnTo>
                  <a:lnTo>
                    <a:pt x="2420494" y="480779"/>
                  </a:lnTo>
                  <a:lnTo>
                    <a:pt x="2421968" y="487511"/>
                  </a:lnTo>
                  <a:lnTo>
                    <a:pt x="2423442" y="494963"/>
                  </a:lnTo>
                  <a:lnTo>
                    <a:pt x="2424917" y="503152"/>
                  </a:lnTo>
                  <a:lnTo>
                    <a:pt x="2426391" y="511509"/>
                  </a:lnTo>
                  <a:lnTo>
                    <a:pt x="2427865" y="520240"/>
                  </a:lnTo>
                  <a:lnTo>
                    <a:pt x="2429339" y="529842"/>
                  </a:lnTo>
                  <a:lnTo>
                    <a:pt x="2430813" y="539826"/>
                  </a:lnTo>
                  <a:lnTo>
                    <a:pt x="2432288" y="550370"/>
                  </a:lnTo>
                  <a:lnTo>
                    <a:pt x="2433762" y="562148"/>
                  </a:lnTo>
                  <a:lnTo>
                    <a:pt x="2435236" y="573753"/>
                  </a:lnTo>
                  <a:lnTo>
                    <a:pt x="2436710" y="581969"/>
                  </a:lnTo>
                  <a:lnTo>
                    <a:pt x="2438185" y="588984"/>
                  </a:lnTo>
                  <a:lnTo>
                    <a:pt x="2439659" y="595185"/>
                  </a:lnTo>
                  <a:lnTo>
                    <a:pt x="2441133" y="601295"/>
                  </a:lnTo>
                  <a:lnTo>
                    <a:pt x="2442607" y="605139"/>
                  </a:lnTo>
                  <a:lnTo>
                    <a:pt x="2444082" y="608660"/>
                  </a:lnTo>
                  <a:lnTo>
                    <a:pt x="2445556" y="610630"/>
                  </a:lnTo>
                  <a:lnTo>
                    <a:pt x="2447030" y="612671"/>
                  </a:lnTo>
                  <a:lnTo>
                    <a:pt x="2448504" y="615319"/>
                  </a:lnTo>
                  <a:lnTo>
                    <a:pt x="2449979" y="618230"/>
                  </a:lnTo>
                  <a:lnTo>
                    <a:pt x="2451453" y="620201"/>
                  </a:lnTo>
                  <a:lnTo>
                    <a:pt x="2452927" y="621959"/>
                  </a:lnTo>
                  <a:lnTo>
                    <a:pt x="2454401" y="622957"/>
                  </a:lnTo>
                  <a:lnTo>
                    <a:pt x="2455876" y="624169"/>
                  </a:lnTo>
                  <a:lnTo>
                    <a:pt x="2457350" y="624223"/>
                  </a:lnTo>
                  <a:lnTo>
                    <a:pt x="2458824" y="624780"/>
                  </a:lnTo>
                  <a:lnTo>
                    <a:pt x="2460298" y="624920"/>
                  </a:lnTo>
                  <a:lnTo>
                    <a:pt x="2461773" y="626417"/>
                  </a:lnTo>
                  <a:lnTo>
                    <a:pt x="2463247" y="627717"/>
                  </a:lnTo>
                  <a:lnTo>
                    <a:pt x="2464721" y="630298"/>
                  </a:lnTo>
                  <a:lnTo>
                    <a:pt x="2466195" y="632592"/>
                  </a:lnTo>
                  <a:lnTo>
                    <a:pt x="2467670" y="635046"/>
                  </a:lnTo>
                  <a:lnTo>
                    <a:pt x="2469144" y="638000"/>
                  </a:lnTo>
                  <a:lnTo>
                    <a:pt x="2470618" y="642010"/>
                  </a:lnTo>
                  <a:lnTo>
                    <a:pt x="2472092" y="647111"/>
                  </a:lnTo>
                  <a:lnTo>
                    <a:pt x="2473567" y="652435"/>
                  </a:lnTo>
                  <a:lnTo>
                    <a:pt x="2475041" y="657876"/>
                  </a:lnTo>
                  <a:lnTo>
                    <a:pt x="2476515" y="663404"/>
                  </a:lnTo>
                  <a:lnTo>
                    <a:pt x="2477989" y="669206"/>
                  </a:lnTo>
                  <a:lnTo>
                    <a:pt x="2479464" y="673827"/>
                  </a:lnTo>
                  <a:lnTo>
                    <a:pt x="2480938" y="677504"/>
                  </a:lnTo>
                  <a:lnTo>
                    <a:pt x="2482412" y="680590"/>
                  </a:lnTo>
                  <a:lnTo>
                    <a:pt x="2483886" y="682661"/>
                  </a:lnTo>
                  <a:lnTo>
                    <a:pt x="2485361" y="683448"/>
                  </a:lnTo>
                  <a:lnTo>
                    <a:pt x="2486835" y="684875"/>
                  </a:lnTo>
                  <a:lnTo>
                    <a:pt x="2488309" y="686206"/>
                  </a:lnTo>
                  <a:lnTo>
                    <a:pt x="2489783" y="686712"/>
                  </a:lnTo>
                  <a:lnTo>
                    <a:pt x="2491258" y="686680"/>
                  </a:lnTo>
                  <a:lnTo>
                    <a:pt x="2492732" y="685330"/>
                  </a:lnTo>
                  <a:lnTo>
                    <a:pt x="2494206" y="682637"/>
                  </a:lnTo>
                  <a:lnTo>
                    <a:pt x="2495680" y="679164"/>
                  </a:lnTo>
                  <a:lnTo>
                    <a:pt x="2497155" y="672801"/>
                  </a:lnTo>
                  <a:lnTo>
                    <a:pt x="2498629" y="666331"/>
                  </a:lnTo>
                  <a:lnTo>
                    <a:pt x="2500103" y="658832"/>
                  </a:lnTo>
                  <a:lnTo>
                    <a:pt x="2501577" y="652299"/>
                  </a:lnTo>
                  <a:lnTo>
                    <a:pt x="2503052" y="645119"/>
                  </a:lnTo>
                  <a:lnTo>
                    <a:pt x="2504526" y="637440"/>
                  </a:lnTo>
                  <a:lnTo>
                    <a:pt x="2506000" y="628973"/>
                  </a:lnTo>
                  <a:lnTo>
                    <a:pt x="2507474" y="620306"/>
                  </a:lnTo>
                  <a:lnTo>
                    <a:pt x="2508949" y="609718"/>
                  </a:lnTo>
                  <a:lnTo>
                    <a:pt x="2510423" y="598298"/>
                  </a:lnTo>
                  <a:lnTo>
                    <a:pt x="2511897" y="589229"/>
                  </a:lnTo>
                  <a:lnTo>
                    <a:pt x="2513371" y="581393"/>
                  </a:lnTo>
                  <a:lnTo>
                    <a:pt x="2514846" y="574881"/>
                  </a:lnTo>
                  <a:lnTo>
                    <a:pt x="2516320" y="568144"/>
                  </a:lnTo>
                  <a:lnTo>
                    <a:pt x="2517794" y="562771"/>
                  </a:lnTo>
                  <a:lnTo>
                    <a:pt x="2519268" y="558314"/>
                  </a:lnTo>
                  <a:lnTo>
                    <a:pt x="2520743" y="555639"/>
                  </a:lnTo>
                  <a:lnTo>
                    <a:pt x="2522217" y="553394"/>
                  </a:lnTo>
                  <a:lnTo>
                    <a:pt x="2523691" y="551365"/>
                  </a:lnTo>
                  <a:lnTo>
                    <a:pt x="2525165" y="549509"/>
                  </a:lnTo>
                  <a:lnTo>
                    <a:pt x="2526640" y="548202"/>
                  </a:lnTo>
                  <a:lnTo>
                    <a:pt x="2528114" y="547216"/>
                  </a:lnTo>
                  <a:lnTo>
                    <a:pt x="2529588" y="546654"/>
                  </a:lnTo>
                  <a:lnTo>
                    <a:pt x="2531062" y="546212"/>
                  </a:lnTo>
                  <a:lnTo>
                    <a:pt x="2532537" y="546330"/>
                  </a:lnTo>
                  <a:lnTo>
                    <a:pt x="2534011" y="546396"/>
                  </a:lnTo>
                  <a:lnTo>
                    <a:pt x="2535485" y="545946"/>
                  </a:lnTo>
                  <a:lnTo>
                    <a:pt x="2536959" y="545303"/>
                  </a:lnTo>
                  <a:lnTo>
                    <a:pt x="2538434" y="545085"/>
                  </a:lnTo>
                  <a:lnTo>
                    <a:pt x="2539908" y="542552"/>
                  </a:lnTo>
                  <a:lnTo>
                    <a:pt x="2541382" y="538721"/>
                  </a:lnTo>
                  <a:lnTo>
                    <a:pt x="2542856" y="534095"/>
                  </a:lnTo>
                  <a:lnTo>
                    <a:pt x="2544331" y="528088"/>
                  </a:lnTo>
                  <a:lnTo>
                    <a:pt x="2545805" y="519975"/>
                  </a:lnTo>
                  <a:lnTo>
                    <a:pt x="2547279" y="511545"/>
                  </a:lnTo>
                  <a:lnTo>
                    <a:pt x="2548753" y="501902"/>
                  </a:lnTo>
                  <a:lnTo>
                    <a:pt x="2550228" y="493209"/>
                  </a:lnTo>
                  <a:lnTo>
                    <a:pt x="2551702" y="485057"/>
                  </a:lnTo>
                  <a:lnTo>
                    <a:pt x="2553176" y="477056"/>
                  </a:lnTo>
                  <a:lnTo>
                    <a:pt x="2554650" y="469515"/>
                  </a:lnTo>
                  <a:lnTo>
                    <a:pt x="2556125" y="463609"/>
                  </a:lnTo>
                  <a:lnTo>
                    <a:pt x="2557599" y="459184"/>
                  </a:lnTo>
                  <a:lnTo>
                    <a:pt x="2559073" y="454480"/>
                  </a:lnTo>
                  <a:lnTo>
                    <a:pt x="2560547" y="449712"/>
                  </a:lnTo>
                  <a:lnTo>
                    <a:pt x="2562022" y="444247"/>
                  </a:lnTo>
                  <a:lnTo>
                    <a:pt x="2563496" y="439317"/>
                  </a:lnTo>
                  <a:lnTo>
                    <a:pt x="2564970" y="434595"/>
                  </a:lnTo>
                  <a:lnTo>
                    <a:pt x="2566444" y="430382"/>
                  </a:lnTo>
                  <a:lnTo>
                    <a:pt x="2567919" y="426177"/>
                  </a:lnTo>
                  <a:lnTo>
                    <a:pt x="2569393" y="423147"/>
                  </a:lnTo>
                  <a:lnTo>
                    <a:pt x="2570867" y="419611"/>
                  </a:lnTo>
                  <a:lnTo>
                    <a:pt x="2572341" y="416528"/>
                  </a:lnTo>
                  <a:lnTo>
                    <a:pt x="2573816" y="412681"/>
                  </a:lnTo>
                  <a:lnTo>
                    <a:pt x="2575290" y="408662"/>
                  </a:lnTo>
                  <a:lnTo>
                    <a:pt x="2576764" y="403492"/>
                  </a:lnTo>
                  <a:lnTo>
                    <a:pt x="2578238" y="398543"/>
                  </a:lnTo>
                  <a:lnTo>
                    <a:pt x="2579713" y="391964"/>
                  </a:lnTo>
                  <a:lnTo>
                    <a:pt x="2581187" y="386478"/>
                  </a:lnTo>
                  <a:lnTo>
                    <a:pt x="2582661" y="380876"/>
                  </a:lnTo>
                  <a:lnTo>
                    <a:pt x="2584135" y="375523"/>
                  </a:lnTo>
                  <a:lnTo>
                    <a:pt x="2585610" y="370683"/>
                  </a:lnTo>
                  <a:lnTo>
                    <a:pt x="2587084" y="366421"/>
                  </a:lnTo>
                  <a:lnTo>
                    <a:pt x="2588558" y="362924"/>
                  </a:lnTo>
                  <a:lnTo>
                    <a:pt x="2590032" y="359377"/>
                  </a:lnTo>
                  <a:lnTo>
                    <a:pt x="2591507" y="356187"/>
                  </a:lnTo>
                  <a:lnTo>
                    <a:pt x="2592981" y="353859"/>
                  </a:lnTo>
                  <a:lnTo>
                    <a:pt x="2594455" y="351847"/>
                  </a:lnTo>
                  <a:lnTo>
                    <a:pt x="2595929" y="349434"/>
                  </a:lnTo>
                  <a:lnTo>
                    <a:pt x="2597404" y="347377"/>
                  </a:lnTo>
                  <a:lnTo>
                    <a:pt x="2598878" y="345014"/>
                  </a:lnTo>
                  <a:lnTo>
                    <a:pt x="2600352" y="342597"/>
                  </a:lnTo>
                  <a:lnTo>
                    <a:pt x="2601826" y="340906"/>
                  </a:lnTo>
                  <a:lnTo>
                    <a:pt x="2603301" y="338554"/>
                  </a:lnTo>
                  <a:lnTo>
                    <a:pt x="2604775" y="336624"/>
                  </a:lnTo>
                  <a:lnTo>
                    <a:pt x="2606249" y="332905"/>
                  </a:lnTo>
                  <a:lnTo>
                    <a:pt x="2607723" y="329193"/>
                  </a:lnTo>
                  <a:lnTo>
                    <a:pt x="2609198" y="325329"/>
                  </a:lnTo>
                  <a:lnTo>
                    <a:pt x="2610672" y="321517"/>
                  </a:lnTo>
                  <a:lnTo>
                    <a:pt x="2612146" y="317562"/>
                  </a:lnTo>
                  <a:lnTo>
                    <a:pt x="2613620" y="312866"/>
                  </a:lnTo>
                  <a:lnTo>
                    <a:pt x="2615095" y="309610"/>
                  </a:lnTo>
                  <a:lnTo>
                    <a:pt x="2616569" y="306931"/>
                  </a:lnTo>
                  <a:lnTo>
                    <a:pt x="2618043" y="303273"/>
                  </a:lnTo>
                  <a:lnTo>
                    <a:pt x="2619517" y="300372"/>
                  </a:lnTo>
                  <a:lnTo>
                    <a:pt x="2620992" y="298904"/>
                  </a:lnTo>
                  <a:lnTo>
                    <a:pt x="2622466" y="297290"/>
                  </a:lnTo>
                  <a:lnTo>
                    <a:pt x="2623940" y="296626"/>
                  </a:lnTo>
                  <a:lnTo>
                    <a:pt x="2625414" y="295696"/>
                  </a:lnTo>
                  <a:lnTo>
                    <a:pt x="2626888" y="294908"/>
                  </a:lnTo>
                  <a:lnTo>
                    <a:pt x="2628363" y="293915"/>
                  </a:lnTo>
                  <a:lnTo>
                    <a:pt x="2629837" y="292776"/>
                  </a:lnTo>
                  <a:lnTo>
                    <a:pt x="2631311" y="290912"/>
                  </a:lnTo>
                  <a:lnTo>
                    <a:pt x="2632785" y="287727"/>
                  </a:lnTo>
                  <a:lnTo>
                    <a:pt x="2634260" y="284814"/>
                  </a:lnTo>
                  <a:lnTo>
                    <a:pt x="2635734" y="282222"/>
                  </a:lnTo>
                  <a:lnTo>
                    <a:pt x="2637208" y="280240"/>
                  </a:lnTo>
                  <a:lnTo>
                    <a:pt x="2638682" y="277812"/>
                  </a:lnTo>
                  <a:lnTo>
                    <a:pt x="2640157" y="275256"/>
                  </a:lnTo>
                  <a:lnTo>
                    <a:pt x="2641631" y="272596"/>
                  </a:lnTo>
                  <a:lnTo>
                    <a:pt x="2643105" y="270056"/>
                  </a:lnTo>
                  <a:lnTo>
                    <a:pt x="2644579" y="266635"/>
                  </a:lnTo>
                  <a:lnTo>
                    <a:pt x="2646054" y="263798"/>
                  </a:lnTo>
                  <a:lnTo>
                    <a:pt x="2647528" y="261000"/>
                  </a:lnTo>
                  <a:lnTo>
                    <a:pt x="2649002" y="258313"/>
                  </a:lnTo>
                  <a:lnTo>
                    <a:pt x="2650476" y="256081"/>
                  </a:lnTo>
                  <a:lnTo>
                    <a:pt x="2651951" y="253651"/>
                  </a:lnTo>
                  <a:lnTo>
                    <a:pt x="2653425" y="251074"/>
                  </a:lnTo>
                  <a:lnTo>
                    <a:pt x="2654899" y="249220"/>
                  </a:lnTo>
                  <a:lnTo>
                    <a:pt x="2656373" y="247364"/>
                  </a:lnTo>
                  <a:lnTo>
                    <a:pt x="2657848" y="246316"/>
                  </a:lnTo>
                  <a:lnTo>
                    <a:pt x="2659322" y="244438"/>
                  </a:lnTo>
                  <a:lnTo>
                    <a:pt x="2660796" y="242398"/>
                  </a:lnTo>
                  <a:lnTo>
                    <a:pt x="2662270" y="240925"/>
                  </a:lnTo>
                  <a:lnTo>
                    <a:pt x="2663745" y="238853"/>
                  </a:lnTo>
                  <a:lnTo>
                    <a:pt x="2665219" y="236977"/>
                  </a:lnTo>
                  <a:lnTo>
                    <a:pt x="2666693" y="234927"/>
                  </a:lnTo>
                  <a:lnTo>
                    <a:pt x="2668167" y="231819"/>
                  </a:lnTo>
                  <a:lnTo>
                    <a:pt x="2669642" y="228559"/>
                  </a:lnTo>
                  <a:lnTo>
                    <a:pt x="2671116" y="225664"/>
                  </a:lnTo>
                  <a:lnTo>
                    <a:pt x="2672590" y="222033"/>
                  </a:lnTo>
                  <a:lnTo>
                    <a:pt x="2674064" y="218936"/>
                  </a:lnTo>
                  <a:lnTo>
                    <a:pt x="2675539" y="216789"/>
                  </a:lnTo>
                  <a:lnTo>
                    <a:pt x="2677013" y="213664"/>
                  </a:lnTo>
                  <a:lnTo>
                    <a:pt x="2678487" y="211003"/>
                  </a:lnTo>
                  <a:lnTo>
                    <a:pt x="2679961" y="208325"/>
                  </a:lnTo>
                  <a:lnTo>
                    <a:pt x="2681436" y="206920"/>
                  </a:lnTo>
                  <a:lnTo>
                    <a:pt x="2682910" y="206265"/>
                  </a:lnTo>
                  <a:lnTo>
                    <a:pt x="2684384" y="205525"/>
                  </a:lnTo>
                  <a:lnTo>
                    <a:pt x="2685858" y="205010"/>
                  </a:lnTo>
                  <a:lnTo>
                    <a:pt x="2687333" y="204454"/>
                  </a:lnTo>
                  <a:lnTo>
                    <a:pt x="2688807" y="204485"/>
                  </a:lnTo>
                  <a:lnTo>
                    <a:pt x="2690281" y="205434"/>
                  </a:lnTo>
                  <a:lnTo>
                    <a:pt x="2691755" y="207803"/>
                  </a:lnTo>
                  <a:lnTo>
                    <a:pt x="2693230" y="211324"/>
                  </a:lnTo>
                  <a:lnTo>
                    <a:pt x="2694704" y="214639"/>
                  </a:lnTo>
                  <a:lnTo>
                    <a:pt x="2696178" y="218112"/>
                  </a:lnTo>
                  <a:lnTo>
                    <a:pt x="2697652" y="221981"/>
                  </a:lnTo>
                  <a:lnTo>
                    <a:pt x="2699127" y="225612"/>
                  </a:lnTo>
                  <a:lnTo>
                    <a:pt x="2700601" y="229317"/>
                  </a:lnTo>
                  <a:lnTo>
                    <a:pt x="2702075" y="233915"/>
                  </a:lnTo>
                  <a:lnTo>
                    <a:pt x="2703549" y="238632"/>
                  </a:lnTo>
                  <a:lnTo>
                    <a:pt x="2705024" y="243532"/>
                  </a:lnTo>
                  <a:lnTo>
                    <a:pt x="2706498" y="248560"/>
                  </a:lnTo>
                  <a:lnTo>
                    <a:pt x="2707972" y="254389"/>
                  </a:lnTo>
                  <a:lnTo>
                    <a:pt x="2709446" y="260630"/>
                  </a:lnTo>
                  <a:lnTo>
                    <a:pt x="2710921" y="266940"/>
                  </a:lnTo>
                  <a:lnTo>
                    <a:pt x="2712395" y="272549"/>
                  </a:lnTo>
                  <a:lnTo>
                    <a:pt x="2713869" y="278705"/>
                  </a:lnTo>
                  <a:lnTo>
                    <a:pt x="2715343" y="285439"/>
                  </a:lnTo>
                  <a:lnTo>
                    <a:pt x="2716818" y="292061"/>
                  </a:lnTo>
                  <a:lnTo>
                    <a:pt x="2718292" y="297543"/>
                  </a:lnTo>
                  <a:lnTo>
                    <a:pt x="2719766" y="302981"/>
                  </a:lnTo>
                  <a:lnTo>
                    <a:pt x="2721240" y="308005"/>
                  </a:lnTo>
                  <a:lnTo>
                    <a:pt x="2722715" y="313381"/>
                  </a:lnTo>
                  <a:lnTo>
                    <a:pt x="2724189" y="319963"/>
                  </a:lnTo>
                  <a:lnTo>
                    <a:pt x="2725663" y="326939"/>
                  </a:lnTo>
                  <a:lnTo>
                    <a:pt x="2727137" y="334712"/>
                  </a:lnTo>
                  <a:lnTo>
                    <a:pt x="2728612" y="344276"/>
                  </a:lnTo>
                  <a:lnTo>
                    <a:pt x="2730086" y="354563"/>
                  </a:lnTo>
                  <a:lnTo>
                    <a:pt x="2731560" y="364528"/>
                  </a:lnTo>
                  <a:lnTo>
                    <a:pt x="2733034" y="373521"/>
                  </a:lnTo>
                  <a:lnTo>
                    <a:pt x="2734509" y="383073"/>
                  </a:lnTo>
                  <a:lnTo>
                    <a:pt x="2735983" y="391858"/>
                  </a:lnTo>
                  <a:lnTo>
                    <a:pt x="2737457" y="400093"/>
                  </a:lnTo>
                  <a:lnTo>
                    <a:pt x="2738931" y="408347"/>
                  </a:lnTo>
                  <a:lnTo>
                    <a:pt x="2740406" y="416742"/>
                  </a:lnTo>
                  <a:lnTo>
                    <a:pt x="2741880" y="425414"/>
                  </a:lnTo>
                  <a:lnTo>
                    <a:pt x="2743354" y="434831"/>
                  </a:lnTo>
                  <a:lnTo>
                    <a:pt x="2744828" y="444191"/>
                  </a:lnTo>
                  <a:lnTo>
                    <a:pt x="2746303" y="453673"/>
                  </a:lnTo>
                  <a:lnTo>
                    <a:pt x="2747777" y="463786"/>
                  </a:lnTo>
                  <a:lnTo>
                    <a:pt x="2749251" y="473593"/>
                  </a:lnTo>
                  <a:lnTo>
                    <a:pt x="2750725" y="482752"/>
                  </a:lnTo>
                  <a:lnTo>
                    <a:pt x="2752200" y="492802"/>
                  </a:lnTo>
                  <a:lnTo>
                    <a:pt x="2753674" y="503192"/>
                  </a:lnTo>
                  <a:lnTo>
                    <a:pt x="2755148" y="513367"/>
                  </a:lnTo>
                  <a:lnTo>
                    <a:pt x="2756622" y="523459"/>
                  </a:lnTo>
                  <a:lnTo>
                    <a:pt x="2758097" y="532837"/>
                  </a:lnTo>
                  <a:lnTo>
                    <a:pt x="2759571" y="542068"/>
                  </a:lnTo>
                  <a:lnTo>
                    <a:pt x="2761045" y="550739"/>
                  </a:lnTo>
                  <a:lnTo>
                    <a:pt x="2762519" y="557884"/>
                  </a:lnTo>
                  <a:lnTo>
                    <a:pt x="2763994" y="564703"/>
                  </a:lnTo>
                  <a:lnTo>
                    <a:pt x="2765468" y="570065"/>
                  </a:lnTo>
                  <a:lnTo>
                    <a:pt x="2766942" y="574632"/>
                  </a:lnTo>
                  <a:lnTo>
                    <a:pt x="2768416" y="577802"/>
                  </a:lnTo>
                  <a:lnTo>
                    <a:pt x="2769891" y="579911"/>
                  </a:lnTo>
                  <a:lnTo>
                    <a:pt x="2771365" y="582603"/>
                  </a:lnTo>
                  <a:lnTo>
                    <a:pt x="2772839" y="583380"/>
                  </a:lnTo>
                  <a:lnTo>
                    <a:pt x="2774313" y="584125"/>
                  </a:lnTo>
                  <a:lnTo>
                    <a:pt x="2775788" y="582817"/>
                  </a:lnTo>
                  <a:lnTo>
                    <a:pt x="2777262" y="579264"/>
                  </a:lnTo>
                  <a:lnTo>
                    <a:pt x="2778736" y="575621"/>
                  </a:lnTo>
                  <a:lnTo>
                    <a:pt x="2780210" y="571828"/>
                  </a:lnTo>
                  <a:lnTo>
                    <a:pt x="2781685" y="567006"/>
                  </a:lnTo>
                  <a:lnTo>
                    <a:pt x="2783159" y="561191"/>
                  </a:lnTo>
                  <a:lnTo>
                    <a:pt x="2784633" y="555046"/>
                  </a:lnTo>
                  <a:lnTo>
                    <a:pt x="2786107" y="549636"/>
                  </a:lnTo>
                  <a:lnTo>
                    <a:pt x="2787582" y="544601"/>
                  </a:lnTo>
                  <a:lnTo>
                    <a:pt x="2789056" y="539324"/>
                  </a:lnTo>
                  <a:lnTo>
                    <a:pt x="2790530" y="533289"/>
                  </a:lnTo>
                  <a:lnTo>
                    <a:pt x="2792004" y="526845"/>
                  </a:lnTo>
                  <a:lnTo>
                    <a:pt x="2793479" y="520514"/>
                  </a:lnTo>
                  <a:lnTo>
                    <a:pt x="2794953" y="514463"/>
                  </a:lnTo>
                  <a:lnTo>
                    <a:pt x="2796427" y="508878"/>
                  </a:lnTo>
                  <a:lnTo>
                    <a:pt x="2797901" y="503919"/>
                  </a:lnTo>
                  <a:lnTo>
                    <a:pt x="2799376" y="498228"/>
                  </a:lnTo>
                  <a:lnTo>
                    <a:pt x="2800850" y="492977"/>
                  </a:lnTo>
                  <a:lnTo>
                    <a:pt x="2802324" y="487597"/>
                  </a:lnTo>
                  <a:lnTo>
                    <a:pt x="2803798" y="481544"/>
                  </a:lnTo>
                  <a:lnTo>
                    <a:pt x="2805273" y="473910"/>
                  </a:lnTo>
                  <a:lnTo>
                    <a:pt x="2806747" y="465333"/>
                  </a:lnTo>
                  <a:lnTo>
                    <a:pt x="2808221" y="456719"/>
                  </a:lnTo>
                  <a:lnTo>
                    <a:pt x="2809695" y="449605"/>
                  </a:lnTo>
                  <a:lnTo>
                    <a:pt x="2811170" y="443195"/>
                  </a:lnTo>
                  <a:lnTo>
                    <a:pt x="2812644" y="437917"/>
                  </a:lnTo>
                  <a:lnTo>
                    <a:pt x="2814118" y="433334"/>
                  </a:lnTo>
                  <a:lnTo>
                    <a:pt x="2815592" y="428854"/>
                  </a:lnTo>
                  <a:lnTo>
                    <a:pt x="2817067" y="424409"/>
                  </a:lnTo>
                  <a:lnTo>
                    <a:pt x="2818541" y="418650"/>
                  </a:lnTo>
                  <a:lnTo>
                    <a:pt x="2820015" y="412707"/>
                  </a:lnTo>
                  <a:lnTo>
                    <a:pt x="2821489" y="405630"/>
                  </a:lnTo>
                  <a:lnTo>
                    <a:pt x="2822963" y="397489"/>
                  </a:lnTo>
                  <a:lnTo>
                    <a:pt x="2824438" y="389283"/>
                  </a:lnTo>
                  <a:lnTo>
                    <a:pt x="2825912" y="379902"/>
                  </a:lnTo>
                  <a:lnTo>
                    <a:pt x="2827386" y="369618"/>
                  </a:lnTo>
                  <a:lnTo>
                    <a:pt x="2828860" y="359735"/>
                  </a:lnTo>
                  <a:lnTo>
                    <a:pt x="2830335" y="349976"/>
                  </a:lnTo>
                  <a:lnTo>
                    <a:pt x="2831809" y="340096"/>
                  </a:lnTo>
                  <a:lnTo>
                    <a:pt x="2833283" y="330328"/>
                  </a:lnTo>
                  <a:lnTo>
                    <a:pt x="2834757" y="320092"/>
                  </a:lnTo>
                  <a:lnTo>
                    <a:pt x="2836232" y="309638"/>
                  </a:lnTo>
                  <a:lnTo>
                    <a:pt x="2837706" y="299866"/>
                  </a:lnTo>
                  <a:lnTo>
                    <a:pt x="2839180" y="290464"/>
                  </a:lnTo>
                  <a:lnTo>
                    <a:pt x="2840654" y="282889"/>
                  </a:lnTo>
                  <a:lnTo>
                    <a:pt x="2842129" y="275069"/>
                  </a:lnTo>
                  <a:lnTo>
                    <a:pt x="2843603" y="269124"/>
                  </a:lnTo>
                  <a:lnTo>
                    <a:pt x="2845077" y="264456"/>
                  </a:lnTo>
                  <a:lnTo>
                    <a:pt x="2846551" y="259457"/>
                  </a:lnTo>
                  <a:lnTo>
                    <a:pt x="2848026" y="255428"/>
                  </a:lnTo>
                  <a:lnTo>
                    <a:pt x="2849500" y="252307"/>
                  </a:lnTo>
                  <a:lnTo>
                    <a:pt x="2850974" y="250693"/>
                  </a:lnTo>
                  <a:lnTo>
                    <a:pt x="2852448" y="250179"/>
                  </a:lnTo>
                  <a:lnTo>
                    <a:pt x="2853923" y="250079"/>
                  </a:lnTo>
                  <a:lnTo>
                    <a:pt x="2855397" y="249964"/>
                  </a:lnTo>
                  <a:lnTo>
                    <a:pt x="2856871" y="250789"/>
                  </a:lnTo>
                  <a:lnTo>
                    <a:pt x="2858345" y="252780"/>
                  </a:lnTo>
                  <a:lnTo>
                    <a:pt x="2859820" y="254779"/>
                  </a:lnTo>
                  <a:lnTo>
                    <a:pt x="2861294" y="256326"/>
                  </a:lnTo>
                  <a:lnTo>
                    <a:pt x="2862768" y="258301"/>
                  </a:lnTo>
                  <a:lnTo>
                    <a:pt x="2864242" y="260315"/>
                  </a:lnTo>
                  <a:lnTo>
                    <a:pt x="2865717" y="261772"/>
                  </a:lnTo>
                  <a:lnTo>
                    <a:pt x="2867191" y="264171"/>
                  </a:lnTo>
                  <a:lnTo>
                    <a:pt x="2868665" y="267379"/>
                  </a:lnTo>
                  <a:lnTo>
                    <a:pt x="2870139" y="270512"/>
                  </a:lnTo>
                  <a:lnTo>
                    <a:pt x="2871614" y="273319"/>
                  </a:lnTo>
                  <a:lnTo>
                    <a:pt x="2873088" y="275160"/>
                  </a:lnTo>
                  <a:lnTo>
                    <a:pt x="2874562" y="276923"/>
                  </a:lnTo>
                  <a:lnTo>
                    <a:pt x="2876036" y="276865"/>
                  </a:lnTo>
                  <a:lnTo>
                    <a:pt x="2877511" y="276051"/>
                  </a:lnTo>
                  <a:lnTo>
                    <a:pt x="2878985" y="274700"/>
                  </a:lnTo>
                  <a:lnTo>
                    <a:pt x="2880459" y="274212"/>
                  </a:lnTo>
                  <a:lnTo>
                    <a:pt x="2881933" y="274493"/>
                  </a:lnTo>
                  <a:lnTo>
                    <a:pt x="2883408" y="274661"/>
                  </a:lnTo>
                  <a:lnTo>
                    <a:pt x="2884882" y="272732"/>
                  </a:lnTo>
                  <a:lnTo>
                    <a:pt x="2886356" y="270000"/>
                  </a:lnTo>
                  <a:lnTo>
                    <a:pt x="2887830" y="266676"/>
                  </a:lnTo>
                  <a:lnTo>
                    <a:pt x="2889305" y="262495"/>
                  </a:lnTo>
                  <a:lnTo>
                    <a:pt x="2890779" y="258387"/>
                  </a:lnTo>
                  <a:lnTo>
                    <a:pt x="2892253" y="254570"/>
                  </a:lnTo>
                  <a:lnTo>
                    <a:pt x="2893727" y="251936"/>
                  </a:lnTo>
                  <a:lnTo>
                    <a:pt x="2895202" y="249238"/>
                  </a:lnTo>
                  <a:lnTo>
                    <a:pt x="2896676" y="247844"/>
                  </a:lnTo>
                  <a:lnTo>
                    <a:pt x="2898150" y="248264"/>
                  </a:lnTo>
                  <a:lnTo>
                    <a:pt x="2899624" y="249735"/>
                  </a:lnTo>
                  <a:lnTo>
                    <a:pt x="2901099" y="251720"/>
                  </a:lnTo>
                  <a:lnTo>
                    <a:pt x="2902573" y="254850"/>
                  </a:lnTo>
                  <a:lnTo>
                    <a:pt x="2904047" y="257606"/>
                  </a:lnTo>
                  <a:lnTo>
                    <a:pt x="2905521" y="261149"/>
                  </a:lnTo>
                  <a:lnTo>
                    <a:pt x="2906996" y="266026"/>
                  </a:lnTo>
                  <a:lnTo>
                    <a:pt x="2908470" y="270547"/>
                  </a:lnTo>
                  <a:lnTo>
                    <a:pt x="2909944" y="275536"/>
                  </a:lnTo>
                  <a:lnTo>
                    <a:pt x="2911418" y="282064"/>
                  </a:lnTo>
                  <a:lnTo>
                    <a:pt x="2912893" y="288746"/>
                  </a:lnTo>
                  <a:lnTo>
                    <a:pt x="2914367" y="294756"/>
                  </a:lnTo>
                  <a:lnTo>
                    <a:pt x="2915841" y="300845"/>
                  </a:lnTo>
                  <a:lnTo>
                    <a:pt x="2917315" y="307380"/>
                  </a:lnTo>
                  <a:lnTo>
                    <a:pt x="2918790" y="313096"/>
                  </a:lnTo>
                  <a:lnTo>
                    <a:pt x="2920264" y="319560"/>
                  </a:lnTo>
                  <a:lnTo>
                    <a:pt x="2921738" y="325270"/>
                  </a:lnTo>
                  <a:lnTo>
                    <a:pt x="2923212" y="331472"/>
                  </a:lnTo>
                  <a:lnTo>
                    <a:pt x="2924687" y="336935"/>
                  </a:lnTo>
                  <a:lnTo>
                    <a:pt x="2926161" y="341550"/>
                  </a:lnTo>
                  <a:lnTo>
                    <a:pt x="2927635" y="346546"/>
                  </a:lnTo>
                  <a:lnTo>
                    <a:pt x="2929109" y="351556"/>
                  </a:lnTo>
                  <a:lnTo>
                    <a:pt x="2930584" y="357513"/>
                  </a:lnTo>
                  <a:lnTo>
                    <a:pt x="2932058" y="363871"/>
                  </a:lnTo>
                  <a:lnTo>
                    <a:pt x="2933532" y="369609"/>
                  </a:lnTo>
                  <a:lnTo>
                    <a:pt x="2935006" y="376680"/>
                  </a:lnTo>
                  <a:lnTo>
                    <a:pt x="2936481" y="384480"/>
                  </a:lnTo>
                  <a:lnTo>
                    <a:pt x="2937955" y="392416"/>
                  </a:lnTo>
                  <a:lnTo>
                    <a:pt x="2939429" y="399959"/>
                  </a:lnTo>
                  <a:lnTo>
                    <a:pt x="2940903" y="406960"/>
                  </a:lnTo>
                  <a:lnTo>
                    <a:pt x="2942378" y="413334"/>
                  </a:lnTo>
                  <a:lnTo>
                    <a:pt x="2943852" y="420304"/>
                  </a:lnTo>
                  <a:lnTo>
                    <a:pt x="2945326" y="426833"/>
                  </a:lnTo>
                  <a:lnTo>
                    <a:pt x="2946800" y="432613"/>
                  </a:lnTo>
                  <a:lnTo>
                    <a:pt x="2948275" y="440058"/>
                  </a:lnTo>
                  <a:lnTo>
                    <a:pt x="2949749" y="446376"/>
                  </a:lnTo>
                  <a:lnTo>
                    <a:pt x="2951223" y="451783"/>
                  </a:lnTo>
                  <a:lnTo>
                    <a:pt x="2952697" y="457223"/>
                  </a:lnTo>
                  <a:lnTo>
                    <a:pt x="2954172" y="462550"/>
                  </a:lnTo>
                  <a:lnTo>
                    <a:pt x="2955646" y="467149"/>
                  </a:lnTo>
                  <a:lnTo>
                    <a:pt x="2957120" y="470213"/>
                  </a:lnTo>
                  <a:lnTo>
                    <a:pt x="2958594" y="472966"/>
                  </a:lnTo>
                  <a:lnTo>
                    <a:pt x="2960069" y="475478"/>
                  </a:lnTo>
                  <a:lnTo>
                    <a:pt x="2961543" y="478645"/>
                  </a:lnTo>
                  <a:lnTo>
                    <a:pt x="2963017" y="481468"/>
                  </a:lnTo>
                  <a:lnTo>
                    <a:pt x="2964491" y="484487"/>
                  </a:lnTo>
                  <a:lnTo>
                    <a:pt x="2965966" y="486766"/>
                  </a:lnTo>
                  <a:lnTo>
                    <a:pt x="2967440" y="487782"/>
                  </a:lnTo>
                  <a:lnTo>
                    <a:pt x="2968914" y="488374"/>
                  </a:lnTo>
                  <a:lnTo>
                    <a:pt x="2970388" y="488829"/>
                  </a:lnTo>
                  <a:lnTo>
                    <a:pt x="2971863" y="488782"/>
                  </a:lnTo>
                  <a:lnTo>
                    <a:pt x="2973337" y="487448"/>
                  </a:lnTo>
                  <a:lnTo>
                    <a:pt x="2974811" y="484954"/>
                  </a:lnTo>
                  <a:lnTo>
                    <a:pt x="2976285" y="482212"/>
                  </a:lnTo>
                  <a:lnTo>
                    <a:pt x="2977760" y="478721"/>
                  </a:lnTo>
                  <a:lnTo>
                    <a:pt x="2979234" y="475004"/>
                  </a:lnTo>
                  <a:lnTo>
                    <a:pt x="2980708" y="469945"/>
                  </a:lnTo>
                  <a:lnTo>
                    <a:pt x="2982182" y="463498"/>
                  </a:lnTo>
                  <a:lnTo>
                    <a:pt x="2983657" y="456445"/>
                  </a:lnTo>
                  <a:lnTo>
                    <a:pt x="2985131" y="447781"/>
                  </a:lnTo>
                  <a:lnTo>
                    <a:pt x="2986605" y="438459"/>
                  </a:lnTo>
                  <a:lnTo>
                    <a:pt x="2988079" y="429667"/>
                  </a:lnTo>
                  <a:lnTo>
                    <a:pt x="2989554" y="420673"/>
                  </a:lnTo>
                  <a:lnTo>
                    <a:pt x="2991028" y="411481"/>
                  </a:lnTo>
                  <a:lnTo>
                    <a:pt x="2992502" y="401229"/>
                  </a:lnTo>
                  <a:lnTo>
                    <a:pt x="2993976" y="390858"/>
                  </a:lnTo>
                  <a:lnTo>
                    <a:pt x="2995451" y="379391"/>
                  </a:lnTo>
                  <a:lnTo>
                    <a:pt x="2996925" y="368951"/>
                  </a:lnTo>
                  <a:lnTo>
                    <a:pt x="2998399" y="358996"/>
                  </a:lnTo>
                  <a:lnTo>
                    <a:pt x="2999873" y="348893"/>
                  </a:lnTo>
                  <a:lnTo>
                    <a:pt x="3001348" y="339591"/>
                  </a:lnTo>
                  <a:lnTo>
                    <a:pt x="3002822" y="331327"/>
                  </a:lnTo>
                  <a:lnTo>
                    <a:pt x="3004296" y="323306"/>
                  </a:lnTo>
                  <a:lnTo>
                    <a:pt x="3005770" y="315320"/>
                  </a:lnTo>
                  <a:lnTo>
                    <a:pt x="3007245" y="307728"/>
                  </a:lnTo>
                  <a:lnTo>
                    <a:pt x="3008719" y="299966"/>
                  </a:lnTo>
                  <a:lnTo>
                    <a:pt x="3010193" y="291333"/>
                  </a:lnTo>
                  <a:lnTo>
                    <a:pt x="3011667" y="281846"/>
                  </a:lnTo>
                  <a:lnTo>
                    <a:pt x="3013142" y="271536"/>
                  </a:lnTo>
                  <a:lnTo>
                    <a:pt x="3014616" y="262421"/>
                  </a:lnTo>
                  <a:lnTo>
                    <a:pt x="3016090" y="254152"/>
                  </a:lnTo>
                  <a:lnTo>
                    <a:pt x="3017564" y="246183"/>
                  </a:lnTo>
                  <a:lnTo>
                    <a:pt x="3019038" y="238041"/>
                  </a:lnTo>
                  <a:lnTo>
                    <a:pt x="3020513" y="230392"/>
                  </a:lnTo>
                  <a:lnTo>
                    <a:pt x="3021987" y="223431"/>
                  </a:lnTo>
                  <a:lnTo>
                    <a:pt x="3023461" y="215711"/>
                  </a:lnTo>
                  <a:lnTo>
                    <a:pt x="3024935" y="208483"/>
                  </a:lnTo>
                  <a:lnTo>
                    <a:pt x="3026410" y="203571"/>
                  </a:lnTo>
                  <a:lnTo>
                    <a:pt x="3027884" y="199597"/>
                  </a:lnTo>
                  <a:lnTo>
                    <a:pt x="3029358" y="194625"/>
                  </a:lnTo>
                  <a:lnTo>
                    <a:pt x="3030832" y="190754"/>
                  </a:lnTo>
                  <a:lnTo>
                    <a:pt x="3032307" y="188200"/>
                  </a:lnTo>
                  <a:lnTo>
                    <a:pt x="3033781" y="185893"/>
                  </a:lnTo>
                  <a:lnTo>
                    <a:pt x="3035255" y="184883"/>
                  </a:lnTo>
                  <a:lnTo>
                    <a:pt x="3036729" y="184068"/>
                  </a:lnTo>
                  <a:lnTo>
                    <a:pt x="3038204" y="183950"/>
                  </a:lnTo>
                  <a:lnTo>
                    <a:pt x="3039678" y="184069"/>
                  </a:lnTo>
                  <a:lnTo>
                    <a:pt x="3041152" y="183957"/>
                  </a:lnTo>
                  <a:lnTo>
                    <a:pt x="3042626" y="184408"/>
                  </a:lnTo>
                  <a:lnTo>
                    <a:pt x="3044101" y="185721"/>
                  </a:lnTo>
                  <a:lnTo>
                    <a:pt x="3045575" y="187247"/>
                  </a:lnTo>
                  <a:lnTo>
                    <a:pt x="3047049" y="189488"/>
                  </a:lnTo>
                  <a:lnTo>
                    <a:pt x="3048523" y="191856"/>
                  </a:lnTo>
                  <a:lnTo>
                    <a:pt x="3049998" y="194445"/>
                  </a:lnTo>
                  <a:lnTo>
                    <a:pt x="3051472" y="197490"/>
                  </a:lnTo>
                  <a:lnTo>
                    <a:pt x="3052946" y="200894"/>
                  </a:lnTo>
                  <a:lnTo>
                    <a:pt x="3054420" y="204226"/>
                  </a:lnTo>
                  <a:lnTo>
                    <a:pt x="3055895" y="206968"/>
                  </a:lnTo>
                  <a:lnTo>
                    <a:pt x="3057369" y="210522"/>
                  </a:lnTo>
                  <a:lnTo>
                    <a:pt x="3058843" y="214209"/>
                  </a:lnTo>
                  <a:lnTo>
                    <a:pt x="3060317" y="219237"/>
                  </a:lnTo>
                  <a:lnTo>
                    <a:pt x="3061792" y="224828"/>
                  </a:lnTo>
                  <a:lnTo>
                    <a:pt x="3063266" y="230671"/>
                  </a:lnTo>
                  <a:lnTo>
                    <a:pt x="3064740" y="237128"/>
                  </a:lnTo>
                  <a:lnTo>
                    <a:pt x="3066214" y="243364"/>
                  </a:lnTo>
                  <a:lnTo>
                    <a:pt x="3067689" y="249828"/>
                  </a:lnTo>
                  <a:lnTo>
                    <a:pt x="3069163" y="255471"/>
                  </a:lnTo>
                  <a:lnTo>
                    <a:pt x="3070637" y="262255"/>
                  </a:lnTo>
                  <a:lnTo>
                    <a:pt x="3072111" y="268051"/>
                  </a:lnTo>
                  <a:lnTo>
                    <a:pt x="3073586" y="273279"/>
                  </a:lnTo>
                  <a:lnTo>
                    <a:pt x="3075060" y="279318"/>
                  </a:lnTo>
                  <a:lnTo>
                    <a:pt x="3076534" y="285451"/>
                  </a:lnTo>
                  <a:lnTo>
                    <a:pt x="3078008" y="290315"/>
                  </a:lnTo>
                  <a:lnTo>
                    <a:pt x="3079483" y="295033"/>
                  </a:lnTo>
                  <a:lnTo>
                    <a:pt x="3080957" y="297794"/>
                  </a:lnTo>
                  <a:lnTo>
                    <a:pt x="3082431" y="299875"/>
                  </a:lnTo>
                  <a:lnTo>
                    <a:pt x="3083905" y="302295"/>
                  </a:lnTo>
                  <a:lnTo>
                    <a:pt x="3085380" y="304510"/>
                  </a:lnTo>
                  <a:lnTo>
                    <a:pt x="3086854" y="307441"/>
                  </a:lnTo>
                  <a:lnTo>
                    <a:pt x="3088328" y="310084"/>
                  </a:lnTo>
                  <a:lnTo>
                    <a:pt x="3089802" y="312473"/>
                  </a:lnTo>
                  <a:lnTo>
                    <a:pt x="3091277" y="316416"/>
                  </a:lnTo>
                  <a:lnTo>
                    <a:pt x="3092751" y="320086"/>
                  </a:lnTo>
                  <a:lnTo>
                    <a:pt x="3094225" y="323835"/>
                  </a:lnTo>
                  <a:lnTo>
                    <a:pt x="3095699" y="328275"/>
                  </a:lnTo>
                  <a:lnTo>
                    <a:pt x="3097174" y="333470"/>
                  </a:lnTo>
                  <a:lnTo>
                    <a:pt x="3098648" y="339148"/>
                  </a:lnTo>
                  <a:lnTo>
                    <a:pt x="3100122" y="346522"/>
                  </a:lnTo>
                  <a:lnTo>
                    <a:pt x="3101596" y="354284"/>
                  </a:lnTo>
                  <a:lnTo>
                    <a:pt x="3103071" y="360958"/>
                  </a:lnTo>
                  <a:lnTo>
                    <a:pt x="3104545" y="368804"/>
                  </a:lnTo>
                  <a:lnTo>
                    <a:pt x="3106019" y="375870"/>
                  </a:lnTo>
                  <a:lnTo>
                    <a:pt x="3107493" y="383292"/>
                  </a:lnTo>
                  <a:lnTo>
                    <a:pt x="3108968" y="391349"/>
                  </a:lnTo>
                  <a:lnTo>
                    <a:pt x="3110442" y="399781"/>
                  </a:lnTo>
                  <a:lnTo>
                    <a:pt x="3111916" y="408239"/>
                  </a:lnTo>
                  <a:lnTo>
                    <a:pt x="3113390" y="417455"/>
                  </a:lnTo>
                  <a:lnTo>
                    <a:pt x="3114865" y="427979"/>
                  </a:lnTo>
                  <a:lnTo>
                    <a:pt x="3116339" y="438878"/>
                  </a:lnTo>
                  <a:lnTo>
                    <a:pt x="3117813" y="449471"/>
                  </a:lnTo>
                  <a:lnTo>
                    <a:pt x="3119287" y="457499"/>
                  </a:lnTo>
                  <a:lnTo>
                    <a:pt x="3120762" y="466013"/>
                  </a:lnTo>
                  <a:lnTo>
                    <a:pt x="3122236" y="473111"/>
                  </a:lnTo>
                  <a:lnTo>
                    <a:pt x="3123710" y="479528"/>
                  </a:lnTo>
                  <a:lnTo>
                    <a:pt x="3125184" y="485335"/>
                  </a:lnTo>
                  <a:lnTo>
                    <a:pt x="3126659" y="491194"/>
                  </a:lnTo>
                  <a:lnTo>
                    <a:pt x="3128133" y="496320"/>
                  </a:lnTo>
                  <a:lnTo>
                    <a:pt x="3129607" y="500769"/>
                  </a:lnTo>
                  <a:lnTo>
                    <a:pt x="3131081" y="505865"/>
                  </a:lnTo>
                  <a:lnTo>
                    <a:pt x="3132556" y="510416"/>
                  </a:lnTo>
                  <a:lnTo>
                    <a:pt x="3134030" y="515357"/>
                  </a:lnTo>
                  <a:lnTo>
                    <a:pt x="3135504" y="520892"/>
                  </a:lnTo>
                  <a:lnTo>
                    <a:pt x="3136978" y="525804"/>
                  </a:lnTo>
                  <a:lnTo>
                    <a:pt x="3138453" y="530647"/>
                  </a:lnTo>
                  <a:lnTo>
                    <a:pt x="3139927" y="536278"/>
                  </a:lnTo>
                  <a:lnTo>
                    <a:pt x="3141401" y="542365"/>
                  </a:lnTo>
                  <a:lnTo>
                    <a:pt x="3142875" y="549391"/>
                  </a:lnTo>
                  <a:lnTo>
                    <a:pt x="3144350" y="557771"/>
                  </a:lnTo>
                  <a:lnTo>
                    <a:pt x="3145824" y="565565"/>
                  </a:lnTo>
                  <a:lnTo>
                    <a:pt x="3147298" y="573910"/>
                  </a:lnTo>
                  <a:lnTo>
                    <a:pt x="3148772" y="581936"/>
                  </a:lnTo>
                  <a:lnTo>
                    <a:pt x="3150247" y="589667"/>
                  </a:lnTo>
                  <a:lnTo>
                    <a:pt x="3151721" y="598611"/>
                  </a:lnTo>
                  <a:lnTo>
                    <a:pt x="3153195" y="607081"/>
                  </a:lnTo>
                  <a:lnTo>
                    <a:pt x="3154669" y="614344"/>
                  </a:lnTo>
                  <a:lnTo>
                    <a:pt x="3156144" y="623067"/>
                  </a:lnTo>
                  <a:lnTo>
                    <a:pt x="3157618" y="632687"/>
                  </a:lnTo>
                  <a:lnTo>
                    <a:pt x="3159092" y="641463"/>
                  </a:lnTo>
                  <a:lnTo>
                    <a:pt x="3160566" y="650320"/>
                  </a:lnTo>
                  <a:lnTo>
                    <a:pt x="3162041" y="657917"/>
                  </a:lnTo>
                  <a:lnTo>
                    <a:pt x="3163515" y="666092"/>
                  </a:lnTo>
                  <a:lnTo>
                    <a:pt x="3164989" y="673895"/>
                  </a:lnTo>
                  <a:lnTo>
                    <a:pt x="3166463" y="680521"/>
                  </a:lnTo>
                  <a:lnTo>
                    <a:pt x="3167938" y="685161"/>
                  </a:lnTo>
                  <a:lnTo>
                    <a:pt x="3169412" y="690018"/>
                  </a:lnTo>
                  <a:lnTo>
                    <a:pt x="3170886" y="692615"/>
                  </a:lnTo>
                  <a:lnTo>
                    <a:pt x="3172360" y="694305"/>
                  </a:lnTo>
                  <a:lnTo>
                    <a:pt x="3173835" y="695839"/>
                  </a:lnTo>
                  <a:lnTo>
                    <a:pt x="3175309" y="696428"/>
                  </a:lnTo>
                  <a:lnTo>
                    <a:pt x="3176783" y="696923"/>
                  </a:lnTo>
                  <a:lnTo>
                    <a:pt x="3178257" y="698344"/>
                  </a:lnTo>
                  <a:lnTo>
                    <a:pt x="3179732" y="698411"/>
                  </a:lnTo>
                  <a:lnTo>
                    <a:pt x="3181206" y="698873"/>
                  </a:lnTo>
                  <a:lnTo>
                    <a:pt x="3182680" y="698540"/>
                  </a:lnTo>
                  <a:lnTo>
                    <a:pt x="3184154" y="696680"/>
                  </a:lnTo>
                  <a:lnTo>
                    <a:pt x="3185629" y="692912"/>
                  </a:lnTo>
                  <a:lnTo>
                    <a:pt x="3187103" y="688299"/>
                  </a:lnTo>
                  <a:lnTo>
                    <a:pt x="3188577" y="681867"/>
                  </a:lnTo>
                  <a:lnTo>
                    <a:pt x="3190051" y="674227"/>
                  </a:lnTo>
                  <a:lnTo>
                    <a:pt x="3191526" y="666018"/>
                  </a:lnTo>
                  <a:lnTo>
                    <a:pt x="3193000" y="659168"/>
                  </a:lnTo>
                  <a:lnTo>
                    <a:pt x="3194474" y="653219"/>
                  </a:lnTo>
                  <a:lnTo>
                    <a:pt x="3195948" y="645409"/>
                  </a:lnTo>
                  <a:lnTo>
                    <a:pt x="3197423" y="637554"/>
                  </a:lnTo>
                  <a:lnTo>
                    <a:pt x="3198897" y="629660"/>
                  </a:lnTo>
                  <a:lnTo>
                    <a:pt x="3200371" y="621706"/>
                  </a:lnTo>
                  <a:lnTo>
                    <a:pt x="3201845" y="613571"/>
                  </a:lnTo>
                  <a:lnTo>
                    <a:pt x="3203320" y="606325"/>
                  </a:lnTo>
                  <a:lnTo>
                    <a:pt x="3204794" y="599629"/>
                  </a:lnTo>
                  <a:lnTo>
                    <a:pt x="3206268" y="593765"/>
                  </a:lnTo>
                  <a:lnTo>
                    <a:pt x="3207742" y="588074"/>
                  </a:lnTo>
                  <a:lnTo>
                    <a:pt x="3209216" y="582161"/>
                  </a:lnTo>
                  <a:lnTo>
                    <a:pt x="3210691" y="577089"/>
                  </a:lnTo>
                  <a:lnTo>
                    <a:pt x="3212165" y="571305"/>
                  </a:lnTo>
                  <a:lnTo>
                    <a:pt x="3213639" y="565433"/>
                  </a:lnTo>
                  <a:lnTo>
                    <a:pt x="3215113" y="558403"/>
                  </a:lnTo>
                  <a:lnTo>
                    <a:pt x="3216588" y="550239"/>
                  </a:lnTo>
                  <a:lnTo>
                    <a:pt x="3218062" y="541600"/>
                  </a:lnTo>
                  <a:lnTo>
                    <a:pt x="3219536" y="532461"/>
                  </a:lnTo>
                  <a:lnTo>
                    <a:pt x="3221010" y="523477"/>
                  </a:lnTo>
                  <a:lnTo>
                    <a:pt x="3222485" y="515061"/>
                  </a:lnTo>
                  <a:lnTo>
                    <a:pt x="3223959" y="507070"/>
                  </a:lnTo>
                  <a:lnTo>
                    <a:pt x="3225433" y="497613"/>
                  </a:lnTo>
                  <a:lnTo>
                    <a:pt x="3226907" y="486288"/>
                  </a:lnTo>
                  <a:lnTo>
                    <a:pt x="3228382" y="475300"/>
                  </a:lnTo>
                  <a:lnTo>
                    <a:pt x="3229856" y="464754"/>
                  </a:lnTo>
                  <a:lnTo>
                    <a:pt x="3231330" y="454356"/>
                  </a:lnTo>
                  <a:lnTo>
                    <a:pt x="3232804" y="442558"/>
                  </a:lnTo>
                  <a:lnTo>
                    <a:pt x="3234279" y="431823"/>
                  </a:lnTo>
                  <a:lnTo>
                    <a:pt x="3235753" y="421273"/>
                  </a:lnTo>
                  <a:lnTo>
                    <a:pt x="3237227" y="411156"/>
                  </a:lnTo>
                  <a:lnTo>
                    <a:pt x="3238701" y="401459"/>
                  </a:lnTo>
                  <a:lnTo>
                    <a:pt x="3240176" y="391443"/>
                  </a:lnTo>
                  <a:lnTo>
                    <a:pt x="3241650" y="382357"/>
                  </a:lnTo>
                  <a:lnTo>
                    <a:pt x="3243124" y="375731"/>
                  </a:lnTo>
                  <a:lnTo>
                    <a:pt x="3244598" y="367931"/>
                  </a:lnTo>
                  <a:lnTo>
                    <a:pt x="3246073" y="361680"/>
                  </a:lnTo>
                  <a:lnTo>
                    <a:pt x="3247547" y="357054"/>
                  </a:lnTo>
                  <a:lnTo>
                    <a:pt x="3249021" y="353428"/>
                  </a:lnTo>
                  <a:lnTo>
                    <a:pt x="3250495" y="350846"/>
                  </a:lnTo>
                  <a:lnTo>
                    <a:pt x="3251970" y="349240"/>
                  </a:lnTo>
                  <a:lnTo>
                    <a:pt x="3253444" y="346464"/>
                  </a:lnTo>
                  <a:lnTo>
                    <a:pt x="3254918" y="344909"/>
                  </a:lnTo>
                  <a:lnTo>
                    <a:pt x="3256392" y="343416"/>
                  </a:lnTo>
                  <a:lnTo>
                    <a:pt x="3257867" y="342064"/>
                  </a:lnTo>
                  <a:lnTo>
                    <a:pt x="3259341" y="341663"/>
                  </a:lnTo>
                  <a:lnTo>
                    <a:pt x="3260815" y="342037"/>
                  </a:lnTo>
                  <a:lnTo>
                    <a:pt x="3262289" y="343486"/>
                  </a:lnTo>
                  <a:lnTo>
                    <a:pt x="3263764" y="344867"/>
                  </a:lnTo>
                  <a:lnTo>
                    <a:pt x="3265238" y="345030"/>
                  </a:lnTo>
                  <a:lnTo>
                    <a:pt x="3266712" y="346125"/>
                  </a:lnTo>
                  <a:lnTo>
                    <a:pt x="3268186" y="346551"/>
                  </a:lnTo>
                  <a:lnTo>
                    <a:pt x="3269661" y="347543"/>
                  </a:lnTo>
                  <a:lnTo>
                    <a:pt x="3271135" y="349116"/>
                  </a:lnTo>
                  <a:lnTo>
                    <a:pt x="3272609" y="351495"/>
                  </a:lnTo>
                  <a:lnTo>
                    <a:pt x="3274083" y="352711"/>
                  </a:lnTo>
                  <a:lnTo>
                    <a:pt x="3275558" y="354132"/>
                  </a:lnTo>
                  <a:lnTo>
                    <a:pt x="3277032" y="356230"/>
                  </a:lnTo>
                  <a:lnTo>
                    <a:pt x="3278506" y="356978"/>
                  </a:lnTo>
                  <a:lnTo>
                    <a:pt x="3279980" y="358301"/>
                  </a:lnTo>
                  <a:lnTo>
                    <a:pt x="3281455" y="359719"/>
                  </a:lnTo>
                  <a:lnTo>
                    <a:pt x="3282929" y="361582"/>
                  </a:lnTo>
                  <a:lnTo>
                    <a:pt x="3284403" y="363648"/>
                  </a:lnTo>
                  <a:lnTo>
                    <a:pt x="3285877" y="364663"/>
                  </a:lnTo>
                  <a:lnTo>
                    <a:pt x="3287352" y="365909"/>
                  </a:lnTo>
                  <a:lnTo>
                    <a:pt x="3288826" y="367035"/>
                  </a:lnTo>
                  <a:lnTo>
                    <a:pt x="3290300" y="368649"/>
                  </a:lnTo>
                  <a:lnTo>
                    <a:pt x="3291774" y="371267"/>
                  </a:lnTo>
                  <a:lnTo>
                    <a:pt x="3293249" y="373689"/>
                  </a:lnTo>
                  <a:lnTo>
                    <a:pt x="3294723" y="375795"/>
                  </a:lnTo>
                  <a:lnTo>
                    <a:pt x="3296197" y="378248"/>
                  </a:lnTo>
                  <a:lnTo>
                    <a:pt x="3297671" y="380418"/>
                  </a:lnTo>
                  <a:lnTo>
                    <a:pt x="3299146" y="382692"/>
                  </a:lnTo>
                  <a:lnTo>
                    <a:pt x="3300620" y="386061"/>
                  </a:lnTo>
                  <a:lnTo>
                    <a:pt x="3302094" y="390978"/>
                  </a:lnTo>
                  <a:lnTo>
                    <a:pt x="3303568" y="395637"/>
                  </a:lnTo>
                  <a:lnTo>
                    <a:pt x="3305043" y="400551"/>
                  </a:lnTo>
                  <a:lnTo>
                    <a:pt x="3306517" y="404851"/>
                  </a:lnTo>
                  <a:lnTo>
                    <a:pt x="3307991" y="409339"/>
                  </a:lnTo>
                  <a:lnTo>
                    <a:pt x="3309465" y="412345"/>
                  </a:lnTo>
                  <a:lnTo>
                    <a:pt x="3310940" y="414257"/>
                  </a:lnTo>
                  <a:lnTo>
                    <a:pt x="3312414" y="415999"/>
                  </a:lnTo>
                  <a:lnTo>
                    <a:pt x="3313888" y="417752"/>
                  </a:lnTo>
                  <a:lnTo>
                    <a:pt x="3315362" y="419193"/>
                  </a:lnTo>
                  <a:lnTo>
                    <a:pt x="3316837" y="420113"/>
                  </a:lnTo>
                  <a:lnTo>
                    <a:pt x="3318311" y="420364"/>
                  </a:lnTo>
                  <a:lnTo>
                    <a:pt x="3319785" y="420612"/>
                  </a:lnTo>
                  <a:lnTo>
                    <a:pt x="3321259" y="420461"/>
                  </a:lnTo>
                  <a:lnTo>
                    <a:pt x="3322734" y="417870"/>
                  </a:lnTo>
                  <a:lnTo>
                    <a:pt x="3324208" y="412938"/>
                  </a:lnTo>
                  <a:lnTo>
                    <a:pt x="3325682" y="406886"/>
                  </a:lnTo>
                  <a:lnTo>
                    <a:pt x="3327156" y="399461"/>
                  </a:lnTo>
                  <a:lnTo>
                    <a:pt x="3328631" y="393480"/>
                  </a:lnTo>
                  <a:lnTo>
                    <a:pt x="3330105" y="387019"/>
                  </a:lnTo>
                  <a:lnTo>
                    <a:pt x="3331579" y="380819"/>
                  </a:lnTo>
                  <a:lnTo>
                    <a:pt x="3333053" y="375532"/>
                  </a:lnTo>
                  <a:lnTo>
                    <a:pt x="3334528" y="370874"/>
                  </a:lnTo>
                  <a:lnTo>
                    <a:pt x="3336002" y="365973"/>
                  </a:lnTo>
                  <a:lnTo>
                    <a:pt x="3337476" y="360620"/>
                  </a:lnTo>
                  <a:lnTo>
                    <a:pt x="3338950" y="355499"/>
                  </a:lnTo>
                  <a:lnTo>
                    <a:pt x="3340425" y="351933"/>
                  </a:lnTo>
                  <a:lnTo>
                    <a:pt x="3341899" y="348357"/>
                  </a:lnTo>
                  <a:lnTo>
                    <a:pt x="3343373" y="345744"/>
                  </a:lnTo>
                  <a:lnTo>
                    <a:pt x="3344847" y="344632"/>
                  </a:lnTo>
                  <a:lnTo>
                    <a:pt x="3346322" y="345493"/>
                  </a:lnTo>
                  <a:lnTo>
                    <a:pt x="3347796" y="347423"/>
                  </a:lnTo>
                  <a:lnTo>
                    <a:pt x="3349270" y="351673"/>
                  </a:lnTo>
                  <a:lnTo>
                    <a:pt x="3350744" y="356481"/>
                  </a:lnTo>
                  <a:lnTo>
                    <a:pt x="3352219" y="360673"/>
                  </a:lnTo>
                  <a:lnTo>
                    <a:pt x="3353693" y="365955"/>
                  </a:lnTo>
                  <a:lnTo>
                    <a:pt x="3355167" y="371256"/>
                  </a:lnTo>
                  <a:lnTo>
                    <a:pt x="3356641" y="376096"/>
                  </a:lnTo>
                  <a:lnTo>
                    <a:pt x="3358116" y="381191"/>
                  </a:lnTo>
                  <a:lnTo>
                    <a:pt x="3359590" y="387975"/>
                  </a:lnTo>
                  <a:lnTo>
                    <a:pt x="3361064" y="395113"/>
                  </a:lnTo>
                  <a:lnTo>
                    <a:pt x="3362538" y="402327"/>
                  </a:lnTo>
                  <a:lnTo>
                    <a:pt x="3364013" y="410175"/>
                  </a:lnTo>
                  <a:lnTo>
                    <a:pt x="3365487" y="416261"/>
                  </a:lnTo>
                  <a:lnTo>
                    <a:pt x="3366961" y="421001"/>
                  </a:lnTo>
                  <a:lnTo>
                    <a:pt x="3368435" y="425087"/>
                  </a:lnTo>
                  <a:lnTo>
                    <a:pt x="3369910" y="429433"/>
                  </a:lnTo>
                  <a:lnTo>
                    <a:pt x="3371384" y="432863"/>
                  </a:lnTo>
                  <a:lnTo>
                    <a:pt x="3372858" y="434833"/>
                  </a:lnTo>
                  <a:lnTo>
                    <a:pt x="3374332" y="437080"/>
                  </a:lnTo>
                  <a:lnTo>
                    <a:pt x="3375807" y="439996"/>
                  </a:lnTo>
                  <a:lnTo>
                    <a:pt x="3377281" y="442218"/>
                  </a:lnTo>
                  <a:lnTo>
                    <a:pt x="3378755" y="444270"/>
                  </a:lnTo>
                  <a:lnTo>
                    <a:pt x="3380229" y="446309"/>
                  </a:lnTo>
                  <a:lnTo>
                    <a:pt x="3381704" y="447852"/>
                  </a:lnTo>
                  <a:lnTo>
                    <a:pt x="3383178" y="449632"/>
                  </a:lnTo>
                  <a:lnTo>
                    <a:pt x="3384652" y="451505"/>
                  </a:lnTo>
                  <a:lnTo>
                    <a:pt x="3386126" y="451925"/>
                  </a:lnTo>
                  <a:lnTo>
                    <a:pt x="3387601" y="452694"/>
                  </a:lnTo>
                  <a:lnTo>
                    <a:pt x="3389075" y="452501"/>
                  </a:lnTo>
                  <a:lnTo>
                    <a:pt x="3390549" y="451912"/>
                  </a:lnTo>
                  <a:lnTo>
                    <a:pt x="3392023" y="449871"/>
                  </a:lnTo>
                  <a:lnTo>
                    <a:pt x="3393498" y="448450"/>
                  </a:lnTo>
                  <a:lnTo>
                    <a:pt x="3394972" y="447221"/>
                  </a:lnTo>
                  <a:lnTo>
                    <a:pt x="3396446" y="446220"/>
                  </a:lnTo>
                  <a:lnTo>
                    <a:pt x="3397920" y="445254"/>
                  </a:lnTo>
                  <a:lnTo>
                    <a:pt x="3399395" y="444089"/>
                  </a:lnTo>
                  <a:lnTo>
                    <a:pt x="3400869" y="442720"/>
                  </a:lnTo>
                  <a:lnTo>
                    <a:pt x="3402343" y="441317"/>
                  </a:lnTo>
                  <a:lnTo>
                    <a:pt x="3403817" y="439189"/>
                  </a:lnTo>
                  <a:lnTo>
                    <a:pt x="3405291" y="437711"/>
                  </a:lnTo>
                  <a:lnTo>
                    <a:pt x="3406766" y="436628"/>
                  </a:lnTo>
                  <a:lnTo>
                    <a:pt x="3408240" y="435433"/>
                  </a:lnTo>
                  <a:lnTo>
                    <a:pt x="3409714" y="434251"/>
                  </a:lnTo>
                  <a:lnTo>
                    <a:pt x="3411188" y="432936"/>
                  </a:lnTo>
                  <a:lnTo>
                    <a:pt x="3412663" y="431574"/>
                  </a:lnTo>
                  <a:lnTo>
                    <a:pt x="3414137" y="430976"/>
                  </a:lnTo>
                  <a:lnTo>
                    <a:pt x="3415611" y="429743"/>
                  </a:lnTo>
                  <a:lnTo>
                    <a:pt x="3417085" y="429331"/>
                  </a:lnTo>
                  <a:lnTo>
                    <a:pt x="3418560" y="427837"/>
                  </a:lnTo>
                  <a:lnTo>
                    <a:pt x="3420034" y="426961"/>
                  </a:lnTo>
                  <a:lnTo>
                    <a:pt x="3421508" y="425183"/>
                  </a:lnTo>
                  <a:lnTo>
                    <a:pt x="3422982" y="423028"/>
                  </a:lnTo>
                  <a:lnTo>
                    <a:pt x="3424457" y="420328"/>
                  </a:lnTo>
                  <a:lnTo>
                    <a:pt x="3425931" y="418162"/>
                  </a:lnTo>
                  <a:lnTo>
                    <a:pt x="3427405" y="415852"/>
                  </a:lnTo>
                  <a:lnTo>
                    <a:pt x="3428879" y="413143"/>
                  </a:lnTo>
                  <a:lnTo>
                    <a:pt x="3430354" y="410159"/>
                  </a:lnTo>
                  <a:lnTo>
                    <a:pt x="3431828" y="407050"/>
                  </a:lnTo>
                  <a:lnTo>
                    <a:pt x="3433302" y="403669"/>
                  </a:lnTo>
                  <a:lnTo>
                    <a:pt x="3434776" y="398231"/>
                  </a:lnTo>
                  <a:lnTo>
                    <a:pt x="3436251" y="391334"/>
                  </a:lnTo>
                  <a:lnTo>
                    <a:pt x="3437725" y="383495"/>
                  </a:lnTo>
                  <a:lnTo>
                    <a:pt x="3439199" y="373962"/>
                  </a:lnTo>
                  <a:lnTo>
                    <a:pt x="3440673" y="365940"/>
                  </a:lnTo>
                  <a:lnTo>
                    <a:pt x="3442148" y="358818"/>
                  </a:lnTo>
                  <a:lnTo>
                    <a:pt x="3443622" y="352780"/>
                  </a:lnTo>
                  <a:lnTo>
                    <a:pt x="3445096" y="346503"/>
                  </a:lnTo>
                  <a:lnTo>
                    <a:pt x="3446570" y="340689"/>
                  </a:lnTo>
                  <a:lnTo>
                    <a:pt x="3448045" y="335291"/>
                  </a:lnTo>
                  <a:lnTo>
                    <a:pt x="3449519" y="328307"/>
                  </a:lnTo>
                  <a:lnTo>
                    <a:pt x="3450993" y="319511"/>
                  </a:lnTo>
                  <a:lnTo>
                    <a:pt x="3452467" y="310860"/>
                  </a:lnTo>
                  <a:lnTo>
                    <a:pt x="3453942" y="303035"/>
                  </a:lnTo>
                  <a:lnTo>
                    <a:pt x="3455416" y="295513"/>
                  </a:lnTo>
                  <a:lnTo>
                    <a:pt x="3456890" y="289344"/>
                  </a:lnTo>
                  <a:lnTo>
                    <a:pt x="3458364" y="283799"/>
                  </a:lnTo>
                  <a:lnTo>
                    <a:pt x="3459839" y="279454"/>
                  </a:lnTo>
                  <a:lnTo>
                    <a:pt x="3461313" y="276899"/>
                  </a:lnTo>
                  <a:lnTo>
                    <a:pt x="3462787" y="273797"/>
                  </a:lnTo>
                  <a:lnTo>
                    <a:pt x="3464261" y="269925"/>
                  </a:lnTo>
                  <a:lnTo>
                    <a:pt x="3465736" y="266314"/>
                  </a:lnTo>
                  <a:lnTo>
                    <a:pt x="3467210" y="263633"/>
                  </a:lnTo>
                  <a:lnTo>
                    <a:pt x="3468684" y="260539"/>
                  </a:lnTo>
                  <a:lnTo>
                    <a:pt x="3470158" y="257747"/>
                  </a:lnTo>
                  <a:lnTo>
                    <a:pt x="3471633" y="255452"/>
                  </a:lnTo>
                  <a:lnTo>
                    <a:pt x="3473107" y="254143"/>
                  </a:lnTo>
                  <a:lnTo>
                    <a:pt x="3474581" y="253117"/>
                  </a:lnTo>
                  <a:lnTo>
                    <a:pt x="3476055" y="252616"/>
                  </a:lnTo>
                  <a:lnTo>
                    <a:pt x="3477530" y="251785"/>
                  </a:lnTo>
                  <a:lnTo>
                    <a:pt x="3479004" y="250719"/>
                  </a:lnTo>
                  <a:lnTo>
                    <a:pt x="3480478" y="249486"/>
                  </a:lnTo>
                  <a:lnTo>
                    <a:pt x="3481952" y="247559"/>
                  </a:lnTo>
                  <a:lnTo>
                    <a:pt x="3483427" y="245074"/>
                  </a:lnTo>
                  <a:lnTo>
                    <a:pt x="3484901" y="242644"/>
                  </a:lnTo>
                  <a:lnTo>
                    <a:pt x="3486375" y="240739"/>
                  </a:lnTo>
                  <a:lnTo>
                    <a:pt x="3487849" y="238763"/>
                  </a:lnTo>
                  <a:lnTo>
                    <a:pt x="3489324" y="235243"/>
                  </a:lnTo>
                  <a:lnTo>
                    <a:pt x="3490798" y="231807"/>
                  </a:lnTo>
                  <a:lnTo>
                    <a:pt x="3492272" y="227019"/>
                  </a:lnTo>
                  <a:lnTo>
                    <a:pt x="3493746" y="221996"/>
                  </a:lnTo>
                  <a:lnTo>
                    <a:pt x="3495221" y="215310"/>
                  </a:lnTo>
                  <a:lnTo>
                    <a:pt x="3496695" y="208090"/>
                  </a:lnTo>
                  <a:lnTo>
                    <a:pt x="3498169" y="199484"/>
                  </a:lnTo>
                  <a:lnTo>
                    <a:pt x="3499643" y="190753"/>
                  </a:lnTo>
                  <a:lnTo>
                    <a:pt x="3501118" y="181809"/>
                  </a:lnTo>
                  <a:lnTo>
                    <a:pt x="3502592" y="173293"/>
                  </a:lnTo>
                  <a:lnTo>
                    <a:pt x="3504066" y="164742"/>
                  </a:lnTo>
                  <a:lnTo>
                    <a:pt x="3505540" y="155714"/>
                  </a:lnTo>
                  <a:lnTo>
                    <a:pt x="3507015" y="147093"/>
                  </a:lnTo>
                  <a:lnTo>
                    <a:pt x="3508489" y="138038"/>
                  </a:lnTo>
                  <a:lnTo>
                    <a:pt x="3509963" y="129422"/>
                  </a:lnTo>
                  <a:lnTo>
                    <a:pt x="3511437" y="122449"/>
                  </a:lnTo>
                  <a:lnTo>
                    <a:pt x="3512912" y="117001"/>
                  </a:lnTo>
                  <a:lnTo>
                    <a:pt x="3514386" y="113471"/>
                  </a:lnTo>
                  <a:lnTo>
                    <a:pt x="3515860" y="110041"/>
                  </a:lnTo>
                  <a:lnTo>
                    <a:pt x="3517334" y="106544"/>
                  </a:lnTo>
                  <a:lnTo>
                    <a:pt x="3518809" y="103242"/>
                  </a:lnTo>
                  <a:lnTo>
                    <a:pt x="3520283" y="100439"/>
                  </a:lnTo>
                  <a:lnTo>
                    <a:pt x="3521757" y="97072"/>
                  </a:lnTo>
                  <a:lnTo>
                    <a:pt x="3523231" y="94302"/>
                  </a:lnTo>
                  <a:lnTo>
                    <a:pt x="3524706" y="92350"/>
                  </a:lnTo>
                  <a:lnTo>
                    <a:pt x="3526180" y="91724"/>
                  </a:lnTo>
                  <a:lnTo>
                    <a:pt x="3527654" y="91743"/>
                  </a:lnTo>
                  <a:lnTo>
                    <a:pt x="3529128" y="91888"/>
                  </a:lnTo>
                  <a:lnTo>
                    <a:pt x="3530603" y="92037"/>
                  </a:lnTo>
                  <a:lnTo>
                    <a:pt x="3532077" y="92484"/>
                  </a:lnTo>
                  <a:lnTo>
                    <a:pt x="3533551" y="92706"/>
                  </a:lnTo>
                  <a:lnTo>
                    <a:pt x="3535025" y="92523"/>
                  </a:lnTo>
                  <a:lnTo>
                    <a:pt x="3536500" y="92845"/>
                  </a:lnTo>
                  <a:lnTo>
                    <a:pt x="3537974" y="94037"/>
                  </a:lnTo>
                  <a:lnTo>
                    <a:pt x="3539448" y="97918"/>
                  </a:lnTo>
                  <a:lnTo>
                    <a:pt x="3540922" y="102897"/>
                  </a:lnTo>
                  <a:lnTo>
                    <a:pt x="3542397" y="108864"/>
                  </a:lnTo>
                  <a:lnTo>
                    <a:pt x="3543871" y="116238"/>
                  </a:lnTo>
                  <a:lnTo>
                    <a:pt x="3545345" y="123255"/>
                  </a:lnTo>
                  <a:lnTo>
                    <a:pt x="3546819" y="129240"/>
                  </a:lnTo>
                  <a:lnTo>
                    <a:pt x="3548294" y="135115"/>
                  </a:lnTo>
                  <a:lnTo>
                    <a:pt x="3549768" y="140969"/>
                  </a:lnTo>
                  <a:lnTo>
                    <a:pt x="3551242" y="145218"/>
                  </a:lnTo>
                  <a:lnTo>
                    <a:pt x="3552716" y="149045"/>
                  </a:lnTo>
                  <a:lnTo>
                    <a:pt x="3554191" y="153723"/>
                  </a:lnTo>
                  <a:lnTo>
                    <a:pt x="3555665" y="157884"/>
                  </a:lnTo>
                  <a:lnTo>
                    <a:pt x="3557139" y="162060"/>
                  </a:lnTo>
                  <a:lnTo>
                    <a:pt x="3558613" y="165695"/>
                  </a:lnTo>
                  <a:lnTo>
                    <a:pt x="3560088" y="168275"/>
                  </a:lnTo>
                  <a:lnTo>
                    <a:pt x="3561562" y="170538"/>
                  </a:lnTo>
                  <a:lnTo>
                    <a:pt x="3563036" y="172269"/>
                  </a:lnTo>
                  <a:lnTo>
                    <a:pt x="3564510" y="173958"/>
                  </a:lnTo>
                  <a:lnTo>
                    <a:pt x="3565985" y="175106"/>
                  </a:lnTo>
                  <a:lnTo>
                    <a:pt x="3567459" y="177248"/>
                  </a:lnTo>
                  <a:lnTo>
                    <a:pt x="3568933" y="179191"/>
                  </a:lnTo>
                  <a:lnTo>
                    <a:pt x="3570407" y="181583"/>
                  </a:lnTo>
                  <a:lnTo>
                    <a:pt x="3571882" y="183453"/>
                  </a:lnTo>
                  <a:lnTo>
                    <a:pt x="3573356" y="186279"/>
                  </a:lnTo>
                  <a:lnTo>
                    <a:pt x="3574830" y="189557"/>
                  </a:lnTo>
                  <a:lnTo>
                    <a:pt x="3576304" y="191784"/>
                  </a:lnTo>
                  <a:lnTo>
                    <a:pt x="3577779" y="193461"/>
                  </a:lnTo>
                  <a:lnTo>
                    <a:pt x="3579253" y="195678"/>
                  </a:lnTo>
                  <a:lnTo>
                    <a:pt x="3580727" y="198215"/>
                  </a:lnTo>
                  <a:lnTo>
                    <a:pt x="3582201" y="200946"/>
                  </a:lnTo>
                  <a:lnTo>
                    <a:pt x="3583676" y="203381"/>
                  </a:lnTo>
                  <a:lnTo>
                    <a:pt x="3585150" y="205920"/>
                  </a:lnTo>
                  <a:lnTo>
                    <a:pt x="3586624" y="207532"/>
                  </a:lnTo>
                  <a:lnTo>
                    <a:pt x="3588098" y="208819"/>
                  </a:lnTo>
                  <a:lnTo>
                    <a:pt x="3589573" y="208663"/>
                  </a:lnTo>
                  <a:lnTo>
                    <a:pt x="3591047" y="209265"/>
                  </a:lnTo>
                  <a:lnTo>
                    <a:pt x="3592521" y="210578"/>
                  </a:lnTo>
                  <a:lnTo>
                    <a:pt x="3593995" y="212358"/>
                  </a:lnTo>
                  <a:lnTo>
                    <a:pt x="3595470" y="214323"/>
                  </a:lnTo>
                  <a:lnTo>
                    <a:pt x="3596944" y="216634"/>
                  </a:lnTo>
                  <a:lnTo>
                    <a:pt x="3598418" y="219404"/>
                  </a:lnTo>
                  <a:lnTo>
                    <a:pt x="3599892" y="222879"/>
                  </a:lnTo>
                  <a:lnTo>
                    <a:pt x="3601366" y="225534"/>
                  </a:lnTo>
                  <a:lnTo>
                    <a:pt x="3602841" y="228239"/>
                  </a:lnTo>
                  <a:lnTo>
                    <a:pt x="3604315" y="231161"/>
                  </a:lnTo>
                  <a:lnTo>
                    <a:pt x="3605789" y="235451"/>
                  </a:lnTo>
                  <a:lnTo>
                    <a:pt x="3607263" y="238895"/>
                  </a:lnTo>
                  <a:lnTo>
                    <a:pt x="3608738" y="244110"/>
                  </a:lnTo>
                  <a:lnTo>
                    <a:pt x="3610212" y="249551"/>
                  </a:lnTo>
                  <a:lnTo>
                    <a:pt x="3611686" y="255778"/>
                  </a:lnTo>
                  <a:lnTo>
                    <a:pt x="3613160" y="262167"/>
                  </a:lnTo>
                  <a:lnTo>
                    <a:pt x="3614635" y="267406"/>
                  </a:lnTo>
                  <a:lnTo>
                    <a:pt x="3616109" y="272192"/>
                  </a:lnTo>
                  <a:lnTo>
                    <a:pt x="3617583" y="276926"/>
                  </a:lnTo>
                  <a:lnTo>
                    <a:pt x="3619057" y="281213"/>
                  </a:lnTo>
                  <a:lnTo>
                    <a:pt x="3620532" y="285706"/>
                  </a:lnTo>
                  <a:lnTo>
                    <a:pt x="3622006" y="291611"/>
                  </a:lnTo>
                  <a:lnTo>
                    <a:pt x="3623480" y="296924"/>
                  </a:lnTo>
                  <a:lnTo>
                    <a:pt x="3624954" y="302805"/>
                  </a:lnTo>
                  <a:lnTo>
                    <a:pt x="3626429" y="310223"/>
                  </a:lnTo>
                  <a:lnTo>
                    <a:pt x="3627903" y="318017"/>
                  </a:lnTo>
                  <a:lnTo>
                    <a:pt x="3629377" y="325147"/>
                  </a:lnTo>
                  <a:lnTo>
                    <a:pt x="3630851" y="331848"/>
                  </a:lnTo>
                  <a:lnTo>
                    <a:pt x="3632326" y="339365"/>
                  </a:lnTo>
                  <a:lnTo>
                    <a:pt x="3633800" y="348882"/>
                  </a:lnTo>
                  <a:lnTo>
                    <a:pt x="3635274" y="358366"/>
                  </a:lnTo>
                  <a:lnTo>
                    <a:pt x="3636748" y="367371"/>
                  </a:lnTo>
                  <a:lnTo>
                    <a:pt x="3638223" y="376043"/>
                  </a:lnTo>
                  <a:lnTo>
                    <a:pt x="3639697" y="384477"/>
                  </a:lnTo>
                  <a:lnTo>
                    <a:pt x="3641171" y="392982"/>
                  </a:lnTo>
                  <a:lnTo>
                    <a:pt x="3642645" y="400232"/>
                  </a:lnTo>
                  <a:lnTo>
                    <a:pt x="3644120" y="407176"/>
                  </a:lnTo>
                  <a:lnTo>
                    <a:pt x="3645594" y="413664"/>
                  </a:lnTo>
                  <a:lnTo>
                    <a:pt x="3647068" y="420109"/>
                  </a:lnTo>
                  <a:lnTo>
                    <a:pt x="3648542" y="426361"/>
                  </a:lnTo>
                  <a:lnTo>
                    <a:pt x="3650017" y="432489"/>
                  </a:lnTo>
                  <a:lnTo>
                    <a:pt x="3651491" y="439101"/>
                  </a:lnTo>
                  <a:lnTo>
                    <a:pt x="3652965" y="446031"/>
                  </a:lnTo>
                  <a:lnTo>
                    <a:pt x="3654439" y="452808"/>
                  </a:lnTo>
                  <a:lnTo>
                    <a:pt x="3655914" y="459803"/>
                  </a:lnTo>
                  <a:lnTo>
                    <a:pt x="3657388" y="466320"/>
                  </a:lnTo>
                  <a:lnTo>
                    <a:pt x="3658862" y="473722"/>
                  </a:lnTo>
                  <a:lnTo>
                    <a:pt x="3660336" y="481253"/>
                  </a:lnTo>
                  <a:lnTo>
                    <a:pt x="3661811" y="489514"/>
                  </a:lnTo>
                  <a:lnTo>
                    <a:pt x="3663285" y="498459"/>
                  </a:lnTo>
                  <a:lnTo>
                    <a:pt x="3664759" y="508375"/>
                  </a:lnTo>
                  <a:lnTo>
                    <a:pt x="3666233" y="518036"/>
                  </a:lnTo>
                  <a:lnTo>
                    <a:pt x="3667708" y="526492"/>
                  </a:lnTo>
                  <a:lnTo>
                    <a:pt x="3669182" y="534103"/>
                  </a:lnTo>
                  <a:lnTo>
                    <a:pt x="3670656" y="542046"/>
                  </a:lnTo>
                  <a:lnTo>
                    <a:pt x="3672130" y="549105"/>
                  </a:lnTo>
                  <a:lnTo>
                    <a:pt x="3673605" y="555313"/>
                  </a:lnTo>
                  <a:lnTo>
                    <a:pt x="3675079" y="560589"/>
                  </a:lnTo>
                  <a:lnTo>
                    <a:pt x="3676553" y="565251"/>
                  </a:lnTo>
                  <a:lnTo>
                    <a:pt x="3678027" y="568375"/>
                  </a:lnTo>
                  <a:lnTo>
                    <a:pt x="3679502" y="570846"/>
                  </a:lnTo>
                  <a:lnTo>
                    <a:pt x="3680976" y="570367"/>
                  </a:lnTo>
                  <a:lnTo>
                    <a:pt x="3682450" y="570333"/>
                  </a:lnTo>
                  <a:lnTo>
                    <a:pt x="3683924" y="567276"/>
                  </a:lnTo>
                  <a:lnTo>
                    <a:pt x="3685399" y="563218"/>
                  </a:lnTo>
                  <a:lnTo>
                    <a:pt x="3686873" y="558867"/>
                  </a:lnTo>
                  <a:lnTo>
                    <a:pt x="3688347" y="554479"/>
                  </a:lnTo>
                  <a:lnTo>
                    <a:pt x="3689821" y="549668"/>
                  </a:lnTo>
                  <a:lnTo>
                    <a:pt x="3691296" y="544467"/>
                  </a:lnTo>
                  <a:lnTo>
                    <a:pt x="3692770" y="537882"/>
                  </a:lnTo>
                  <a:lnTo>
                    <a:pt x="3694244" y="530090"/>
                  </a:lnTo>
                  <a:lnTo>
                    <a:pt x="3695718" y="522261"/>
                  </a:lnTo>
                  <a:lnTo>
                    <a:pt x="3697193" y="513264"/>
                  </a:lnTo>
                  <a:lnTo>
                    <a:pt x="3698667" y="505190"/>
                  </a:lnTo>
                  <a:lnTo>
                    <a:pt x="3700141" y="498666"/>
                  </a:lnTo>
                  <a:lnTo>
                    <a:pt x="3701615" y="492067"/>
                  </a:lnTo>
                  <a:lnTo>
                    <a:pt x="3703090" y="485578"/>
                  </a:lnTo>
                  <a:lnTo>
                    <a:pt x="3704564" y="480049"/>
                  </a:lnTo>
                  <a:lnTo>
                    <a:pt x="3706038" y="475479"/>
                  </a:lnTo>
                  <a:lnTo>
                    <a:pt x="3707512" y="469284"/>
                  </a:lnTo>
                  <a:lnTo>
                    <a:pt x="3708987" y="462959"/>
                  </a:lnTo>
                  <a:lnTo>
                    <a:pt x="3710461" y="457522"/>
                  </a:lnTo>
                  <a:lnTo>
                    <a:pt x="3711935" y="452211"/>
                  </a:lnTo>
                  <a:lnTo>
                    <a:pt x="3713409" y="448775"/>
                  </a:lnTo>
                  <a:lnTo>
                    <a:pt x="3714884" y="445968"/>
                  </a:lnTo>
                  <a:lnTo>
                    <a:pt x="3716358" y="444023"/>
                  </a:lnTo>
                  <a:lnTo>
                    <a:pt x="3717832" y="442408"/>
                  </a:lnTo>
                  <a:lnTo>
                    <a:pt x="3719306" y="442006"/>
                  </a:lnTo>
                  <a:lnTo>
                    <a:pt x="3720781" y="441442"/>
                  </a:lnTo>
                  <a:lnTo>
                    <a:pt x="3722255" y="440740"/>
                  </a:lnTo>
                  <a:lnTo>
                    <a:pt x="3723729" y="439093"/>
                  </a:lnTo>
                  <a:lnTo>
                    <a:pt x="3725203" y="437984"/>
                  </a:lnTo>
                  <a:lnTo>
                    <a:pt x="3726678" y="436445"/>
                  </a:lnTo>
                  <a:lnTo>
                    <a:pt x="3728152" y="434218"/>
                  </a:lnTo>
                  <a:lnTo>
                    <a:pt x="3729626" y="432326"/>
                  </a:lnTo>
                  <a:lnTo>
                    <a:pt x="3731100" y="429596"/>
                  </a:lnTo>
                  <a:lnTo>
                    <a:pt x="3732575" y="425781"/>
                  </a:lnTo>
                  <a:lnTo>
                    <a:pt x="3734049" y="421096"/>
                  </a:lnTo>
                  <a:lnTo>
                    <a:pt x="3735523" y="417144"/>
                  </a:lnTo>
                  <a:lnTo>
                    <a:pt x="3736997" y="412461"/>
                  </a:lnTo>
                  <a:lnTo>
                    <a:pt x="3738472" y="407193"/>
                  </a:lnTo>
                  <a:lnTo>
                    <a:pt x="3739946" y="402091"/>
                  </a:lnTo>
                  <a:lnTo>
                    <a:pt x="3741420" y="397889"/>
                  </a:lnTo>
                  <a:lnTo>
                    <a:pt x="3742894" y="394340"/>
                  </a:lnTo>
                  <a:lnTo>
                    <a:pt x="3744369" y="391106"/>
                  </a:lnTo>
                  <a:lnTo>
                    <a:pt x="3745843" y="387613"/>
                  </a:lnTo>
                  <a:lnTo>
                    <a:pt x="3747317" y="383162"/>
                  </a:lnTo>
                  <a:lnTo>
                    <a:pt x="3748791" y="379339"/>
                  </a:lnTo>
                  <a:lnTo>
                    <a:pt x="3750266" y="375645"/>
                  </a:lnTo>
                  <a:lnTo>
                    <a:pt x="3751740" y="373023"/>
                  </a:lnTo>
                  <a:lnTo>
                    <a:pt x="3753214" y="371574"/>
                  </a:lnTo>
                  <a:lnTo>
                    <a:pt x="3754688" y="371089"/>
                  </a:lnTo>
                  <a:lnTo>
                    <a:pt x="3756163" y="372084"/>
                  </a:lnTo>
                  <a:lnTo>
                    <a:pt x="3757637" y="372119"/>
                  </a:lnTo>
                  <a:lnTo>
                    <a:pt x="3759111" y="372915"/>
                  </a:lnTo>
                  <a:lnTo>
                    <a:pt x="3760585" y="374175"/>
                  </a:lnTo>
                  <a:lnTo>
                    <a:pt x="3762060" y="374005"/>
                  </a:lnTo>
                  <a:lnTo>
                    <a:pt x="3763534" y="372112"/>
                  </a:lnTo>
                  <a:lnTo>
                    <a:pt x="3765008" y="370250"/>
                  </a:lnTo>
                  <a:lnTo>
                    <a:pt x="3766482" y="368787"/>
                  </a:lnTo>
                  <a:lnTo>
                    <a:pt x="3767957" y="367663"/>
                  </a:lnTo>
                  <a:lnTo>
                    <a:pt x="3769431" y="367715"/>
                  </a:lnTo>
                  <a:lnTo>
                    <a:pt x="3770905" y="367975"/>
                  </a:lnTo>
                  <a:lnTo>
                    <a:pt x="3772379" y="368271"/>
                  </a:lnTo>
                  <a:lnTo>
                    <a:pt x="3773854" y="368080"/>
                  </a:lnTo>
                  <a:lnTo>
                    <a:pt x="3775328" y="365334"/>
                  </a:lnTo>
                  <a:lnTo>
                    <a:pt x="3776802" y="362052"/>
                  </a:lnTo>
                  <a:lnTo>
                    <a:pt x="3778276" y="358907"/>
                  </a:lnTo>
                  <a:lnTo>
                    <a:pt x="3779751" y="354987"/>
                  </a:lnTo>
                  <a:lnTo>
                    <a:pt x="3781225" y="349821"/>
                  </a:lnTo>
                  <a:lnTo>
                    <a:pt x="3782699" y="345514"/>
                  </a:lnTo>
                  <a:lnTo>
                    <a:pt x="3784173" y="339212"/>
                  </a:lnTo>
                  <a:lnTo>
                    <a:pt x="3785648" y="332736"/>
                  </a:lnTo>
                  <a:lnTo>
                    <a:pt x="3787122" y="327198"/>
                  </a:lnTo>
                  <a:lnTo>
                    <a:pt x="3788596" y="319219"/>
                  </a:lnTo>
                  <a:lnTo>
                    <a:pt x="3790070" y="310900"/>
                  </a:lnTo>
                  <a:lnTo>
                    <a:pt x="3791545" y="301862"/>
                  </a:lnTo>
                  <a:lnTo>
                    <a:pt x="3793019" y="292729"/>
                  </a:lnTo>
                  <a:lnTo>
                    <a:pt x="3794493" y="283643"/>
                  </a:lnTo>
                  <a:lnTo>
                    <a:pt x="3795967" y="274714"/>
                  </a:lnTo>
                  <a:lnTo>
                    <a:pt x="3797441" y="266626"/>
                  </a:lnTo>
                  <a:lnTo>
                    <a:pt x="3798916" y="258467"/>
                  </a:lnTo>
                  <a:lnTo>
                    <a:pt x="3800390" y="249960"/>
                  </a:lnTo>
                  <a:lnTo>
                    <a:pt x="3801864" y="241910"/>
                  </a:lnTo>
                  <a:lnTo>
                    <a:pt x="3803338" y="234380"/>
                  </a:lnTo>
                  <a:lnTo>
                    <a:pt x="3804813" y="226995"/>
                  </a:lnTo>
                  <a:lnTo>
                    <a:pt x="3806287" y="220604"/>
                  </a:lnTo>
                  <a:lnTo>
                    <a:pt x="3807761" y="215368"/>
                  </a:lnTo>
                  <a:lnTo>
                    <a:pt x="3809235" y="210514"/>
                  </a:lnTo>
                  <a:lnTo>
                    <a:pt x="3810710" y="205544"/>
                  </a:lnTo>
                  <a:lnTo>
                    <a:pt x="3812184" y="201069"/>
                  </a:lnTo>
                  <a:lnTo>
                    <a:pt x="3813658" y="196447"/>
                  </a:lnTo>
                  <a:lnTo>
                    <a:pt x="3815132" y="191366"/>
                  </a:lnTo>
                  <a:lnTo>
                    <a:pt x="3816607" y="184851"/>
                  </a:lnTo>
                  <a:lnTo>
                    <a:pt x="3818081" y="177909"/>
                  </a:lnTo>
                  <a:lnTo>
                    <a:pt x="3819555" y="170870"/>
                  </a:lnTo>
                  <a:lnTo>
                    <a:pt x="3821029" y="164066"/>
                  </a:lnTo>
                  <a:lnTo>
                    <a:pt x="3822504" y="159098"/>
                  </a:lnTo>
                  <a:lnTo>
                    <a:pt x="3823978" y="153836"/>
                  </a:lnTo>
                  <a:lnTo>
                    <a:pt x="3825452" y="149749"/>
                  </a:lnTo>
                  <a:lnTo>
                    <a:pt x="3826926" y="145054"/>
                  </a:lnTo>
                  <a:lnTo>
                    <a:pt x="3828401" y="140235"/>
                  </a:lnTo>
                  <a:lnTo>
                    <a:pt x="3829875" y="134289"/>
                  </a:lnTo>
                  <a:lnTo>
                    <a:pt x="3831349" y="127965"/>
                  </a:lnTo>
                  <a:lnTo>
                    <a:pt x="3832823" y="122211"/>
                  </a:lnTo>
                  <a:lnTo>
                    <a:pt x="3834298" y="117402"/>
                  </a:lnTo>
                  <a:lnTo>
                    <a:pt x="3835772" y="113807"/>
                  </a:lnTo>
                  <a:lnTo>
                    <a:pt x="3837246" y="111483"/>
                  </a:lnTo>
                  <a:lnTo>
                    <a:pt x="3838720" y="110686"/>
                  </a:lnTo>
                  <a:lnTo>
                    <a:pt x="3840195" y="109724"/>
                  </a:lnTo>
                  <a:lnTo>
                    <a:pt x="3841669" y="108142"/>
                  </a:lnTo>
                  <a:lnTo>
                    <a:pt x="3843143" y="106923"/>
                  </a:lnTo>
                  <a:lnTo>
                    <a:pt x="3844617" y="104579"/>
                  </a:lnTo>
                  <a:lnTo>
                    <a:pt x="3846092" y="102464"/>
                  </a:lnTo>
                  <a:lnTo>
                    <a:pt x="3847566" y="100570"/>
                  </a:lnTo>
                  <a:lnTo>
                    <a:pt x="3849040" y="99605"/>
                  </a:lnTo>
                  <a:lnTo>
                    <a:pt x="3850514" y="100502"/>
                  </a:lnTo>
                  <a:lnTo>
                    <a:pt x="3851989" y="102588"/>
                  </a:lnTo>
                  <a:lnTo>
                    <a:pt x="3853463" y="104732"/>
                  </a:lnTo>
                  <a:lnTo>
                    <a:pt x="3854937" y="106620"/>
                  </a:lnTo>
                  <a:lnTo>
                    <a:pt x="3856411" y="108897"/>
                  </a:lnTo>
                  <a:lnTo>
                    <a:pt x="3857886" y="109926"/>
                  </a:lnTo>
                  <a:lnTo>
                    <a:pt x="3859360" y="111357"/>
                  </a:lnTo>
                  <a:lnTo>
                    <a:pt x="3860834" y="113133"/>
                  </a:lnTo>
                  <a:lnTo>
                    <a:pt x="3862308" y="115383"/>
                  </a:lnTo>
                  <a:lnTo>
                    <a:pt x="3863783" y="119570"/>
                  </a:lnTo>
                  <a:lnTo>
                    <a:pt x="3865257" y="124370"/>
                  </a:lnTo>
                  <a:lnTo>
                    <a:pt x="3866731" y="129887"/>
                  </a:lnTo>
                  <a:lnTo>
                    <a:pt x="3868205" y="135446"/>
                  </a:lnTo>
                  <a:lnTo>
                    <a:pt x="3869680" y="140888"/>
                  </a:lnTo>
                  <a:lnTo>
                    <a:pt x="3871154" y="146406"/>
                  </a:lnTo>
                  <a:lnTo>
                    <a:pt x="3872628" y="151623"/>
                  </a:lnTo>
                  <a:lnTo>
                    <a:pt x="3874102" y="157882"/>
                  </a:lnTo>
                  <a:lnTo>
                    <a:pt x="3875577" y="164122"/>
                  </a:lnTo>
                  <a:lnTo>
                    <a:pt x="3877051" y="170028"/>
                  </a:lnTo>
                  <a:lnTo>
                    <a:pt x="3878525" y="176250"/>
                  </a:lnTo>
                  <a:lnTo>
                    <a:pt x="3879999" y="182181"/>
                  </a:lnTo>
                  <a:lnTo>
                    <a:pt x="3881474" y="187431"/>
                  </a:lnTo>
                  <a:lnTo>
                    <a:pt x="3882948" y="192714"/>
                  </a:lnTo>
                  <a:lnTo>
                    <a:pt x="3884422" y="197115"/>
                  </a:lnTo>
                  <a:lnTo>
                    <a:pt x="3885896" y="200437"/>
                  </a:lnTo>
                  <a:lnTo>
                    <a:pt x="3887371" y="203688"/>
                  </a:lnTo>
                  <a:lnTo>
                    <a:pt x="3888845" y="208299"/>
                  </a:lnTo>
                  <a:lnTo>
                    <a:pt x="3890319" y="212431"/>
                  </a:lnTo>
                  <a:lnTo>
                    <a:pt x="3891793" y="216515"/>
                  </a:lnTo>
                  <a:lnTo>
                    <a:pt x="3893268" y="220235"/>
                  </a:lnTo>
                  <a:lnTo>
                    <a:pt x="3894742" y="223526"/>
                  </a:lnTo>
                  <a:lnTo>
                    <a:pt x="3896216" y="225960"/>
                  </a:lnTo>
                  <a:lnTo>
                    <a:pt x="3897690" y="228525"/>
                  </a:lnTo>
                  <a:lnTo>
                    <a:pt x="3899165" y="231873"/>
                  </a:lnTo>
                  <a:lnTo>
                    <a:pt x="3900639" y="234323"/>
                  </a:lnTo>
                  <a:lnTo>
                    <a:pt x="3902113" y="237368"/>
                  </a:lnTo>
                  <a:lnTo>
                    <a:pt x="3903587" y="240517"/>
                  </a:lnTo>
                  <a:lnTo>
                    <a:pt x="3905062" y="243480"/>
                  </a:lnTo>
                  <a:lnTo>
                    <a:pt x="3906536" y="247504"/>
                  </a:lnTo>
                  <a:lnTo>
                    <a:pt x="3908010" y="252344"/>
                  </a:lnTo>
                  <a:lnTo>
                    <a:pt x="3909484" y="255743"/>
                  </a:lnTo>
                  <a:lnTo>
                    <a:pt x="3910959" y="256913"/>
                  </a:lnTo>
                  <a:lnTo>
                    <a:pt x="3912433" y="257642"/>
                  </a:lnTo>
                  <a:lnTo>
                    <a:pt x="3913907" y="257416"/>
                  </a:lnTo>
                  <a:lnTo>
                    <a:pt x="3915381" y="258519"/>
                  </a:lnTo>
                  <a:lnTo>
                    <a:pt x="3916856" y="260018"/>
                  </a:lnTo>
                  <a:lnTo>
                    <a:pt x="3918330" y="260892"/>
                  </a:lnTo>
                  <a:lnTo>
                    <a:pt x="3919804" y="262254"/>
                  </a:lnTo>
                  <a:lnTo>
                    <a:pt x="3921278" y="263034"/>
                  </a:lnTo>
                  <a:lnTo>
                    <a:pt x="3922753" y="264210"/>
                  </a:lnTo>
                  <a:lnTo>
                    <a:pt x="3924227" y="265069"/>
                  </a:lnTo>
                  <a:lnTo>
                    <a:pt x="3925701" y="266103"/>
                  </a:lnTo>
                  <a:lnTo>
                    <a:pt x="3927175" y="266623"/>
                  </a:lnTo>
                  <a:lnTo>
                    <a:pt x="3928650" y="266847"/>
                  </a:lnTo>
                  <a:lnTo>
                    <a:pt x="3930124" y="267747"/>
                  </a:lnTo>
                  <a:lnTo>
                    <a:pt x="3931598" y="269076"/>
                  </a:lnTo>
                  <a:lnTo>
                    <a:pt x="3933072" y="272286"/>
                  </a:lnTo>
                  <a:lnTo>
                    <a:pt x="3934547" y="277525"/>
                  </a:lnTo>
                  <a:lnTo>
                    <a:pt x="3936021" y="283679"/>
                  </a:lnTo>
                  <a:lnTo>
                    <a:pt x="3937495" y="289216"/>
                  </a:lnTo>
                  <a:lnTo>
                    <a:pt x="3938969" y="293611"/>
                  </a:lnTo>
                  <a:lnTo>
                    <a:pt x="3940444" y="298123"/>
                  </a:lnTo>
                  <a:lnTo>
                    <a:pt x="3941918" y="303079"/>
                  </a:lnTo>
                  <a:lnTo>
                    <a:pt x="3943392" y="308346"/>
                  </a:lnTo>
                  <a:lnTo>
                    <a:pt x="3944866" y="313560"/>
                  </a:lnTo>
                  <a:lnTo>
                    <a:pt x="3946341" y="320238"/>
                  </a:lnTo>
                  <a:lnTo>
                    <a:pt x="3947815" y="326115"/>
                  </a:lnTo>
                  <a:lnTo>
                    <a:pt x="3949289" y="331862"/>
                  </a:lnTo>
                  <a:lnTo>
                    <a:pt x="3950763" y="336638"/>
                  </a:lnTo>
                  <a:lnTo>
                    <a:pt x="3952238" y="342184"/>
                  </a:lnTo>
                  <a:lnTo>
                    <a:pt x="3953712" y="347992"/>
                  </a:lnTo>
                  <a:lnTo>
                    <a:pt x="3955186" y="353713"/>
                  </a:lnTo>
                  <a:lnTo>
                    <a:pt x="3956660" y="359443"/>
                  </a:lnTo>
                  <a:lnTo>
                    <a:pt x="3958135" y="364817"/>
                  </a:lnTo>
                  <a:lnTo>
                    <a:pt x="3959609" y="371307"/>
                  </a:lnTo>
                  <a:lnTo>
                    <a:pt x="3961083" y="378541"/>
                  </a:lnTo>
                  <a:lnTo>
                    <a:pt x="3962557" y="385852"/>
                  </a:lnTo>
                  <a:lnTo>
                    <a:pt x="3964032" y="391691"/>
                  </a:lnTo>
                  <a:lnTo>
                    <a:pt x="3965506" y="398444"/>
                  </a:lnTo>
                  <a:lnTo>
                    <a:pt x="3966980" y="405237"/>
                  </a:lnTo>
                  <a:lnTo>
                    <a:pt x="3968454" y="413142"/>
                  </a:lnTo>
                  <a:lnTo>
                    <a:pt x="3969929" y="421579"/>
                  </a:lnTo>
                  <a:lnTo>
                    <a:pt x="3971403" y="431353"/>
                  </a:lnTo>
                  <a:lnTo>
                    <a:pt x="3972877" y="442052"/>
                  </a:lnTo>
                  <a:lnTo>
                    <a:pt x="3974351" y="451574"/>
                  </a:lnTo>
                  <a:lnTo>
                    <a:pt x="3975826" y="461472"/>
                  </a:lnTo>
                  <a:lnTo>
                    <a:pt x="3977300" y="470285"/>
                  </a:lnTo>
                  <a:lnTo>
                    <a:pt x="3978774" y="479787"/>
                  </a:lnTo>
                  <a:lnTo>
                    <a:pt x="3980248" y="489770"/>
                  </a:lnTo>
                  <a:lnTo>
                    <a:pt x="3981723" y="498615"/>
                  </a:lnTo>
                  <a:lnTo>
                    <a:pt x="3983197" y="505220"/>
                  </a:lnTo>
                  <a:lnTo>
                    <a:pt x="3984671" y="512554"/>
                  </a:lnTo>
                  <a:lnTo>
                    <a:pt x="3986145" y="520434"/>
                  </a:lnTo>
                  <a:lnTo>
                    <a:pt x="3987620" y="527865"/>
                  </a:lnTo>
                  <a:lnTo>
                    <a:pt x="3989094" y="535460"/>
                  </a:lnTo>
                  <a:lnTo>
                    <a:pt x="3990568" y="541881"/>
                  </a:lnTo>
                  <a:lnTo>
                    <a:pt x="3992042" y="547845"/>
                  </a:lnTo>
                  <a:lnTo>
                    <a:pt x="3993516" y="553965"/>
                  </a:lnTo>
                  <a:lnTo>
                    <a:pt x="3994991" y="559921"/>
                  </a:lnTo>
                  <a:lnTo>
                    <a:pt x="3996465" y="566034"/>
                  </a:lnTo>
                  <a:lnTo>
                    <a:pt x="3997939" y="571732"/>
                  </a:lnTo>
                  <a:lnTo>
                    <a:pt x="3999413" y="576874"/>
                  </a:lnTo>
                  <a:lnTo>
                    <a:pt x="4000888" y="580467"/>
                  </a:lnTo>
                  <a:lnTo>
                    <a:pt x="4002362" y="583859"/>
                  </a:lnTo>
                  <a:lnTo>
                    <a:pt x="4003836" y="586331"/>
                  </a:lnTo>
                  <a:lnTo>
                    <a:pt x="4005310" y="588142"/>
                  </a:lnTo>
                  <a:lnTo>
                    <a:pt x="4006785" y="589810"/>
                  </a:lnTo>
                  <a:lnTo>
                    <a:pt x="4008259" y="590588"/>
                  </a:lnTo>
                  <a:lnTo>
                    <a:pt x="4009733" y="590039"/>
                  </a:lnTo>
                  <a:lnTo>
                    <a:pt x="4011207" y="588744"/>
                  </a:lnTo>
                  <a:lnTo>
                    <a:pt x="4012682" y="588051"/>
                  </a:lnTo>
                  <a:lnTo>
                    <a:pt x="4014156" y="587305"/>
                  </a:lnTo>
                  <a:lnTo>
                    <a:pt x="4015630" y="586702"/>
                  </a:lnTo>
                  <a:lnTo>
                    <a:pt x="4017104" y="585199"/>
                  </a:lnTo>
                  <a:lnTo>
                    <a:pt x="4018579" y="583366"/>
                  </a:lnTo>
                  <a:lnTo>
                    <a:pt x="4020053" y="581106"/>
                  </a:lnTo>
                  <a:lnTo>
                    <a:pt x="4021527" y="577378"/>
                  </a:lnTo>
                  <a:lnTo>
                    <a:pt x="4023001" y="573781"/>
                  </a:lnTo>
                  <a:lnTo>
                    <a:pt x="4024476" y="569152"/>
                  </a:lnTo>
                  <a:lnTo>
                    <a:pt x="4025950" y="565494"/>
                  </a:lnTo>
                  <a:lnTo>
                    <a:pt x="4027424" y="561134"/>
                  </a:lnTo>
                  <a:lnTo>
                    <a:pt x="4028898" y="556466"/>
                  </a:lnTo>
                  <a:lnTo>
                    <a:pt x="4030373" y="551922"/>
                  </a:lnTo>
                  <a:lnTo>
                    <a:pt x="4031847" y="548258"/>
                  </a:lnTo>
                  <a:lnTo>
                    <a:pt x="4033321" y="543464"/>
                  </a:lnTo>
                  <a:lnTo>
                    <a:pt x="4034795" y="536790"/>
                  </a:lnTo>
                  <a:lnTo>
                    <a:pt x="4036270" y="529876"/>
                  </a:lnTo>
                  <a:lnTo>
                    <a:pt x="4037744" y="521632"/>
                  </a:lnTo>
                  <a:lnTo>
                    <a:pt x="4039218" y="513914"/>
                  </a:lnTo>
                  <a:lnTo>
                    <a:pt x="4040692" y="505712"/>
                  </a:lnTo>
                  <a:lnTo>
                    <a:pt x="4042167" y="497159"/>
                  </a:lnTo>
                  <a:lnTo>
                    <a:pt x="4043641" y="488279"/>
                  </a:lnTo>
                  <a:lnTo>
                    <a:pt x="4045115" y="478369"/>
                  </a:lnTo>
                  <a:lnTo>
                    <a:pt x="4046589" y="467238"/>
                  </a:lnTo>
                  <a:lnTo>
                    <a:pt x="4048064" y="454473"/>
                  </a:lnTo>
                  <a:lnTo>
                    <a:pt x="4049538" y="441752"/>
                  </a:lnTo>
                  <a:lnTo>
                    <a:pt x="4051012" y="428493"/>
                  </a:lnTo>
                  <a:lnTo>
                    <a:pt x="4052486" y="416113"/>
                  </a:lnTo>
                  <a:lnTo>
                    <a:pt x="4053961" y="402125"/>
                  </a:lnTo>
                  <a:lnTo>
                    <a:pt x="4055435" y="387766"/>
                  </a:lnTo>
                  <a:lnTo>
                    <a:pt x="4056909" y="373756"/>
                  </a:lnTo>
                  <a:lnTo>
                    <a:pt x="4058383" y="360631"/>
                  </a:lnTo>
                  <a:lnTo>
                    <a:pt x="4059858" y="347967"/>
                  </a:lnTo>
                  <a:lnTo>
                    <a:pt x="4061332" y="335868"/>
                  </a:lnTo>
                  <a:lnTo>
                    <a:pt x="4062806" y="323429"/>
                  </a:lnTo>
                  <a:lnTo>
                    <a:pt x="4064280" y="310739"/>
                  </a:lnTo>
                  <a:lnTo>
                    <a:pt x="4065755" y="297491"/>
                  </a:lnTo>
                  <a:lnTo>
                    <a:pt x="4067229" y="285297"/>
                  </a:lnTo>
                  <a:lnTo>
                    <a:pt x="4068703" y="273065"/>
                  </a:lnTo>
                  <a:lnTo>
                    <a:pt x="4070177" y="261351"/>
                  </a:lnTo>
                  <a:lnTo>
                    <a:pt x="4071652" y="250610"/>
                  </a:lnTo>
                  <a:lnTo>
                    <a:pt x="4073126" y="240494"/>
                  </a:lnTo>
                  <a:lnTo>
                    <a:pt x="4074600" y="230723"/>
                  </a:lnTo>
                  <a:lnTo>
                    <a:pt x="4076074" y="221556"/>
                  </a:lnTo>
                  <a:lnTo>
                    <a:pt x="4077549" y="212213"/>
                  </a:lnTo>
                  <a:lnTo>
                    <a:pt x="4079023" y="204538"/>
                  </a:lnTo>
                  <a:lnTo>
                    <a:pt x="4080497" y="197303"/>
                  </a:lnTo>
                  <a:lnTo>
                    <a:pt x="4081971" y="190479"/>
                  </a:lnTo>
                  <a:lnTo>
                    <a:pt x="4083446" y="183952"/>
                  </a:lnTo>
                  <a:lnTo>
                    <a:pt x="4084920" y="177653"/>
                  </a:lnTo>
                  <a:lnTo>
                    <a:pt x="4086394" y="171304"/>
                  </a:lnTo>
                  <a:lnTo>
                    <a:pt x="4087868" y="165055"/>
                  </a:lnTo>
                  <a:lnTo>
                    <a:pt x="4089343" y="159723"/>
                  </a:lnTo>
                  <a:lnTo>
                    <a:pt x="4090817" y="154341"/>
                  </a:lnTo>
                  <a:lnTo>
                    <a:pt x="4092291" y="148963"/>
                  </a:lnTo>
                  <a:lnTo>
                    <a:pt x="4093765" y="143613"/>
                  </a:lnTo>
                  <a:lnTo>
                    <a:pt x="4095240" y="138144"/>
                  </a:lnTo>
                  <a:lnTo>
                    <a:pt x="4096714" y="131812"/>
                  </a:lnTo>
                  <a:lnTo>
                    <a:pt x="4098188" y="125835"/>
                  </a:lnTo>
                  <a:lnTo>
                    <a:pt x="4099662" y="121528"/>
                  </a:lnTo>
                  <a:lnTo>
                    <a:pt x="4101137" y="116753"/>
                  </a:lnTo>
                  <a:lnTo>
                    <a:pt x="4102611" y="112447"/>
                  </a:lnTo>
                  <a:lnTo>
                    <a:pt x="4104085" y="108724"/>
                  </a:lnTo>
                  <a:lnTo>
                    <a:pt x="4105559" y="104478"/>
                  </a:lnTo>
                  <a:lnTo>
                    <a:pt x="4107034" y="99373"/>
                  </a:lnTo>
                  <a:lnTo>
                    <a:pt x="4108508" y="95202"/>
                  </a:lnTo>
                  <a:lnTo>
                    <a:pt x="4109982" y="92605"/>
                  </a:lnTo>
                  <a:lnTo>
                    <a:pt x="4111456" y="89042"/>
                  </a:lnTo>
                  <a:lnTo>
                    <a:pt x="4112931" y="86516"/>
                  </a:lnTo>
                  <a:lnTo>
                    <a:pt x="4114405" y="84037"/>
                  </a:lnTo>
                  <a:lnTo>
                    <a:pt x="4115879" y="81472"/>
                  </a:lnTo>
                  <a:lnTo>
                    <a:pt x="4117353" y="79358"/>
                  </a:lnTo>
                  <a:lnTo>
                    <a:pt x="4118828" y="77133"/>
                  </a:lnTo>
                  <a:lnTo>
                    <a:pt x="4120302" y="75540"/>
                  </a:lnTo>
                  <a:lnTo>
                    <a:pt x="4121776" y="73532"/>
                  </a:lnTo>
                  <a:lnTo>
                    <a:pt x="4123250" y="71799"/>
                  </a:lnTo>
                  <a:lnTo>
                    <a:pt x="4124725" y="69913"/>
                  </a:lnTo>
                  <a:lnTo>
                    <a:pt x="4126199" y="67497"/>
                  </a:lnTo>
                  <a:lnTo>
                    <a:pt x="4127673" y="65510"/>
                  </a:lnTo>
                  <a:lnTo>
                    <a:pt x="4129147" y="64021"/>
                  </a:lnTo>
                  <a:lnTo>
                    <a:pt x="4130622" y="62817"/>
                  </a:lnTo>
                  <a:lnTo>
                    <a:pt x="4132096" y="61768"/>
                  </a:lnTo>
                  <a:lnTo>
                    <a:pt x="4133570" y="61732"/>
                  </a:lnTo>
                  <a:lnTo>
                    <a:pt x="4135044" y="61980"/>
                  </a:lnTo>
                  <a:lnTo>
                    <a:pt x="4136519" y="61822"/>
                  </a:lnTo>
                  <a:lnTo>
                    <a:pt x="4137993" y="62106"/>
                  </a:lnTo>
                  <a:lnTo>
                    <a:pt x="4139467" y="62778"/>
                  </a:lnTo>
                  <a:lnTo>
                    <a:pt x="4140941" y="63943"/>
                  </a:lnTo>
                  <a:lnTo>
                    <a:pt x="4142416" y="64610"/>
                  </a:lnTo>
                  <a:lnTo>
                    <a:pt x="4143890" y="65899"/>
                  </a:lnTo>
                  <a:lnTo>
                    <a:pt x="4145364" y="67157"/>
                  </a:lnTo>
                  <a:lnTo>
                    <a:pt x="4146838" y="67430"/>
                  </a:lnTo>
                  <a:lnTo>
                    <a:pt x="4148313" y="67694"/>
                  </a:lnTo>
                  <a:lnTo>
                    <a:pt x="4149787" y="67921"/>
                  </a:lnTo>
                  <a:lnTo>
                    <a:pt x="4151261" y="68012"/>
                  </a:lnTo>
                  <a:lnTo>
                    <a:pt x="4152735" y="67891"/>
                  </a:lnTo>
                  <a:lnTo>
                    <a:pt x="4154210" y="67112"/>
                  </a:lnTo>
                  <a:lnTo>
                    <a:pt x="4155684" y="66026"/>
                  </a:lnTo>
                  <a:lnTo>
                    <a:pt x="4157158" y="64570"/>
                  </a:lnTo>
                  <a:lnTo>
                    <a:pt x="4158632" y="62436"/>
                  </a:lnTo>
                  <a:lnTo>
                    <a:pt x="4160107" y="59521"/>
                  </a:lnTo>
                  <a:lnTo>
                    <a:pt x="4161581" y="56530"/>
                  </a:lnTo>
                  <a:lnTo>
                    <a:pt x="4163055" y="53101"/>
                  </a:lnTo>
                  <a:lnTo>
                    <a:pt x="4164529" y="49539"/>
                  </a:lnTo>
                  <a:lnTo>
                    <a:pt x="4166004" y="45835"/>
                  </a:lnTo>
                  <a:lnTo>
                    <a:pt x="4167478" y="41952"/>
                  </a:lnTo>
                  <a:lnTo>
                    <a:pt x="4168952" y="38036"/>
                  </a:lnTo>
                  <a:lnTo>
                    <a:pt x="4170426" y="34309"/>
                  </a:lnTo>
                  <a:lnTo>
                    <a:pt x="4171901" y="31244"/>
                  </a:lnTo>
                  <a:lnTo>
                    <a:pt x="4173375" y="28208"/>
                  </a:lnTo>
                  <a:lnTo>
                    <a:pt x="4174849" y="25481"/>
                  </a:lnTo>
                  <a:lnTo>
                    <a:pt x="4176323" y="23047"/>
                  </a:lnTo>
                  <a:lnTo>
                    <a:pt x="4177798" y="20684"/>
                  </a:lnTo>
                  <a:lnTo>
                    <a:pt x="4179272" y="16876"/>
                  </a:lnTo>
                  <a:lnTo>
                    <a:pt x="4180746" y="13612"/>
                  </a:lnTo>
                  <a:lnTo>
                    <a:pt x="4182220" y="10829"/>
                  </a:lnTo>
                  <a:lnTo>
                    <a:pt x="4183695" y="8250"/>
                  </a:lnTo>
                  <a:lnTo>
                    <a:pt x="4185169" y="5656"/>
                  </a:lnTo>
                  <a:lnTo>
                    <a:pt x="4186643" y="4070"/>
                  </a:lnTo>
                  <a:lnTo>
                    <a:pt x="4188117" y="2951"/>
                  </a:lnTo>
                  <a:lnTo>
                    <a:pt x="4189591" y="2086"/>
                  </a:lnTo>
                  <a:lnTo>
                    <a:pt x="4191066" y="1089"/>
                  </a:lnTo>
                  <a:lnTo>
                    <a:pt x="4192540" y="444"/>
                  </a:lnTo>
                  <a:lnTo>
                    <a:pt x="4194014" y="0"/>
                  </a:lnTo>
                  <a:lnTo>
                    <a:pt x="4195488" y="180"/>
                  </a:lnTo>
                  <a:lnTo>
                    <a:pt x="4196963" y="1583"/>
                  </a:lnTo>
                  <a:lnTo>
                    <a:pt x="4198437" y="3342"/>
                  </a:lnTo>
                  <a:lnTo>
                    <a:pt x="4199911" y="5986"/>
                  </a:lnTo>
                  <a:lnTo>
                    <a:pt x="4201385" y="10043"/>
                  </a:lnTo>
                  <a:lnTo>
                    <a:pt x="4202860" y="14128"/>
                  </a:lnTo>
                  <a:lnTo>
                    <a:pt x="4204334" y="18191"/>
                  </a:lnTo>
                  <a:lnTo>
                    <a:pt x="4205808" y="22737"/>
                  </a:lnTo>
                  <a:lnTo>
                    <a:pt x="4207282" y="27064"/>
                  </a:lnTo>
                  <a:lnTo>
                    <a:pt x="4208757" y="30497"/>
                  </a:lnTo>
                  <a:lnTo>
                    <a:pt x="4210231" y="32908"/>
                  </a:lnTo>
                  <a:lnTo>
                    <a:pt x="4211705" y="36335"/>
                  </a:lnTo>
                  <a:lnTo>
                    <a:pt x="4213179" y="40751"/>
                  </a:lnTo>
                  <a:lnTo>
                    <a:pt x="4214654" y="45086"/>
                  </a:lnTo>
                  <a:lnTo>
                    <a:pt x="4216128" y="49382"/>
                  </a:lnTo>
                  <a:lnTo>
                    <a:pt x="4217602" y="54019"/>
                  </a:lnTo>
                  <a:lnTo>
                    <a:pt x="4219076" y="58894"/>
                  </a:lnTo>
                  <a:lnTo>
                    <a:pt x="4220551" y="63583"/>
                  </a:lnTo>
                  <a:lnTo>
                    <a:pt x="4222025" y="68875"/>
                  </a:lnTo>
                  <a:lnTo>
                    <a:pt x="4223499" y="73650"/>
                  </a:lnTo>
                  <a:lnTo>
                    <a:pt x="4224973" y="78673"/>
                  </a:lnTo>
                  <a:lnTo>
                    <a:pt x="4226448" y="83843"/>
                  </a:lnTo>
                  <a:lnTo>
                    <a:pt x="4227922" y="89342"/>
                  </a:lnTo>
                  <a:lnTo>
                    <a:pt x="4229396" y="96778"/>
                  </a:lnTo>
                  <a:lnTo>
                    <a:pt x="4230870" y="104916"/>
                  </a:lnTo>
                  <a:lnTo>
                    <a:pt x="4232345" y="113098"/>
                  </a:lnTo>
                  <a:lnTo>
                    <a:pt x="4233819" y="121890"/>
                  </a:lnTo>
                  <a:lnTo>
                    <a:pt x="4235293" y="131333"/>
                  </a:lnTo>
                  <a:lnTo>
                    <a:pt x="4236767" y="140404"/>
                  </a:lnTo>
                  <a:lnTo>
                    <a:pt x="4238242" y="148611"/>
                  </a:lnTo>
                  <a:lnTo>
                    <a:pt x="4239716" y="157112"/>
                  </a:lnTo>
                  <a:lnTo>
                    <a:pt x="4241190" y="165130"/>
                  </a:lnTo>
                  <a:lnTo>
                    <a:pt x="4242664" y="173380"/>
                  </a:lnTo>
                  <a:lnTo>
                    <a:pt x="4244139" y="181677"/>
                  </a:lnTo>
                  <a:lnTo>
                    <a:pt x="4245613" y="189887"/>
                  </a:lnTo>
                  <a:lnTo>
                    <a:pt x="4247087" y="198597"/>
                  </a:lnTo>
                  <a:lnTo>
                    <a:pt x="4248561" y="207970"/>
                  </a:lnTo>
                  <a:lnTo>
                    <a:pt x="4250036" y="216219"/>
                  </a:lnTo>
                  <a:lnTo>
                    <a:pt x="4251510" y="224061"/>
                  </a:lnTo>
                  <a:lnTo>
                    <a:pt x="4252984" y="231440"/>
                  </a:lnTo>
                  <a:lnTo>
                    <a:pt x="4254458" y="239552"/>
                  </a:lnTo>
                  <a:lnTo>
                    <a:pt x="4255933" y="246657"/>
                  </a:lnTo>
                  <a:lnTo>
                    <a:pt x="4257407" y="253032"/>
                  </a:lnTo>
                  <a:lnTo>
                    <a:pt x="4258881" y="259311"/>
                  </a:lnTo>
                  <a:lnTo>
                    <a:pt x="4260355" y="266171"/>
                  </a:lnTo>
                  <a:lnTo>
                    <a:pt x="4261830" y="273483"/>
                  </a:lnTo>
                  <a:lnTo>
                    <a:pt x="4263304" y="279946"/>
                  </a:lnTo>
                  <a:lnTo>
                    <a:pt x="4264778" y="286661"/>
                  </a:lnTo>
                  <a:lnTo>
                    <a:pt x="4266252" y="294157"/>
                  </a:lnTo>
                  <a:lnTo>
                    <a:pt x="4267727" y="302628"/>
                  </a:lnTo>
                  <a:lnTo>
                    <a:pt x="4269201" y="310285"/>
                  </a:lnTo>
                  <a:lnTo>
                    <a:pt x="4270675" y="316930"/>
                  </a:lnTo>
                  <a:lnTo>
                    <a:pt x="4272149" y="322420"/>
                  </a:lnTo>
                  <a:lnTo>
                    <a:pt x="4273624" y="327919"/>
                  </a:lnTo>
                  <a:lnTo>
                    <a:pt x="4275098" y="332903"/>
                  </a:lnTo>
                  <a:lnTo>
                    <a:pt x="4276572" y="336970"/>
                  </a:lnTo>
                  <a:lnTo>
                    <a:pt x="4278046" y="341612"/>
                  </a:lnTo>
                  <a:lnTo>
                    <a:pt x="4279521" y="346883"/>
                  </a:lnTo>
                  <a:lnTo>
                    <a:pt x="4280995" y="351900"/>
                  </a:lnTo>
                  <a:lnTo>
                    <a:pt x="4282469" y="357266"/>
                  </a:lnTo>
                  <a:lnTo>
                    <a:pt x="4283943" y="362916"/>
                  </a:lnTo>
                  <a:lnTo>
                    <a:pt x="4285418" y="367601"/>
                  </a:lnTo>
                  <a:lnTo>
                    <a:pt x="4286892" y="372173"/>
                  </a:lnTo>
                  <a:lnTo>
                    <a:pt x="4288366" y="375818"/>
                  </a:lnTo>
                  <a:lnTo>
                    <a:pt x="4289840" y="379371"/>
                  </a:lnTo>
                  <a:lnTo>
                    <a:pt x="4291315" y="383136"/>
                  </a:lnTo>
                  <a:lnTo>
                    <a:pt x="4292789" y="387265"/>
                  </a:lnTo>
                  <a:lnTo>
                    <a:pt x="4294263" y="391606"/>
                  </a:lnTo>
                  <a:lnTo>
                    <a:pt x="4295737" y="396598"/>
                  </a:lnTo>
                  <a:lnTo>
                    <a:pt x="4297212" y="400808"/>
                  </a:lnTo>
                  <a:lnTo>
                    <a:pt x="4298686" y="406337"/>
                  </a:lnTo>
                  <a:lnTo>
                    <a:pt x="4300160" y="411587"/>
                  </a:lnTo>
                  <a:lnTo>
                    <a:pt x="4301634" y="416807"/>
                  </a:lnTo>
                  <a:lnTo>
                    <a:pt x="4303109" y="421423"/>
                  </a:lnTo>
                  <a:lnTo>
                    <a:pt x="4304583" y="423535"/>
                  </a:lnTo>
                  <a:lnTo>
                    <a:pt x="4306057" y="425061"/>
                  </a:lnTo>
                  <a:lnTo>
                    <a:pt x="4307531" y="426994"/>
                  </a:lnTo>
                  <a:lnTo>
                    <a:pt x="4309006" y="428856"/>
                  </a:lnTo>
                  <a:lnTo>
                    <a:pt x="4310480" y="430269"/>
                  </a:lnTo>
                  <a:lnTo>
                    <a:pt x="4311954" y="431489"/>
                  </a:lnTo>
                  <a:lnTo>
                    <a:pt x="4313428" y="432763"/>
                  </a:lnTo>
                  <a:lnTo>
                    <a:pt x="4314903" y="432920"/>
                  </a:lnTo>
                  <a:lnTo>
                    <a:pt x="4316377" y="432618"/>
                  </a:lnTo>
                  <a:lnTo>
                    <a:pt x="4317851" y="431688"/>
                  </a:lnTo>
                  <a:lnTo>
                    <a:pt x="4319325" y="431270"/>
                  </a:lnTo>
                  <a:lnTo>
                    <a:pt x="4320800" y="429881"/>
                  </a:lnTo>
                  <a:lnTo>
                    <a:pt x="4322274" y="427862"/>
                  </a:lnTo>
                  <a:lnTo>
                    <a:pt x="4323748" y="425446"/>
                  </a:lnTo>
                  <a:lnTo>
                    <a:pt x="4325222" y="423702"/>
                  </a:lnTo>
                  <a:lnTo>
                    <a:pt x="4326697" y="422404"/>
                  </a:lnTo>
                  <a:lnTo>
                    <a:pt x="4328171" y="420826"/>
                  </a:lnTo>
                  <a:lnTo>
                    <a:pt x="4329645" y="418969"/>
                  </a:lnTo>
                  <a:lnTo>
                    <a:pt x="4331119" y="416968"/>
                  </a:lnTo>
                  <a:lnTo>
                    <a:pt x="4332594" y="415893"/>
                  </a:lnTo>
                  <a:lnTo>
                    <a:pt x="4334068" y="414736"/>
                  </a:lnTo>
                  <a:lnTo>
                    <a:pt x="4335542" y="412576"/>
                  </a:lnTo>
                  <a:lnTo>
                    <a:pt x="4337016" y="409815"/>
                  </a:lnTo>
                  <a:lnTo>
                    <a:pt x="4338491" y="407558"/>
                  </a:lnTo>
                  <a:lnTo>
                    <a:pt x="4339965" y="404512"/>
                  </a:lnTo>
                  <a:lnTo>
                    <a:pt x="4341439" y="400918"/>
                  </a:lnTo>
                  <a:lnTo>
                    <a:pt x="4342913" y="396276"/>
                  </a:lnTo>
                  <a:lnTo>
                    <a:pt x="4344388" y="392133"/>
                  </a:lnTo>
                  <a:lnTo>
                    <a:pt x="4345862" y="388367"/>
                  </a:lnTo>
                  <a:lnTo>
                    <a:pt x="4347336" y="384808"/>
                  </a:lnTo>
                  <a:lnTo>
                    <a:pt x="4348810" y="380896"/>
                  </a:lnTo>
                  <a:lnTo>
                    <a:pt x="4350285" y="377656"/>
                  </a:lnTo>
                  <a:lnTo>
                    <a:pt x="4351759" y="374416"/>
                  </a:lnTo>
                  <a:lnTo>
                    <a:pt x="4353233" y="371332"/>
                  </a:lnTo>
                  <a:lnTo>
                    <a:pt x="4354707" y="368292"/>
                  </a:lnTo>
                  <a:lnTo>
                    <a:pt x="4356182" y="365357"/>
                  </a:lnTo>
                  <a:lnTo>
                    <a:pt x="4357656" y="362969"/>
                  </a:lnTo>
                  <a:lnTo>
                    <a:pt x="4359130" y="361532"/>
                  </a:lnTo>
                  <a:lnTo>
                    <a:pt x="4360604" y="362177"/>
                  </a:lnTo>
                  <a:lnTo>
                    <a:pt x="4362079" y="362886"/>
                  </a:lnTo>
                  <a:lnTo>
                    <a:pt x="4363553" y="363821"/>
                  </a:lnTo>
                  <a:lnTo>
                    <a:pt x="4365027" y="365310"/>
                  </a:lnTo>
                  <a:lnTo>
                    <a:pt x="4366501" y="366728"/>
                  </a:lnTo>
                  <a:lnTo>
                    <a:pt x="4367976" y="367305"/>
                  </a:lnTo>
                  <a:lnTo>
                    <a:pt x="4369450" y="366984"/>
                  </a:lnTo>
                  <a:lnTo>
                    <a:pt x="4370924" y="366035"/>
                  </a:lnTo>
                  <a:lnTo>
                    <a:pt x="4372398" y="364237"/>
                  </a:lnTo>
                  <a:lnTo>
                    <a:pt x="4373873" y="360350"/>
                  </a:lnTo>
                  <a:lnTo>
                    <a:pt x="4375347" y="356229"/>
                  </a:lnTo>
                  <a:lnTo>
                    <a:pt x="4376821" y="351192"/>
                  </a:lnTo>
                  <a:lnTo>
                    <a:pt x="4378295" y="346505"/>
                  </a:lnTo>
                  <a:lnTo>
                    <a:pt x="4379769" y="341754"/>
                  </a:lnTo>
                  <a:lnTo>
                    <a:pt x="4381244" y="336288"/>
                  </a:lnTo>
                  <a:lnTo>
                    <a:pt x="4382718" y="329988"/>
                  </a:lnTo>
                  <a:lnTo>
                    <a:pt x="4384192" y="323121"/>
                  </a:lnTo>
                  <a:lnTo>
                    <a:pt x="4385666" y="315936"/>
                  </a:lnTo>
                  <a:lnTo>
                    <a:pt x="4387141" y="309690"/>
                  </a:lnTo>
                  <a:lnTo>
                    <a:pt x="4388615" y="303771"/>
                  </a:lnTo>
                  <a:lnTo>
                    <a:pt x="4390089" y="298477"/>
                  </a:lnTo>
                  <a:lnTo>
                    <a:pt x="4391563" y="293734"/>
                  </a:lnTo>
                  <a:lnTo>
                    <a:pt x="4393038" y="289193"/>
                  </a:lnTo>
                  <a:lnTo>
                    <a:pt x="4394512" y="285038"/>
                  </a:lnTo>
                  <a:lnTo>
                    <a:pt x="4395986" y="283171"/>
                  </a:lnTo>
                  <a:lnTo>
                    <a:pt x="4397460" y="282737"/>
                  </a:lnTo>
                  <a:lnTo>
                    <a:pt x="4398935" y="283418"/>
                  </a:lnTo>
                  <a:lnTo>
                    <a:pt x="4400409" y="284048"/>
                  </a:lnTo>
                  <a:lnTo>
                    <a:pt x="4401883" y="285727"/>
                  </a:lnTo>
                  <a:lnTo>
                    <a:pt x="4403357" y="288919"/>
                  </a:lnTo>
                  <a:lnTo>
                    <a:pt x="4404832" y="292245"/>
                  </a:lnTo>
                  <a:lnTo>
                    <a:pt x="4406306" y="297041"/>
                  </a:lnTo>
                  <a:lnTo>
                    <a:pt x="4407780" y="301063"/>
                  </a:lnTo>
                  <a:lnTo>
                    <a:pt x="4409254" y="304997"/>
                  </a:lnTo>
                  <a:lnTo>
                    <a:pt x="4410729" y="309614"/>
                  </a:lnTo>
                  <a:lnTo>
                    <a:pt x="4412203" y="315230"/>
                  </a:lnTo>
                  <a:lnTo>
                    <a:pt x="4413677" y="322101"/>
                  </a:lnTo>
                  <a:lnTo>
                    <a:pt x="4415151" y="330412"/>
                  </a:lnTo>
                  <a:lnTo>
                    <a:pt x="4416626" y="337906"/>
                  </a:lnTo>
                  <a:lnTo>
                    <a:pt x="4418100" y="344568"/>
                  </a:lnTo>
                  <a:lnTo>
                    <a:pt x="4419574" y="350419"/>
                  </a:lnTo>
                  <a:lnTo>
                    <a:pt x="4421048" y="355739"/>
                  </a:lnTo>
                  <a:lnTo>
                    <a:pt x="4422523" y="360658"/>
                  </a:lnTo>
                  <a:lnTo>
                    <a:pt x="4423997" y="365539"/>
                  </a:lnTo>
                  <a:lnTo>
                    <a:pt x="4425471" y="370023"/>
                  </a:lnTo>
                  <a:lnTo>
                    <a:pt x="4426945" y="374929"/>
                  </a:lnTo>
                  <a:lnTo>
                    <a:pt x="4428420" y="378618"/>
                  </a:lnTo>
                  <a:lnTo>
                    <a:pt x="4429894" y="381776"/>
                  </a:lnTo>
                  <a:lnTo>
                    <a:pt x="4431368" y="384132"/>
                  </a:lnTo>
                  <a:lnTo>
                    <a:pt x="4432842" y="384986"/>
                  </a:lnTo>
                  <a:lnTo>
                    <a:pt x="4434317" y="384428"/>
                  </a:lnTo>
                  <a:lnTo>
                    <a:pt x="4435791" y="382909"/>
                  </a:lnTo>
                  <a:lnTo>
                    <a:pt x="4437265" y="380052"/>
                  </a:lnTo>
                  <a:lnTo>
                    <a:pt x="4438739" y="377432"/>
                  </a:lnTo>
                  <a:lnTo>
                    <a:pt x="4440214" y="374231"/>
                  </a:lnTo>
                  <a:lnTo>
                    <a:pt x="4441688" y="370357"/>
                  </a:lnTo>
                  <a:lnTo>
                    <a:pt x="4443162" y="365714"/>
                  </a:lnTo>
                  <a:lnTo>
                    <a:pt x="4444636" y="360829"/>
                  </a:lnTo>
                  <a:lnTo>
                    <a:pt x="4446111" y="354545"/>
                  </a:lnTo>
                  <a:lnTo>
                    <a:pt x="4447585" y="349275"/>
                  </a:lnTo>
                  <a:lnTo>
                    <a:pt x="4449059" y="344062"/>
                  </a:lnTo>
                  <a:lnTo>
                    <a:pt x="4450533" y="339102"/>
                  </a:lnTo>
                  <a:lnTo>
                    <a:pt x="4452008" y="334733"/>
                  </a:lnTo>
                  <a:lnTo>
                    <a:pt x="4453482" y="330332"/>
                  </a:lnTo>
                  <a:lnTo>
                    <a:pt x="4454956" y="326162"/>
                  </a:lnTo>
                  <a:lnTo>
                    <a:pt x="4456430" y="322663"/>
                  </a:lnTo>
                  <a:lnTo>
                    <a:pt x="4457905" y="319563"/>
                  </a:lnTo>
                  <a:lnTo>
                    <a:pt x="4459379" y="317691"/>
                  </a:lnTo>
                  <a:lnTo>
                    <a:pt x="4460853" y="315456"/>
                  </a:lnTo>
                  <a:lnTo>
                    <a:pt x="4462327" y="312600"/>
                  </a:lnTo>
                  <a:lnTo>
                    <a:pt x="4463802" y="309830"/>
                  </a:lnTo>
                  <a:lnTo>
                    <a:pt x="4465276" y="307071"/>
                  </a:lnTo>
                  <a:lnTo>
                    <a:pt x="4466750" y="305156"/>
                  </a:lnTo>
                  <a:lnTo>
                    <a:pt x="4468224" y="304286"/>
                  </a:lnTo>
                  <a:lnTo>
                    <a:pt x="4469699" y="302894"/>
                  </a:lnTo>
                  <a:lnTo>
                    <a:pt x="4471173" y="300660"/>
                  </a:lnTo>
                  <a:lnTo>
                    <a:pt x="4472647" y="296563"/>
                  </a:lnTo>
                  <a:lnTo>
                    <a:pt x="4474121" y="291808"/>
                  </a:lnTo>
                  <a:lnTo>
                    <a:pt x="4475596" y="287361"/>
                  </a:lnTo>
                  <a:lnTo>
                    <a:pt x="4477070" y="281984"/>
                  </a:lnTo>
                  <a:lnTo>
                    <a:pt x="4478544" y="275418"/>
                  </a:lnTo>
                  <a:lnTo>
                    <a:pt x="4480018" y="268736"/>
                  </a:lnTo>
                  <a:lnTo>
                    <a:pt x="4481493" y="260948"/>
                  </a:lnTo>
                  <a:lnTo>
                    <a:pt x="4482967" y="254313"/>
                  </a:lnTo>
                  <a:lnTo>
                    <a:pt x="4484441" y="248170"/>
                  </a:lnTo>
                  <a:lnTo>
                    <a:pt x="4485915" y="241964"/>
                  </a:lnTo>
                  <a:lnTo>
                    <a:pt x="4487390" y="235698"/>
                  </a:lnTo>
                  <a:lnTo>
                    <a:pt x="4488864" y="228392"/>
                  </a:lnTo>
                  <a:lnTo>
                    <a:pt x="4490338" y="220073"/>
                  </a:lnTo>
                  <a:lnTo>
                    <a:pt x="4491812" y="212663"/>
                  </a:lnTo>
                  <a:lnTo>
                    <a:pt x="4493287" y="205644"/>
                  </a:lnTo>
                  <a:lnTo>
                    <a:pt x="4494761" y="199531"/>
                  </a:lnTo>
                  <a:lnTo>
                    <a:pt x="4496235" y="194744"/>
                  </a:lnTo>
                  <a:lnTo>
                    <a:pt x="4497709" y="190725"/>
                  </a:lnTo>
                  <a:lnTo>
                    <a:pt x="4499184" y="187825"/>
                  </a:lnTo>
                  <a:lnTo>
                    <a:pt x="4500658" y="185639"/>
                  </a:lnTo>
                  <a:lnTo>
                    <a:pt x="4502132" y="182872"/>
                  </a:lnTo>
                  <a:lnTo>
                    <a:pt x="4503606" y="180974"/>
                  </a:lnTo>
                  <a:lnTo>
                    <a:pt x="4505081" y="179042"/>
                  </a:lnTo>
                  <a:lnTo>
                    <a:pt x="4506555" y="176984"/>
                  </a:lnTo>
                  <a:lnTo>
                    <a:pt x="4508029" y="175685"/>
                  </a:lnTo>
                  <a:lnTo>
                    <a:pt x="4509503" y="174373"/>
                  </a:lnTo>
                  <a:lnTo>
                    <a:pt x="4510978" y="173458"/>
                  </a:lnTo>
                  <a:lnTo>
                    <a:pt x="4512452" y="172827"/>
                  </a:lnTo>
                  <a:lnTo>
                    <a:pt x="4513926" y="171605"/>
                  </a:lnTo>
                  <a:lnTo>
                    <a:pt x="4515400" y="171485"/>
                  </a:lnTo>
                  <a:lnTo>
                    <a:pt x="4516875" y="172034"/>
                  </a:lnTo>
                  <a:lnTo>
                    <a:pt x="4518349" y="173145"/>
                  </a:lnTo>
                  <a:lnTo>
                    <a:pt x="4519823" y="175263"/>
                  </a:lnTo>
                  <a:lnTo>
                    <a:pt x="4521297" y="178592"/>
                  </a:lnTo>
                  <a:lnTo>
                    <a:pt x="4522772" y="183204"/>
                  </a:lnTo>
                  <a:lnTo>
                    <a:pt x="4524246" y="190317"/>
                  </a:lnTo>
                  <a:lnTo>
                    <a:pt x="4525720" y="197779"/>
                  </a:lnTo>
                  <a:lnTo>
                    <a:pt x="4527194" y="206148"/>
                  </a:lnTo>
                  <a:lnTo>
                    <a:pt x="4528669" y="215776"/>
                  </a:lnTo>
                  <a:lnTo>
                    <a:pt x="4530143" y="226687"/>
                  </a:lnTo>
                  <a:lnTo>
                    <a:pt x="4531617" y="239235"/>
                  </a:lnTo>
                  <a:lnTo>
                    <a:pt x="4533091" y="252402"/>
                  </a:lnTo>
                  <a:lnTo>
                    <a:pt x="4534566" y="266077"/>
                  </a:lnTo>
                  <a:lnTo>
                    <a:pt x="4536040" y="281872"/>
                  </a:lnTo>
                  <a:lnTo>
                    <a:pt x="4537514" y="298160"/>
                  </a:lnTo>
                  <a:lnTo>
                    <a:pt x="4538988" y="315478"/>
                  </a:lnTo>
                  <a:lnTo>
                    <a:pt x="4540463" y="332121"/>
                  </a:lnTo>
                  <a:lnTo>
                    <a:pt x="4541937" y="346940"/>
                  </a:lnTo>
                  <a:lnTo>
                    <a:pt x="4543411" y="361454"/>
                  </a:lnTo>
                  <a:lnTo>
                    <a:pt x="4544885" y="375311"/>
                  </a:lnTo>
                  <a:lnTo>
                    <a:pt x="4546360" y="387335"/>
                  </a:lnTo>
                  <a:lnTo>
                    <a:pt x="4547834" y="399047"/>
                  </a:lnTo>
                  <a:lnTo>
                    <a:pt x="4549308" y="409409"/>
                  </a:lnTo>
                  <a:lnTo>
                    <a:pt x="4550782" y="419123"/>
                  </a:lnTo>
                  <a:lnTo>
                    <a:pt x="4552257" y="427870"/>
                  </a:lnTo>
                  <a:lnTo>
                    <a:pt x="4553731" y="435928"/>
                  </a:lnTo>
                  <a:lnTo>
                    <a:pt x="4555205" y="443268"/>
                  </a:lnTo>
                  <a:lnTo>
                    <a:pt x="4556679" y="450766"/>
                  </a:lnTo>
                  <a:lnTo>
                    <a:pt x="4558154" y="456751"/>
                  </a:lnTo>
                  <a:lnTo>
                    <a:pt x="4559628" y="462774"/>
                  </a:lnTo>
                  <a:lnTo>
                    <a:pt x="4561102" y="468417"/>
                  </a:lnTo>
                  <a:lnTo>
                    <a:pt x="4562576" y="472876"/>
                  </a:lnTo>
                  <a:lnTo>
                    <a:pt x="4564051" y="475983"/>
                  </a:lnTo>
                  <a:lnTo>
                    <a:pt x="4565525" y="477632"/>
                  </a:lnTo>
                  <a:lnTo>
                    <a:pt x="4566999" y="479685"/>
                  </a:lnTo>
                  <a:lnTo>
                    <a:pt x="4568473" y="481783"/>
                  </a:lnTo>
                  <a:lnTo>
                    <a:pt x="4569948" y="484298"/>
                  </a:lnTo>
                  <a:lnTo>
                    <a:pt x="4571422" y="485717"/>
                  </a:lnTo>
                  <a:lnTo>
                    <a:pt x="4572896" y="487460"/>
                  </a:lnTo>
                  <a:lnTo>
                    <a:pt x="4574370" y="488969"/>
                  </a:lnTo>
                  <a:lnTo>
                    <a:pt x="4575844" y="490376"/>
                  </a:lnTo>
                  <a:lnTo>
                    <a:pt x="4577319" y="492911"/>
                  </a:lnTo>
                  <a:lnTo>
                    <a:pt x="4578793" y="494458"/>
                  </a:lnTo>
                  <a:lnTo>
                    <a:pt x="4580267" y="496179"/>
                  </a:lnTo>
                  <a:lnTo>
                    <a:pt x="4581741" y="498845"/>
                  </a:lnTo>
                  <a:lnTo>
                    <a:pt x="4583216" y="501352"/>
                  </a:lnTo>
                  <a:lnTo>
                    <a:pt x="4584690" y="504266"/>
                  </a:lnTo>
                  <a:lnTo>
                    <a:pt x="4586164" y="507061"/>
                  </a:lnTo>
                  <a:lnTo>
                    <a:pt x="4587638" y="510618"/>
                  </a:lnTo>
                  <a:lnTo>
                    <a:pt x="4589113" y="514651"/>
                  </a:lnTo>
                  <a:lnTo>
                    <a:pt x="4590587" y="518178"/>
                  </a:lnTo>
                  <a:lnTo>
                    <a:pt x="4592061" y="521931"/>
                  </a:lnTo>
                  <a:lnTo>
                    <a:pt x="4593535" y="526312"/>
                  </a:lnTo>
                  <a:lnTo>
                    <a:pt x="4595010" y="530738"/>
                  </a:lnTo>
                  <a:lnTo>
                    <a:pt x="4596484" y="536070"/>
                  </a:lnTo>
                  <a:lnTo>
                    <a:pt x="4597958" y="541382"/>
                  </a:lnTo>
                  <a:lnTo>
                    <a:pt x="4599432" y="545731"/>
                  </a:lnTo>
                  <a:lnTo>
                    <a:pt x="4600907" y="550136"/>
                  </a:lnTo>
                  <a:lnTo>
                    <a:pt x="4602381" y="554293"/>
                  </a:lnTo>
                  <a:lnTo>
                    <a:pt x="4603855" y="557868"/>
                  </a:lnTo>
                  <a:lnTo>
                    <a:pt x="4605329" y="560096"/>
                  </a:lnTo>
                  <a:lnTo>
                    <a:pt x="4606804" y="560786"/>
                  </a:lnTo>
                  <a:lnTo>
                    <a:pt x="4608278" y="559201"/>
                  </a:lnTo>
                  <a:lnTo>
                    <a:pt x="4609752" y="557247"/>
                  </a:lnTo>
                  <a:lnTo>
                    <a:pt x="4611226" y="554476"/>
                  </a:lnTo>
                  <a:lnTo>
                    <a:pt x="4612701" y="551374"/>
                  </a:lnTo>
                  <a:lnTo>
                    <a:pt x="4614175" y="547203"/>
                  </a:lnTo>
                  <a:lnTo>
                    <a:pt x="4615649" y="544369"/>
                  </a:lnTo>
                  <a:lnTo>
                    <a:pt x="4617123" y="542275"/>
                  </a:lnTo>
                  <a:lnTo>
                    <a:pt x="4618598" y="540000"/>
                  </a:lnTo>
                  <a:lnTo>
                    <a:pt x="4620072" y="538484"/>
                  </a:lnTo>
                  <a:lnTo>
                    <a:pt x="4621546" y="539806"/>
                  </a:lnTo>
                  <a:lnTo>
                    <a:pt x="4623020" y="543589"/>
                  </a:lnTo>
                  <a:lnTo>
                    <a:pt x="4624495" y="547989"/>
                  </a:lnTo>
                  <a:lnTo>
                    <a:pt x="4625969" y="552774"/>
                  </a:lnTo>
                  <a:lnTo>
                    <a:pt x="4627443" y="560275"/>
                  </a:lnTo>
                  <a:lnTo>
                    <a:pt x="4628917" y="568867"/>
                  </a:lnTo>
                  <a:lnTo>
                    <a:pt x="4630392" y="580750"/>
                  </a:lnTo>
                  <a:lnTo>
                    <a:pt x="4631866" y="593905"/>
                  </a:lnTo>
                  <a:lnTo>
                    <a:pt x="4633340" y="607540"/>
                  </a:lnTo>
                  <a:lnTo>
                    <a:pt x="4634814" y="622194"/>
                  </a:lnTo>
                  <a:lnTo>
                    <a:pt x="4636289" y="637878"/>
                  </a:lnTo>
                  <a:lnTo>
                    <a:pt x="4637763" y="654337"/>
                  </a:lnTo>
                  <a:lnTo>
                    <a:pt x="4639237" y="673631"/>
                  </a:lnTo>
                  <a:lnTo>
                    <a:pt x="4640711" y="697508"/>
                  </a:lnTo>
                  <a:lnTo>
                    <a:pt x="4642186" y="724337"/>
                  </a:lnTo>
                  <a:lnTo>
                    <a:pt x="4643660" y="751320"/>
                  </a:lnTo>
                  <a:lnTo>
                    <a:pt x="4645134" y="777644"/>
                  </a:lnTo>
                  <a:lnTo>
                    <a:pt x="4646608" y="804305"/>
                  </a:lnTo>
                  <a:lnTo>
                    <a:pt x="4648083" y="831202"/>
                  </a:lnTo>
                  <a:lnTo>
                    <a:pt x="4649557" y="858150"/>
                  </a:lnTo>
                  <a:lnTo>
                    <a:pt x="4651031" y="884430"/>
                  </a:lnTo>
                  <a:lnTo>
                    <a:pt x="4652505" y="910322"/>
                  </a:lnTo>
                  <a:lnTo>
                    <a:pt x="4653980" y="937165"/>
                  </a:lnTo>
                  <a:lnTo>
                    <a:pt x="4655454" y="963932"/>
                  </a:lnTo>
                  <a:lnTo>
                    <a:pt x="4656928" y="990340"/>
                  </a:lnTo>
                  <a:lnTo>
                    <a:pt x="4658402" y="1016810"/>
                  </a:lnTo>
                  <a:lnTo>
                    <a:pt x="4659877" y="1043192"/>
                  </a:lnTo>
                  <a:lnTo>
                    <a:pt x="4661351" y="1069788"/>
                  </a:lnTo>
                  <a:lnTo>
                    <a:pt x="4662825" y="1096260"/>
                  </a:lnTo>
                  <a:lnTo>
                    <a:pt x="4664299" y="1118662"/>
                  </a:lnTo>
                  <a:lnTo>
                    <a:pt x="4665774" y="1138032"/>
                  </a:lnTo>
                  <a:lnTo>
                    <a:pt x="4667248" y="1153244"/>
                  </a:lnTo>
                  <a:lnTo>
                    <a:pt x="4668722" y="1165859"/>
                  </a:lnTo>
                  <a:lnTo>
                    <a:pt x="4670196" y="1175835"/>
                  </a:lnTo>
                  <a:lnTo>
                    <a:pt x="4671671" y="1184433"/>
                  </a:lnTo>
                  <a:lnTo>
                    <a:pt x="4673145" y="1191053"/>
                  </a:lnTo>
                  <a:lnTo>
                    <a:pt x="4674619" y="1195886"/>
                  </a:lnTo>
                  <a:lnTo>
                    <a:pt x="4676093" y="1199717"/>
                  </a:lnTo>
                  <a:lnTo>
                    <a:pt x="4677568" y="1202746"/>
                  </a:lnTo>
                  <a:lnTo>
                    <a:pt x="4679042" y="1205797"/>
                  </a:lnTo>
                  <a:lnTo>
                    <a:pt x="4680516" y="1208531"/>
                  </a:lnTo>
                  <a:lnTo>
                    <a:pt x="4681990" y="1211193"/>
                  </a:lnTo>
                  <a:lnTo>
                    <a:pt x="4683465" y="1214767"/>
                  </a:lnTo>
                  <a:lnTo>
                    <a:pt x="4684939" y="1216519"/>
                  </a:lnTo>
                  <a:lnTo>
                    <a:pt x="4686413" y="1217682"/>
                  </a:lnTo>
                  <a:lnTo>
                    <a:pt x="4687887" y="1218474"/>
                  </a:lnTo>
                  <a:lnTo>
                    <a:pt x="4689362" y="1220786"/>
                  </a:lnTo>
                  <a:lnTo>
                    <a:pt x="4690836" y="1223663"/>
                  </a:lnTo>
                  <a:lnTo>
                    <a:pt x="4692310" y="1228148"/>
                  </a:lnTo>
                  <a:lnTo>
                    <a:pt x="4693784" y="1233168"/>
                  </a:lnTo>
                  <a:lnTo>
                    <a:pt x="4695259" y="1238143"/>
                  </a:lnTo>
                  <a:lnTo>
                    <a:pt x="4696733" y="1242146"/>
                  </a:lnTo>
                  <a:lnTo>
                    <a:pt x="4698207" y="1245196"/>
                  </a:lnTo>
                  <a:lnTo>
                    <a:pt x="4699681" y="1248011"/>
                  </a:lnTo>
                  <a:lnTo>
                    <a:pt x="4701156" y="1249889"/>
                  </a:lnTo>
                  <a:lnTo>
                    <a:pt x="4702630" y="1249955"/>
                  </a:lnTo>
                  <a:lnTo>
                    <a:pt x="4704104" y="1250199"/>
                  </a:lnTo>
                  <a:lnTo>
                    <a:pt x="4705578" y="1249220"/>
                  </a:lnTo>
                  <a:lnTo>
                    <a:pt x="4707053" y="1248369"/>
                  </a:lnTo>
                  <a:lnTo>
                    <a:pt x="4708527" y="1247727"/>
                  </a:lnTo>
                  <a:lnTo>
                    <a:pt x="4710001" y="1246356"/>
                  </a:lnTo>
                  <a:lnTo>
                    <a:pt x="4711475" y="1242627"/>
                  </a:lnTo>
                  <a:lnTo>
                    <a:pt x="4712950" y="1237735"/>
                  </a:lnTo>
                  <a:lnTo>
                    <a:pt x="4714424" y="1231299"/>
                  </a:lnTo>
                  <a:lnTo>
                    <a:pt x="4715898" y="1220610"/>
                  </a:lnTo>
                  <a:lnTo>
                    <a:pt x="4717372" y="1206508"/>
                  </a:lnTo>
                  <a:lnTo>
                    <a:pt x="4718847" y="1192833"/>
                  </a:lnTo>
                  <a:lnTo>
                    <a:pt x="4720321" y="1178054"/>
                  </a:lnTo>
                  <a:lnTo>
                    <a:pt x="4721795" y="1163381"/>
                  </a:lnTo>
                  <a:lnTo>
                    <a:pt x="4723269" y="1148019"/>
                  </a:lnTo>
                  <a:lnTo>
                    <a:pt x="4724744" y="1132158"/>
                  </a:lnTo>
                  <a:lnTo>
                    <a:pt x="4726218" y="1116081"/>
                  </a:lnTo>
                  <a:lnTo>
                    <a:pt x="4727692" y="1099742"/>
                  </a:lnTo>
                  <a:lnTo>
                    <a:pt x="4729166" y="1083459"/>
                  </a:lnTo>
                  <a:lnTo>
                    <a:pt x="4730641" y="1068423"/>
                  </a:lnTo>
                  <a:lnTo>
                    <a:pt x="4732115" y="1052324"/>
                  </a:lnTo>
                  <a:lnTo>
                    <a:pt x="4733589" y="1037705"/>
                  </a:lnTo>
                  <a:lnTo>
                    <a:pt x="4735063" y="1023829"/>
                  </a:lnTo>
                  <a:lnTo>
                    <a:pt x="4736538" y="1008465"/>
                  </a:lnTo>
                  <a:lnTo>
                    <a:pt x="4738012" y="992783"/>
                  </a:lnTo>
                  <a:lnTo>
                    <a:pt x="4739486" y="981140"/>
                  </a:lnTo>
                  <a:lnTo>
                    <a:pt x="4740960" y="972345"/>
                  </a:lnTo>
                  <a:lnTo>
                    <a:pt x="4742435" y="968742"/>
                  </a:lnTo>
                  <a:lnTo>
                    <a:pt x="4743909" y="968317"/>
                  </a:lnTo>
                  <a:lnTo>
                    <a:pt x="4745383" y="970094"/>
                  </a:lnTo>
                  <a:lnTo>
                    <a:pt x="4746857" y="972464"/>
                  </a:lnTo>
                  <a:lnTo>
                    <a:pt x="4748332" y="976089"/>
                  </a:lnTo>
                  <a:lnTo>
                    <a:pt x="4749806" y="979704"/>
                  </a:lnTo>
                  <a:lnTo>
                    <a:pt x="4751280" y="983917"/>
                  </a:lnTo>
                  <a:lnTo>
                    <a:pt x="4752754" y="988509"/>
                  </a:lnTo>
                  <a:lnTo>
                    <a:pt x="4754229" y="994063"/>
                  </a:lnTo>
                  <a:lnTo>
                    <a:pt x="4755703" y="999432"/>
                  </a:lnTo>
                  <a:lnTo>
                    <a:pt x="4757177" y="1004572"/>
                  </a:lnTo>
                  <a:lnTo>
                    <a:pt x="4758651" y="1012205"/>
                  </a:lnTo>
                  <a:lnTo>
                    <a:pt x="4760126" y="1022108"/>
                  </a:lnTo>
                  <a:lnTo>
                    <a:pt x="4761600" y="1031171"/>
                  </a:lnTo>
                  <a:lnTo>
                    <a:pt x="4763074" y="1041229"/>
                  </a:lnTo>
                  <a:lnTo>
                    <a:pt x="4764548" y="1049849"/>
                  </a:lnTo>
                  <a:lnTo>
                    <a:pt x="4766023" y="1057538"/>
                  </a:lnTo>
                  <a:lnTo>
                    <a:pt x="4767497" y="1063491"/>
                  </a:lnTo>
                  <a:lnTo>
                    <a:pt x="4768971" y="1069027"/>
                  </a:lnTo>
                  <a:lnTo>
                    <a:pt x="4770445" y="1074701"/>
                  </a:lnTo>
                  <a:lnTo>
                    <a:pt x="4771919" y="1080865"/>
                  </a:lnTo>
                  <a:lnTo>
                    <a:pt x="4773394" y="1086639"/>
                  </a:lnTo>
                  <a:lnTo>
                    <a:pt x="4774868" y="1093215"/>
                  </a:lnTo>
                  <a:lnTo>
                    <a:pt x="4776342" y="1100793"/>
                  </a:lnTo>
                  <a:lnTo>
                    <a:pt x="4777816" y="1109787"/>
                  </a:lnTo>
                  <a:lnTo>
                    <a:pt x="4779291" y="1118726"/>
                  </a:lnTo>
                  <a:lnTo>
                    <a:pt x="4780765" y="1127761"/>
                  </a:lnTo>
                  <a:lnTo>
                    <a:pt x="4782239" y="1135757"/>
                  </a:lnTo>
                  <a:lnTo>
                    <a:pt x="4783713" y="1144707"/>
                  </a:lnTo>
                  <a:lnTo>
                    <a:pt x="4785188" y="1153562"/>
                  </a:lnTo>
                  <a:lnTo>
                    <a:pt x="4786662" y="1165614"/>
                  </a:lnTo>
                  <a:lnTo>
                    <a:pt x="4788136" y="1179317"/>
                  </a:lnTo>
                  <a:lnTo>
                    <a:pt x="4789610" y="1195059"/>
                  </a:lnTo>
                  <a:lnTo>
                    <a:pt x="4791085" y="1212480"/>
                  </a:lnTo>
                  <a:lnTo>
                    <a:pt x="4792559" y="1229355"/>
                  </a:lnTo>
                  <a:lnTo>
                    <a:pt x="4794033" y="1245741"/>
                  </a:lnTo>
                  <a:lnTo>
                    <a:pt x="4795507" y="1262893"/>
                  </a:lnTo>
                  <a:lnTo>
                    <a:pt x="4796982" y="1280276"/>
                  </a:lnTo>
                  <a:lnTo>
                    <a:pt x="4798456" y="1297634"/>
                  </a:lnTo>
                  <a:lnTo>
                    <a:pt x="4799930" y="1314880"/>
                  </a:lnTo>
                  <a:lnTo>
                    <a:pt x="4801404" y="1332346"/>
                  </a:lnTo>
                  <a:lnTo>
                    <a:pt x="4802879" y="1349216"/>
                  </a:lnTo>
                  <a:lnTo>
                    <a:pt x="4804353" y="1365234"/>
                  </a:lnTo>
                  <a:lnTo>
                    <a:pt x="4805827" y="1379221"/>
                  </a:lnTo>
                  <a:lnTo>
                    <a:pt x="4807301" y="1394136"/>
                  </a:lnTo>
                  <a:lnTo>
                    <a:pt x="4808776" y="1407241"/>
                  </a:lnTo>
                  <a:lnTo>
                    <a:pt x="4810250" y="1418305"/>
                  </a:lnTo>
                  <a:lnTo>
                    <a:pt x="4811724" y="1430080"/>
                  </a:lnTo>
                  <a:lnTo>
                    <a:pt x="4813198" y="1442116"/>
                  </a:lnTo>
                  <a:lnTo>
                    <a:pt x="4814673" y="1454033"/>
                  </a:lnTo>
                  <a:lnTo>
                    <a:pt x="4816147" y="1465854"/>
                  </a:lnTo>
                  <a:lnTo>
                    <a:pt x="4817621" y="1476560"/>
                  </a:lnTo>
                  <a:lnTo>
                    <a:pt x="4819095" y="1486318"/>
                  </a:lnTo>
                  <a:lnTo>
                    <a:pt x="4820570" y="1494801"/>
                  </a:lnTo>
                  <a:lnTo>
                    <a:pt x="4822044" y="1503006"/>
                  </a:lnTo>
                  <a:lnTo>
                    <a:pt x="4823518" y="1510953"/>
                  </a:lnTo>
                  <a:lnTo>
                    <a:pt x="4824992" y="1519763"/>
                  </a:lnTo>
                  <a:lnTo>
                    <a:pt x="4826467" y="1528081"/>
                  </a:lnTo>
                  <a:lnTo>
                    <a:pt x="4827941" y="1535733"/>
                  </a:lnTo>
                  <a:lnTo>
                    <a:pt x="4829415" y="1541651"/>
                  </a:lnTo>
                  <a:lnTo>
                    <a:pt x="4830889" y="1548424"/>
                  </a:lnTo>
                  <a:lnTo>
                    <a:pt x="4832364" y="1556302"/>
                  </a:lnTo>
                  <a:lnTo>
                    <a:pt x="4833838" y="1562939"/>
                  </a:lnTo>
                  <a:lnTo>
                    <a:pt x="4835312" y="1568614"/>
                  </a:lnTo>
                  <a:lnTo>
                    <a:pt x="4836786" y="1574544"/>
                  </a:lnTo>
                  <a:lnTo>
                    <a:pt x="4838261" y="1579883"/>
                  </a:lnTo>
                  <a:lnTo>
                    <a:pt x="4839735" y="1585304"/>
                  </a:lnTo>
                  <a:lnTo>
                    <a:pt x="4841209" y="1590624"/>
                  </a:lnTo>
                  <a:lnTo>
                    <a:pt x="4842683" y="1597921"/>
                  </a:lnTo>
                  <a:lnTo>
                    <a:pt x="4844158" y="1604855"/>
                  </a:lnTo>
                  <a:lnTo>
                    <a:pt x="4845632" y="1611371"/>
                  </a:lnTo>
                  <a:lnTo>
                    <a:pt x="4847106" y="1617168"/>
                  </a:lnTo>
                  <a:lnTo>
                    <a:pt x="4848580" y="1623356"/>
                  </a:lnTo>
                  <a:lnTo>
                    <a:pt x="4850055" y="1630490"/>
                  </a:lnTo>
                  <a:lnTo>
                    <a:pt x="4851529" y="1637723"/>
                  </a:lnTo>
                  <a:lnTo>
                    <a:pt x="4853003" y="1644301"/>
                  </a:lnTo>
                  <a:lnTo>
                    <a:pt x="4854477" y="1650225"/>
                  </a:lnTo>
                  <a:lnTo>
                    <a:pt x="4855952" y="1655079"/>
                  </a:lnTo>
                  <a:lnTo>
                    <a:pt x="4857426" y="1660063"/>
                  </a:lnTo>
                  <a:lnTo>
                    <a:pt x="4858900" y="1664063"/>
                  </a:lnTo>
                  <a:lnTo>
                    <a:pt x="4860374" y="1665524"/>
                  </a:lnTo>
                  <a:lnTo>
                    <a:pt x="4861849" y="1664890"/>
                  </a:lnTo>
                  <a:lnTo>
                    <a:pt x="4863323" y="1661084"/>
                  </a:lnTo>
                  <a:lnTo>
                    <a:pt x="4864797" y="1654721"/>
                  </a:lnTo>
                  <a:lnTo>
                    <a:pt x="4866271" y="1647398"/>
                  </a:lnTo>
                  <a:lnTo>
                    <a:pt x="4867746" y="1640521"/>
                  </a:lnTo>
                  <a:lnTo>
                    <a:pt x="4869220" y="1634045"/>
                  </a:lnTo>
                  <a:lnTo>
                    <a:pt x="4870694" y="1627907"/>
                  </a:lnTo>
                  <a:lnTo>
                    <a:pt x="4872168" y="1621654"/>
                  </a:lnTo>
                  <a:lnTo>
                    <a:pt x="4873643" y="1615400"/>
                  </a:lnTo>
                  <a:lnTo>
                    <a:pt x="4875117" y="1609407"/>
                  </a:lnTo>
                  <a:lnTo>
                    <a:pt x="4876591" y="1603281"/>
                  </a:lnTo>
                  <a:lnTo>
                    <a:pt x="4878065" y="1596618"/>
                  </a:lnTo>
                  <a:lnTo>
                    <a:pt x="4879540" y="1590220"/>
                  </a:lnTo>
                  <a:lnTo>
                    <a:pt x="4881014" y="1584676"/>
                  </a:lnTo>
                  <a:lnTo>
                    <a:pt x="4882488" y="1580470"/>
                  </a:lnTo>
                  <a:lnTo>
                    <a:pt x="4883962" y="1577001"/>
                  </a:lnTo>
                  <a:lnTo>
                    <a:pt x="4885437" y="1577018"/>
                  </a:lnTo>
                  <a:lnTo>
                    <a:pt x="4886911" y="1578163"/>
                  </a:lnTo>
                  <a:lnTo>
                    <a:pt x="4888385" y="1579363"/>
                  </a:lnTo>
                  <a:lnTo>
                    <a:pt x="4889859" y="1580941"/>
                  </a:lnTo>
                  <a:lnTo>
                    <a:pt x="4891334" y="1580880"/>
                  </a:lnTo>
                  <a:lnTo>
                    <a:pt x="4892808" y="1580745"/>
                  </a:lnTo>
                  <a:lnTo>
                    <a:pt x="4894282" y="1580345"/>
                  </a:lnTo>
                  <a:lnTo>
                    <a:pt x="4895756" y="1580979"/>
                  </a:lnTo>
                  <a:lnTo>
                    <a:pt x="4897231" y="1581723"/>
                  </a:lnTo>
                  <a:lnTo>
                    <a:pt x="4898705" y="1582882"/>
                  </a:lnTo>
                  <a:lnTo>
                    <a:pt x="4900179" y="1584854"/>
                  </a:lnTo>
                  <a:lnTo>
                    <a:pt x="4901653" y="1586432"/>
                  </a:lnTo>
                  <a:lnTo>
                    <a:pt x="4903128" y="1588520"/>
                  </a:lnTo>
                  <a:lnTo>
                    <a:pt x="4904602" y="1591068"/>
                  </a:lnTo>
                  <a:lnTo>
                    <a:pt x="4906076" y="1593816"/>
                  </a:lnTo>
                  <a:lnTo>
                    <a:pt x="4907550" y="1595803"/>
                  </a:lnTo>
                  <a:lnTo>
                    <a:pt x="4909025" y="1597133"/>
                  </a:lnTo>
                  <a:lnTo>
                    <a:pt x="4910499" y="1598142"/>
                  </a:lnTo>
                  <a:lnTo>
                    <a:pt x="4911973" y="1599206"/>
                  </a:lnTo>
                  <a:lnTo>
                    <a:pt x="4913447" y="1601569"/>
                  </a:lnTo>
                  <a:lnTo>
                    <a:pt x="4914922" y="1604017"/>
                  </a:lnTo>
                  <a:lnTo>
                    <a:pt x="4916396" y="1606465"/>
                  </a:lnTo>
                  <a:lnTo>
                    <a:pt x="4917870" y="1607781"/>
                  </a:lnTo>
                  <a:lnTo>
                    <a:pt x="4919344" y="1609189"/>
                  </a:lnTo>
                  <a:lnTo>
                    <a:pt x="4920819" y="1610596"/>
                  </a:lnTo>
                  <a:lnTo>
                    <a:pt x="4922293" y="1612666"/>
                  </a:lnTo>
                  <a:lnTo>
                    <a:pt x="4923767" y="1615370"/>
                  </a:lnTo>
                  <a:lnTo>
                    <a:pt x="4925241" y="1616809"/>
                  </a:lnTo>
                  <a:lnTo>
                    <a:pt x="4926716" y="1616867"/>
                  </a:lnTo>
                  <a:lnTo>
                    <a:pt x="4928190" y="1614795"/>
                  </a:lnTo>
                  <a:lnTo>
                    <a:pt x="4929664" y="1610685"/>
                  </a:lnTo>
                  <a:lnTo>
                    <a:pt x="4931138" y="1605819"/>
                  </a:lnTo>
                  <a:lnTo>
                    <a:pt x="4932613" y="1601175"/>
                  </a:lnTo>
                  <a:lnTo>
                    <a:pt x="4934087" y="1596890"/>
                  </a:lnTo>
                  <a:lnTo>
                    <a:pt x="4935561" y="1595025"/>
                  </a:lnTo>
                  <a:lnTo>
                    <a:pt x="4937035" y="1593663"/>
                  </a:lnTo>
                  <a:lnTo>
                    <a:pt x="4938510" y="1592915"/>
                  </a:lnTo>
                  <a:lnTo>
                    <a:pt x="4939984" y="1591441"/>
                  </a:lnTo>
                  <a:lnTo>
                    <a:pt x="4941458" y="1588701"/>
                  </a:lnTo>
                  <a:lnTo>
                    <a:pt x="4942932" y="1586299"/>
                  </a:lnTo>
                  <a:lnTo>
                    <a:pt x="4944407" y="1583221"/>
                  </a:lnTo>
                  <a:lnTo>
                    <a:pt x="4945881" y="1579973"/>
                  </a:lnTo>
                  <a:lnTo>
                    <a:pt x="4947355" y="1576503"/>
                  </a:lnTo>
                  <a:lnTo>
                    <a:pt x="4948829" y="1573337"/>
                  </a:lnTo>
                  <a:lnTo>
                    <a:pt x="4950304" y="1570496"/>
                  </a:lnTo>
                  <a:lnTo>
                    <a:pt x="4951778" y="1569631"/>
                  </a:lnTo>
                  <a:lnTo>
                    <a:pt x="4953252" y="1570483"/>
                  </a:lnTo>
                  <a:lnTo>
                    <a:pt x="4954726" y="1571688"/>
                  </a:lnTo>
                  <a:lnTo>
                    <a:pt x="4956201" y="1572213"/>
                  </a:lnTo>
                  <a:lnTo>
                    <a:pt x="4957675" y="1571534"/>
                  </a:lnTo>
                  <a:lnTo>
                    <a:pt x="4959149" y="1570800"/>
                  </a:lnTo>
                  <a:lnTo>
                    <a:pt x="4960623" y="1569327"/>
                  </a:lnTo>
                  <a:lnTo>
                    <a:pt x="4962098" y="1568743"/>
                  </a:lnTo>
                  <a:lnTo>
                    <a:pt x="4963572" y="1570207"/>
                  </a:lnTo>
                  <a:lnTo>
                    <a:pt x="4965046" y="1570990"/>
                  </a:lnTo>
                  <a:lnTo>
                    <a:pt x="4966520" y="1574508"/>
                  </a:lnTo>
                  <a:lnTo>
                    <a:pt x="4967994" y="1579001"/>
                  </a:lnTo>
                  <a:lnTo>
                    <a:pt x="4969469" y="1583759"/>
                  </a:lnTo>
                  <a:lnTo>
                    <a:pt x="4970943" y="1588518"/>
                  </a:lnTo>
                  <a:lnTo>
                    <a:pt x="4972417" y="1593700"/>
                  </a:lnTo>
                  <a:lnTo>
                    <a:pt x="4973891" y="1598042"/>
                  </a:lnTo>
                  <a:lnTo>
                    <a:pt x="4975366" y="1601681"/>
                  </a:lnTo>
                  <a:lnTo>
                    <a:pt x="4976840" y="1605729"/>
                  </a:lnTo>
                  <a:lnTo>
                    <a:pt x="4978314" y="1610042"/>
                  </a:lnTo>
                  <a:lnTo>
                    <a:pt x="4979788" y="1614355"/>
                  </a:lnTo>
                  <a:lnTo>
                    <a:pt x="4981263" y="1618073"/>
                  </a:lnTo>
                  <a:lnTo>
                    <a:pt x="4982737" y="1621790"/>
                  </a:lnTo>
                  <a:lnTo>
                    <a:pt x="4984211" y="1625510"/>
                  </a:lnTo>
                  <a:lnTo>
                    <a:pt x="4985685" y="1629230"/>
                  </a:lnTo>
                  <a:lnTo>
                    <a:pt x="4987160" y="1633475"/>
                  </a:lnTo>
                  <a:lnTo>
                    <a:pt x="4988634" y="1634895"/>
                  </a:lnTo>
                  <a:lnTo>
                    <a:pt x="4990108" y="1635155"/>
                  </a:lnTo>
                  <a:lnTo>
                    <a:pt x="4991582" y="1635414"/>
                  </a:lnTo>
                  <a:lnTo>
                    <a:pt x="4993057" y="1635414"/>
                  </a:lnTo>
                  <a:lnTo>
                    <a:pt x="4994531" y="1635414"/>
                  </a:lnTo>
                  <a:lnTo>
                    <a:pt x="4996005" y="1635414"/>
                  </a:lnTo>
                  <a:lnTo>
                    <a:pt x="4997479" y="1633617"/>
                  </a:lnTo>
                  <a:lnTo>
                    <a:pt x="4998954" y="1630387"/>
                  </a:lnTo>
                  <a:lnTo>
                    <a:pt x="5000428" y="1627156"/>
                  </a:lnTo>
                  <a:lnTo>
                    <a:pt x="5001902" y="1624606"/>
                  </a:lnTo>
                  <a:lnTo>
                    <a:pt x="5003376" y="1623226"/>
                  </a:lnTo>
                  <a:lnTo>
                    <a:pt x="5004851" y="1624631"/>
                  </a:lnTo>
                  <a:lnTo>
                    <a:pt x="5006325" y="1626794"/>
                  </a:lnTo>
                  <a:lnTo>
                    <a:pt x="5007799" y="1628735"/>
                  </a:lnTo>
                  <a:lnTo>
                    <a:pt x="5009273" y="1630024"/>
                  </a:lnTo>
                  <a:lnTo>
                    <a:pt x="5010748" y="1631092"/>
                  </a:lnTo>
                  <a:lnTo>
                    <a:pt x="5012222" y="1633029"/>
                  </a:lnTo>
                  <a:lnTo>
                    <a:pt x="5013696" y="1636864"/>
                  </a:lnTo>
                  <a:lnTo>
                    <a:pt x="5015170" y="1641762"/>
                  </a:lnTo>
                  <a:lnTo>
                    <a:pt x="5016645" y="1647926"/>
                  </a:lnTo>
                  <a:lnTo>
                    <a:pt x="5018119" y="1653604"/>
                  </a:lnTo>
                  <a:lnTo>
                    <a:pt x="5019593" y="1659336"/>
                  </a:lnTo>
                  <a:lnTo>
                    <a:pt x="5021067" y="1665606"/>
                  </a:lnTo>
                  <a:lnTo>
                    <a:pt x="5022542" y="1671179"/>
                  </a:lnTo>
                  <a:lnTo>
                    <a:pt x="5024016" y="1675914"/>
                  </a:lnTo>
                  <a:lnTo>
                    <a:pt x="5025490" y="1679486"/>
                  </a:lnTo>
                  <a:lnTo>
                    <a:pt x="5026964" y="1680793"/>
                  </a:lnTo>
                  <a:lnTo>
                    <a:pt x="5028439" y="1681513"/>
                  </a:lnTo>
                  <a:lnTo>
                    <a:pt x="5029913" y="1681881"/>
                  </a:lnTo>
                  <a:lnTo>
                    <a:pt x="5031387" y="1682216"/>
                  </a:lnTo>
                  <a:lnTo>
                    <a:pt x="5032861" y="1682491"/>
                  </a:lnTo>
                  <a:lnTo>
                    <a:pt x="5034336" y="1681885"/>
                  </a:lnTo>
                  <a:lnTo>
                    <a:pt x="5035810" y="1678878"/>
                  </a:lnTo>
                  <a:lnTo>
                    <a:pt x="5037284" y="1674037"/>
                  </a:lnTo>
                  <a:lnTo>
                    <a:pt x="5038758" y="1667407"/>
                  </a:lnTo>
                  <a:lnTo>
                    <a:pt x="5040233" y="1661309"/>
                  </a:lnTo>
                  <a:lnTo>
                    <a:pt x="5041707" y="1655296"/>
                  </a:lnTo>
                  <a:lnTo>
                    <a:pt x="5043181" y="1648720"/>
                  </a:lnTo>
                  <a:lnTo>
                    <a:pt x="5044655" y="1642549"/>
                  </a:lnTo>
                  <a:lnTo>
                    <a:pt x="5046130" y="1636646"/>
                  </a:lnTo>
                  <a:lnTo>
                    <a:pt x="5047604" y="1631198"/>
                  </a:lnTo>
                  <a:lnTo>
                    <a:pt x="5049078" y="1626172"/>
                  </a:lnTo>
                  <a:lnTo>
                    <a:pt x="5050552" y="1620887"/>
                  </a:lnTo>
                  <a:lnTo>
                    <a:pt x="5052027" y="1616047"/>
                  </a:lnTo>
                  <a:lnTo>
                    <a:pt x="5053501" y="1611823"/>
                  </a:lnTo>
                  <a:lnTo>
                    <a:pt x="5054975" y="1608585"/>
                  </a:lnTo>
                  <a:lnTo>
                    <a:pt x="5056449" y="1606741"/>
                  </a:lnTo>
                  <a:lnTo>
                    <a:pt x="5057924" y="1606209"/>
                  </a:lnTo>
                  <a:lnTo>
                    <a:pt x="5059398" y="1605942"/>
                  </a:lnTo>
                  <a:lnTo>
                    <a:pt x="5060872" y="1605415"/>
                  </a:lnTo>
                  <a:lnTo>
                    <a:pt x="5062346" y="1604623"/>
                  </a:lnTo>
                  <a:lnTo>
                    <a:pt x="5063821" y="1605138"/>
                  </a:lnTo>
                  <a:lnTo>
                    <a:pt x="5065295" y="1606506"/>
                  </a:lnTo>
                  <a:lnTo>
                    <a:pt x="5066769" y="1608097"/>
                  </a:lnTo>
                  <a:lnTo>
                    <a:pt x="5068243" y="1609947"/>
                  </a:lnTo>
                  <a:lnTo>
                    <a:pt x="5069718" y="1612019"/>
                  </a:lnTo>
                  <a:lnTo>
                    <a:pt x="5071192" y="1614092"/>
                  </a:lnTo>
                  <a:lnTo>
                    <a:pt x="5072666" y="1617164"/>
                  </a:lnTo>
                  <a:lnTo>
                    <a:pt x="5074140" y="1620616"/>
                  </a:lnTo>
                  <a:lnTo>
                    <a:pt x="5075615" y="1624069"/>
                  </a:lnTo>
                  <a:lnTo>
                    <a:pt x="5077089" y="1627522"/>
                  </a:lnTo>
                  <a:lnTo>
                    <a:pt x="5078563" y="1630974"/>
                  </a:lnTo>
                  <a:lnTo>
                    <a:pt x="5080037" y="1633678"/>
                  </a:lnTo>
                  <a:lnTo>
                    <a:pt x="5081512" y="1636381"/>
                  </a:lnTo>
                  <a:lnTo>
                    <a:pt x="5082986" y="1639307"/>
                  </a:lnTo>
                  <a:lnTo>
                    <a:pt x="5084460" y="1642625"/>
                  </a:lnTo>
                  <a:lnTo>
                    <a:pt x="5085934" y="1645896"/>
                  </a:lnTo>
                  <a:lnTo>
                    <a:pt x="5087409" y="1648558"/>
                  </a:lnTo>
                  <a:lnTo>
                    <a:pt x="5088883" y="1650624"/>
                  </a:lnTo>
                  <a:lnTo>
                    <a:pt x="5090357" y="1652690"/>
                  </a:lnTo>
                  <a:lnTo>
                    <a:pt x="5091831" y="1654756"/>
                  </a:lnTo>
                  <a:lnTo>
                    <a:pt x="5093306" y="1656971"/>
                  </a:lnTo>
                  <a:lnTo>
                    <a:pt x="5094780" y="1660455"/>
                  </a:lnTo>
                  <a:lnTo>
                    <a:pt x="5096254" y="1663908"/>
                  </a:lnTo>
                  <a:lnTo>
                    <a:pt x="5097728" y="1668059"/>
                  </a:lnTo>
                  <a:lnTo>
                    <a:pt x="5099203" y="1673189"/>
                  </a:lnTo>
                  <a:lnTo>
                    <a:pt x="5100677" y="1678897"/>
                  </a:lnTo>
                  <a:lnTo>
                    <a:pt x="5102151" y="1685028"/>
                  </a:lnTo>
                  <a:lnTo>
                    <a:pt x="5103625" y="1691158"/>
                  </a:lnTo>
                  <a:lnTo>
                    <a:pt x="5105100" y="1697289"/>
                  </a:lnTo>
                  <a:lnTo>
                    <a:pt x="5106574" y="1703806"/>
                  </a:lnTo>
                  <a:lnTo>
                    <a:pt x="5108048" y="1710382"/>
                  </a:lnTo>
                  <a:lnTo>
                    <a:pt x="5109522" y="1717910"/>
                  </a:lnTo>
                  <a:lnTo>
                    <a:pt x="5110997" y="1726744"/>
                  </a:lnTo>
                  <a:lnTo>
                    <a:pt x="5112471" y="1736301"/>
                  </a:lnTo>
                  <a:lnTo>
                    <a:pt x="5113945" y="1746131"/>
                  </a:lnTo>
                  <a:lnTo>
                    <a:pt x="5115419" y="1755851"/>
                  </a:lnTo>
                  <a:lnTo>
                    <a:pt x="5116894" y="1764537"/>
                  </a:lnTo>
                  <a:lnTo>
                    <a:pt x="5118368" y="1772886"/>
                  </a:lnTo>
                  <a:lnTo>
                    <a:pt x="5119842" y="1780830"/>
                  </a:lnTo>
                  <a:lnTo>
                    <a:pt x="5121316" y="1788980"/>
                  </a:lnTo>
                  <a:lnTo>
                    <a:pt x="5122791" y="1796253"/>
                  </a:lnTo>
                  <a:lnTo>
                    <a:pt x="5124265" y="1803526"/>
                  </a:lnTo>
                  <a:lnTo>
                    <a:pt x="5125739" y="1811609"/>
                  </a:lnTo>
                  <a:lnTo>
                    <a:pt x="5127213" y="1818191"/>
                  </a:lnTo>
                  <a:lnTo>
                    <a:pt x="5128688" y="1823809"/>
                  </a:lnTo>
                  <a:lnTo>
                    <a:pt x="5130162" y="1826809"/>
                  </a:lnTo>
                  <a:lnTo>
                    <a:pt x="5130309" y="1826954"/>
                  </a:lnTo>
                  <a:lnTo>
                    <a:pt x="5141605" y="1826954"/>
                  </a:lnTo>
                  <a:lnTo>
                    <a:pt x="5141956" y="1826596"/>
                  </a:lnTo>
                  <a:lnTo>
                    <a:pt x="5143430" y="1825096"/>
                  </a:lnTo>
                  <a:lnTo>
                    <a:pt x="5144904" y="1823597"/>
                  </a:lnTo>
                  <a:lnTo>
                    <a:pt x="5146379" y="1821546"/>
                  </a:lnTo>
                  <a:lnTo>
                    <a:pt x="5147853" y="1818852"/>
                  </a:lnTo>
                  <a:lnTo>
                    <a:pt x="5149327" y="1816505"/>
                  </a:lnTo>
                  <a:lnTo>
                    <a:pt x="5150801" y="1813310"/>
                  </a:lnTo>
                  <a:lnTo>
                    <a:pt x="5152276" y="1810806"/>
                  </a:lnTo>
                  <a:lnTo>
                    <a:pt x="5153750" y="1809013"/>
                  </a:lnTo>
                  <a:lnTo>
                    <a:pt x="5155224" y="1805714"/>
                  </a:lnTo>
                  <a:lnTo>
                    <a:pt x="5156698" y="1800541"/>
                  </a:lnTo>
                  <a:lnTo>
                    <a:pt x="5158173" y="1795296"/>
                  </a:lnTo>
                  <a:lnTo>
                    <a:pt x="5159647" y="1789323"/>
                  </a:lnTo>
                  <a:lnTo>
                    <a:pt x="5161121" y="1783715"/>
                  </a:lnTo>
                  <a:lnTo>
                    <a:pt x="5162595" y="1777154"/>
                  </a:lnTo>
                  <a:lnTo>
                    <a:pt x="5164069" y="1771064"/>
                  </a:lnTo>
                  <a:lnTo>
                    <a:pt x="5165544" y="1765105"/>
                  </a:lnTo>
                  <a:lnTo>
                    <a:pt x="5167018" y="1758739"/>
                  </a:lnTo>
                  <a:lnTo>
                    <a:pt x="5168492" y="1752018"/>
                  </a:lnTo>
                  <a:lnTo>
                    <a:pt x="5169966" y="1744247"/>
                  </a:lnTo>
                  <a:lnTo>
                    <a:pt x="5171441" y="1736534"/>
                  </a:lnTo>
                  <a:lnTo>
                    <a:pt x="5172915" y="1729058"/>
                  </a:lnTo>
                  <a:lnTo>
                    <a:pt x="5174389" y="1721136"/>
                  </a:lnTo>
                  <a:lnTo>
                    <a:pt x="5175863" y="1713214"/>
                  </a:lnTo>
                  <a:lnTo>
                    <a:pt x="5177338" y="1706182"/>
                  </a:lnTo>
                  <a:lnTo>
                    <a:pt x="5178812" y="1700465"/>
                  </a:lnTo>
                  <a:lnTo>
                    <a:pt x="5180286" y="1694963"/>
                  </a:lnTo>
                  <a:lnTo>
                    <a:pt x="5181760" y="1690309"/>
                  </a:lnTo>
                  <a:lnTo>
                    <a:pt x="5183235" y="1685507"/>
                  </a:lnTo>
                  <a:lnTo>
                    <a:pt x="5184709" y="1682054"/>
                  </a:lnTo>
                  <a:lnTo>
                    <a:pt x="5186183" y="1677379"/>
                  </a:lnTo>
                  <a:lnTo>
                    <a:pt x="5187657" y="1673014"/>
                  </a:lnTo>
                  <a:lnTo>
                    <a:pt x="5189132" y="1668946"/>
                  </a:lnTo>
                  <a:lnTo>
                    <a:pt x="5190606" y="1665675"/>
                  </a:lnTo>
                  <a:lnTo>
                    <a:pt x="5192080" y="1663902"/>
                  </a:lnTo>
                  <a:lnTo>
                    <a:pt x="5193554" y="1662130"/>
                  </a:lnTo>
                  <a:lnTo>
                    <a:pt x="5195029" y="1660780"/>
                  </a:lnTo>
                  <a:lnTo>
                    <a:pt x="5196503" y="1658348"/>
                  </a:lnTo>
                  <a:lnTo>
                    <a:pt x="5197977" y="1654664"/>
                  </a:lnTo>
                  <a:lnTo>
                    <a:pt x="5199451" y="1650737"/>
                  </a:lnTo>
                  <a:lnTo>
                    <a:pt x="5200926" y="1646733"/>
                  </a:lnTo>
                  <a:lnTo>
                    <a:pt x="5202400" y="1643757"/>
                  </a:lnTo>
                  <a:lnTo>
                    <a:pt x="5203874" y="1641603"/>
                  </a:lnTo>
                  <a:lnTo>
                    <a:pt x="5205348" y="1641081"/>
                  </a:lnTo>
                  <a:lnTo>
                    <a:pt x="5206823" y="1641315"/>
                  </a:lnTo>
                  <a:lnTo>
                    <a:pt x="5208297" y="1641550"/>
                  </a:lnTo>
                  <a:lnTo>
                    <a:pt x="5209771" y="1641310"/>
                  </a:lnTo>
                  <a:lnTo>
                    <a:pt x="5211245" y="1641545"/>
                  </a:lnTo>
                  <a:lnTo>
                    <a:pt x="5212720" y="1641780"/>
                  </a:lnTo>
                  <a:lnTo>
                    <a:pt x="5214194" y="1642642"/>
                  </a:lnTo>
                  <a:lnTo>
                    <a:pt x="5215668" y="1643990"/>
                  </a:lnTo>
                  <a:lnTo>
                    <a:pt x="5217142" y="1645643"/>
                  </a:lnTo>
                  <a:lnTo>
                    <a:pt x="5218617" y="1647538"/>
                  </a:lnTo>
                  <a:lnTo>
                    <a:pt x="5220091" y="1650686"/>
                  </a:lnTo>
                  <a:lnTo>
                    <a:pt x="5221565" y="1654570"/>
                  </a:lnTo>
                  <a:lnTo>
                    <a:pt x="5223039" y="1658313"/>
                  </a:lnTo>
                  <a:lnTo>
                    <a:pt x="5224514" y="1661711"/>
                  </a:lnTo>
                  <a:lnTo>
                    <a:pt x="5225988" y="1665697"/>
                  </a:lnTo>
                  <a:lnTo>
                    <a:pt x="5227462" y="1668728"/>
                  </a:lnTo>
                  <a:lnTo>
                    <a:pt x="5228936" y="1671047"/>
                  </a:lnTo>
                  <a:lnTo>
                    <a:pt x="5230411" y="1675096"/>
                  </a:lnTo>
                  <a:lnTo>
                    <a:pt x="5231885" y="1681018"/>
                  </a:lnTo>
                  <a:lnTo>
                    <a:pt x="5233359" y="1686263"/>
                  </a:lnTo>
                  <a:lnTo>
                    <a:pt x="5234833" y="1692013"/>
                  </a:lnTo>
                  <a:lnTo>
                    <a:pt x="5236308" y="1697399"/>
                  </a:lnTo>
                  <a:lnTo>
                    <a:pt x="5237782" y="1703479"/>
                  </a:lnTo>
                  <a:lnTo>
                    <a:pt x="5239256" y="1709346"/>
                  </a:lnTo>
                  <a:lnTo>
                    <a:pt x="5240730" y="1715083"/>
                  </a:lnTo>
                  <a:lnTo>
                    <a:pt x="5242205" y="1721227"/>
                  </a:lnTo>
                  <a:lnTo>
                    <a:pt x="5243679" y="1727725"/>
                  </a:lnTo>
                  <a:lnTo>
                    <a:pt x="5245153" y="1734224"/>
                  </a:lnTo>
                  <a:lnTo>
                    <a:pt x="5246627" y="1739926"/>
                  </a:lnTo>
                  <a:lnTo>
                    <a:pt x="5248102" y="1743943"/>
                  </a:lnTo>
                  <a:lnTo>
                    <a:pt x="5249576" y="1746883"/>
                  </a:lnTo>
                  <a:lnTo>
                    <a:pt x="5251050" y="1749297"/>
                  </a:lnTo>
                  <a:lnTo>
                    <a:pt x="5252524" y="1749630"/>
                  </a:lnTo>
                  <a:lnTo>
                    <a:pt x="5253999" y="1747936"/>
                  </a:lnTo>
                  <a:lnTo>
                    <a:pt x="5255473" y="1745734"/>
                  </a:lnTo>
                  <a:lnTo>
                    <a:pt x="5256947" y="1742574"/>
                  </a:lnTo>
                  <a:lnTo>
                    <a:pt x="5258421" y="1738017"/>
                  </a:lnTo>
                  <a:lnTo>
                    <a:pt x="5259896" y="1731686"/>
                  </a:lnTo>
                  <a:lnTo>
                    <a:pt x="5261370" y="1726225"/>
                  </a:lnTo>
                  <a:lnTo>
                    <a:pt x="5262844" y="1719498"/>
                  </a:lnTo>
                  <a:lnTo>
                    <a:pt x="5264318" y="1711474"/>
                  </a:lnTo>
                  <a:lnTo>
                    <a:pt x="5265793" y="1702651"/>
                  </a:lnTo>
                  <a:lnTo>
                    <a:pt x="5267267" y="1692331"/>
                  </a:lnTo>
                  <a:lnTo>
                    <a:pt x="5268741" y="1682010"/>
                  </a:lnTo>
                  <a:lnTo>
                    <a:pt x="5270215" y="1671001"/>
                  </a:lnTo>
                  <a:lnTo>
                    <a:pt x="5271690" y="1660975"/>
                  </a:lnTo>
                  <a:lnTo>
                    <a:pt x="5273164" y="1651153"/>
                  </a:lnTo>
                  <a:lnTo>
                    <a:pt x="5274638" y="1642248"/>
                  </a:lnTo>
                  <a:lnTo>
                    <a:pt x="5276112" y="1633387"/>
                  </a:lnTo>
                  <a:lnTo>
                    <a:pt x="5277587" y="1625175"/>
                  </a:lnTo>
                  <a:lnTo>
                    <a:pt x="5279061" y="1616570"/>
                  </a:lnTo>
                  <a:lnTo>
                    <a:pt x="5280535" y="1609589"/>
                  </a:lnTo>
                  <a:lnTo>
                    <a:pt x="5282009" y="1602609"/>
                  </a:lnTo>
                  <a:lnTo>
                    <a:pt x="5283484" y="1595629"/>
                  </a:lnTo>
                  <a:lnTo>
                    <a:pt x="5284958" y="1589739"/>
                  </a:lnTo>
                  <a:lnTo>
                    <a:pt x="5286432" y="1584023"/>
                  </a:lnTo>
                  <a:lnTo>
                    <a:pt x="5287906" y="1578307"/>
                  </a:lnTo>
                  <a:lnTo>
                    <a:pt x="5289381" y="1572592"/>
                  </a:lnTo>
                  <a:lnTo>
                    <a:pt x="5290855" y="1567351"/>
                  </a:lnTo>
                  <a:lnTo>
                    <a:pt x="5292329" y="1563523"/>
                  </a:lnTo>
                  <a:lnTo>
                    <a:pt x="5293803" y="1559666"/>
                  </a:lnTo>
                  <a:lnTo>
                    <a:pt x="5295278" y="1557196"/>
                  </a:lnTo>
                  <a:lnTo>
                    <a:pt x="5296752" y="1554739"/>
                  </a:lnTo>
                  <a:lnTo>
                    <a:pt x="5298226" y="1553467"/>
                  </a:lnTo>
                  <a:lnTo>
                    <a:pt x="5299700" y="1552195"/>
                  </a:lnTo>
                  <a:lnTo>
                    <a:pt x="5301175" y="1551403"/>
                  </a:lnTo>
                  <a:lnTo>
                    <a:pt x="5302649" y="1551136"/>
                  </a:lnTo>
                  <a:lnTo>
                    <a:pt x="5304123" y="1550869"/>
                  </a:lnTo>
                  <a:lnTo>
                    <a:pt x="5305597" y="1550602"/>
                  </a:lnTo>
                  <a:lnTo>
                    <a:pt x="5307072" y="1550602"/>
                  </a:lnTo>
                  <a:lnTo>
                    <a:pt x="5308546" y="1551129"/>
                  </a:lnTo>
                  <a:lnTo>
                    <a:pt x="5310020" y="1551878"/>
                  </a:lnTo>
                  <a:lnTo>
                    <a:pt x="5311494" y="1552627"/>
                  </a:lnTo>
                  <a:lnTo>
                    <a:pt x="5312969" y="1553376"/>
                  </a:lnTo>
                  <a:lnTo>
                    <a:pt x="5314443" y="1554125"/>
                  </a:lnTo>
                  <a:lnTo>
                    <a:pt x="5315917" y="1554874"/>
                  </a:lnTo>
                  <a:lnTo>
                    <a:pt x="5317391" y="1555623"/>
                  </a:lnTo>
                  <a:lnTo>
                    <a:pt x="5318866" y="1556372"/>
                  </a:lnTo>
                  <a:lnTo>
                    <a:pt x="5320340" y="1556854"/>
                  </a:lnTo>
                  <a:lnTo>
                    <a:pt x="5321814" y="1557737"/>
                  </a:lnTo>
                  <a:lnTo>
                    <a:pt x="5323288" y="1559810"/>
                  </a:lnTo>
                  <a:lnTo>
                    <a:pt x="5324763" y="1562736"/>
                  </a:lnTo>
                  <a:lnTo>
                    <a:pt x="5326237" y="1566189"/>
                  </a:lnTo>
                  <a:lnTo>
                    <a:pt x="5327711" y="1571056"/>
                  </a:lnTo>
                  <a:lnTo>
                    <a:pt x="5329185" y="1576411"/>
                  </a:lnTo>
                  <a:lnTo>
                    <a:pt x="5330660" y="1582060"/>
                  </a:lnTo>
                  <a:lnTo>
                    <a:pt x="5332134" y="1587820"/>
                  </a:lnTo>
                  <a:lnTo>
                    <a:pt x="5333608" y="1595125"/>
                  </a:lnTo>
                  <a:lnTo>
                    <a:pt x="5335082" y="1602430"/>
                  </a:lnTo>
                  <a:lnTo>
                    <a:pt x="5336557" y="1609735"/>
                  </a:lnTo>
                  <a:lnTo>
                    <a:pt x="5338031" y="1617530"/>
                  </a:lnTo>
                  <a:lnTo>
                    <a:pt x="5339505" y="1626019"/>
                  </a:lnTo>
                  <a:lnTo>
                    <a:pt x="5340979" y="1634507"/>
                  </a:lnTo>
                  <a:lnTo>
                    <a:pt x="5342454" y="1643255"/>
                  </a:lnTo>
                  <a:lnTo>
                    <a:pt x="5343928" y="1652002"/>
                  </a:lnTo>
                  <a:lnTo>
                    <a:pt x="5345402" y="1661015"/>
                  </a:lnTo>
                  <a:lnTo>
                    <a:pt x="5346876" y="1669653"/>
                  </a:lnTo>
                  <a:lnTo>
                    <a:pt x="5348351" y="1679339"/>
                  </a:lnTo>
                  <a:lnTo>
                    <a:pt x="5349825" y="1688091"/>
                  </a:lnTo>
                  <a:lnTo>
                    <a:pt x="5351299" y="1696326"/>
                  </a:lnTo>
                  <a:lnTo>
                    <a:pt x="5352773" y="1704385"/>
                  </a:lnTo>
                  <a:lnTo>
                    <a:pt x="5354248" y="1712363"/>
                  </a:lnTo>
                  <a:lnTo>
                    <a:pt x="5355722" y="1718582"/>
                  </a:lnTo>
                  <a:lnTo>
                    <a:pt x="5357196" y="1722760"/>
                  </a:lnTo>
                  <a:lnTo>
                    <a:pt x="5358670" y="1725920"/>
                  </a:lnTo>
                  <a:lnTo>
                    <a:pt x="5360144" y="1727596"/>
                  </a:lnTo>
                  <a:lnTo>
                    <a:pt x="5361619" y="1727752"/>
                  </a:lnTo>
                  <a:lnTo>
                    <a:pt x="5363093" y="1726709"/>
                  </a:lnTo>
                  <a:lnTo>
                    <a:pt x="5364567" y="1725445"/>
                  </a:lnTo>
                  <a:lnTo>
                    <a:pt x="5366041" y="1724180"/>
                  </a:lnTo>
                  <a:lnTo>
                    <a:pt x="5367516" y="1721502"/>
                  </a:lnTo>
                  <a:lnTo>
                    <a:pt x="5368990" y="1718255"/>
                  </a:lnTo>
                  <a:lnTo>
                    <a:pt x="5370464" y="1710637"/>
                  </a:lnTo>
                  <a:lnTo>
                    <a:pt x="5371938" y="1702720"/>
                  </a:lnTo>
                  <a:lnTo>
                    <a:pt x="5373413" y="1694301"/>
                  </a:lnTo>
                  <a:lnTo>
                    <a:pt x="5374887" y="1684569"/>
                  </a:lnTo>
                  <a:lnTo>
                    <a:pt x="5376361" y="1674177"/>
                  </a:lnTo>
                  <a:lnTo>
                    <a:pt x="5377835" y="1663297"/>
                  </a:lnTo>
                  <a:lnTo>
                    <a:pt x="5379310" y="1653461"/>
                  </a:lnTo>
                  <a:lnTo>
                    <a:pt x="5380784" y="1644258"/>
                  </a:lnTo>
                  <a:lnTo>
                    <a:pt x="5382258" y="1635404"/>
                  </a:lnTo>
                  <a:lnTo>
                    <a:pt x="5383732" y="1627033"/>
                  </a:lnTo>
                  <a:lnTo>
                    <a:pt x="5385207" y="1620153"/>
                  </a:lnTo>
                  <a:lnTo>
                    <a:pt x="5386681" y="1613273"/>
                  </a:lnTo>
                  <a:lnTo>
                    <a:pt x="5388155" y="1606394"/>
                  </a:lnTo>
                  <a:lnTo>
                    <a:pt x="5389629" y="1599514"/>
                  </a:lnTo>
                  <a:lnTo>
                    <a:pt x="5391104" y="1592999"/>
                  </a:lnTo>
                  <a:lnTo>
                    <a:pt x="5392578" y="1588648"/>
                  </a:lnTo>
                  <a:lnTo>
                    <a:pt x="5394052" y="1584446"/>
                  </a:lnTo>
                  <a:lnTo>
                    <a:pt x="5395526" y="1580663"/>
                  </a:lnTo>
                  <a:lnTo>
                    <a:pt x="5397001" y="1579220"/>
                  </a:lnTo>
                  <a:lnTo>
                    <a:pt x="5398475" y="1578998"/>
                  </a:lnTo>
                  <a:lnTo>
                    <a:pt x="5399949" y="1577807"/>
                  </a:lnTo>
                  <a:lnTo>
                    <a:pt x="5401423" y="1576009"/>
                  </a:lnTo>
                  <a:lnTo>
                    <a:pt x="5402898" y="1572556"/>
                  </a:lnTo>
                  <a:lnTo>
                    <a:pt x="5404372" y="1569326"/>
                  </a:lnTo>
                  <a:lnTo>
                    <a:pt x="5405846" y="1566095"/>
                  </a:lnTo>
                  <a:lnTo>
                    <a:pt x="5407320" y="1562642"/>
                  </a:lnTo>
                  <a:lnTo>
                    <a:pt x="5408795" y="1559189"/>
                  </a:lnTo>
                  <a:lnTo>
                    <a:pt x="5410269" y="1555736"/>
                  </a:lnTo>
                  <a:lnTo>
                    <a:pt x="5411743" y="1552284"/>
                  </a:lnTo>
                  <a:lnTo>
                    <a:pt x="5413217" y="1548831"/>
                  </a:lnTo>
                  <a:lnTo>
                    <a:pt x="5414692" y="1545156"/>
                  </a:lnTo>
                  <a:lnTo>
                    <a:pt x="5416166" y="1541481"/>
                  </a:lnTo>
                  <a:lnTo>
                    <a:pt x="5417640" y="1537546"/>
                  </a:lnTo>
                  <a:lnTo>
                    <a:pt x="5419114" y="1533612"/>
                  </a:lnTo>
                  <a:lnTo>
                    <a:pt x="5420589" y="1529677"/>
                  </a:lnTo>
                  <a:lnTo>
                    <a:pt x="5422063" y="1526522"/>
                  </a:lnTo>
                  <a:lnTo>
                    <a:pt x="5423537" y="1523961"/>
                  </a:lnTo>
                  <a:lnTo>
                    <a:pt x="5425011" y="1523337"/>
                  </a:lnTo>
                  <a:lnTo>
                    <a:pt x="5426486" y="1523115"/>
                  </a:lnTo>
                  <a:lnTo>
                    <a:pt x="5427960" y="1522893"/>
                  </a:lnTo>
                  <a:lnTo>
                    <a:pt x="5429434" y="1523152"/>
                  </a:lnTo>
                  <a:lnTo>
                    <a:pt x="5430908" y="1523546"/>
                  </a:lnTo>
                  <a:lnTo>
                    <a:pt x="5432383" y="1525982"/>
                  </a:lnTo>
                  <a:lnTo>
                    <a:pt x="5433857" y="1529435"/>
                  </a:lnTo>
                  <a:lnTo>
                    <a:pt x="5435331" y="1533756"/>
                  </a:lnTo>
                  <a:lnTo>
                    <a:pt x="5436805" y="1539480"/>
                  </a:lnTo>
                  <a:lnTo>
                    <a:pt x="5438280" y="1546660"/>
                  </a:lnTo>
                  <a:lnTo>
                    <a:pt x="5439754" y="1554401"/>
                  </a:lnTo>
                  <a:lnTo>
                    <a:pt x="5441228" y="1562141"/>
                  </a:lnTo>
                  <a:lnTo>
                    <a:pt x="5442702" y="1569881"/>
                  </a:lnTo>
                  <a:lnTo>
                    <a:pt x="5444177" y="1577976"/>
                  </a:lnTo>
                  <a:lnTo>
                    <a:pt x="5445651" y="1587803"/>
                  </a:lnTo>
                  <a:lnTo>
                    <a:pt x="5447125" y="1597732"/>
                  </a:lnTo>
                  <a:lnTo>
                    <a:pt x="5448599" y="1607079"/>
                  </a:lnTo>
                  <a:lnTo>
                    <a:pt x="5450074" y="1616109"/>
                  </a:lnTo>
                  <a:lnTo>
                    <a:pt x="5451548" y="1624434"/>
                  </a:lnTo>
                  <a:lnTo>
                    <a:pt x="5453022" y="1632989"/>
                  </a:lnTo>
                  <a:lnTo>
                    <a:pt x="5454496" y="1640945"/>
                  </a:lnTo>
                  <a:lnTo>
                    <a:pt x="5455971" y="1648268"/>
                  </a:lnTo>
                  <a:lnTo>
                    <a:pt x="5457445" y="1654976"/>
                  </a:lnTo>
                  <a:lnTo>
                    <a:pt x="5458919" y="1659817"/>
                  </a:lnTo>
                  <a:lnTo>
                    <a:pt x="5460393" y="1660446"/>
                  </a:lnTo>
                  <a:lnTo>
                    <a:pt x="5461868" y="1660316"/>
                  </a:lnTo>
                  <a:lnTo>
                    <a:pt x="5463342" y="1659705"/>
                  </a:lnTo>
                  <a:lnTo>
                    <a:pt x="5464816" y="1658531"/>
                  </a:lnTo>
                  <a:lnTo>
                    <a:pt x="5466290" y="1656991"/>
                  </a:lnTo>
                  <a:lnTo>
                    <a:pt x="5467765" y="1653287"/>
                  </a:lnTo>
                  <a:lnTo>
                    <a:pt x="5469239" y="1649435"/>
                  </a:lnTo>
                  <a:lnTo>
                    <a:pt x="5470713" y="1645787"/>
                  </a:lnTo>
                  <a:lnTo>
                    <a:pt x="5472187" y="1640837"/>
                  </a:lnTo>
                  <a:lnTo>
                    <a:pt x="5473662" y="1635456"/>
                  </a:lnTo>
                  <a:lnTo>
                    <a:pt x="5475136" y="1630774"/>
                  </a:lnTo>
                  <a:lnTo>
                    <a:pt x="5476610" y="1626095"/>
                  </a:lnTo>
                  <a:lnTo>
                    <a:pt x="5478084" y="1622279"/>
                  </a:lnTo>
                  <a:lnTo>
                    <a:pt x="5479559" y="1618462"/>
                  </a:lnTo>
                  <a:lnTo>
                    <a:pt x="5481033" y="1615314"/>
                  </a:lnTo>
                  <a:lnTo>
                    <a:pt x="5482507" y="1614587"/>
                  </a:lnTo>
                  <a:lnTo>
                    <a:pt x="5483981" y="1614445"/>
                  </a:lnTo>
                  <a:lnTo>
                    <a:pt x="5485456" y="1614919"/>
                  </a:lnTo>
                  <a:lnTo>
                    <a:pt x="5486930" y="1616191"/>
                  </a:lnTo>
                  <a:lnTo>
                    <a:pt x="5488404" y="1617463"/>
                  </a:lnTo>
                  <a:lnTo>
                    <a:pt x="5489878" y="1618735"/>
                  </a:lnTo>
                  <a:lnTo>
                    <a:pt x="5491353" y="1620345"/>
                  </a:lnTo>
                  <a:lnTo>
                    <a:pt x="5492827" y="1621954"/>
                  </a:lnTo>
                  <a:lnTo>
                    <a:pt x="5494301" y="1623563"/>
                  </a:lnTo>
                  <a:lnTo>
                    <a:pt x="5495775" y="1625172"/>
                  </a:lnTo>
                  <a:lnTo>
                    <a:pt x="5497250" y="1626424"/>
                  </a:lnTo>
                  <a:lnTo>
                    <a:pt x="5498724" y="1627246"/>
                  </a:lnTo>
                  <a:lnTo>
                    <a:pt x="5500198" y="1626546"/>
                  </a:lnTo>
                  <a:lnTo>
                    <a:pt x="5501672" y="1625107"/>
                  </a:lnTo>
                  <a:lnTo>
                    <a:pt x="5503147" y="1622404"/>
                  </a:lnTo>
                  <a:lnTo>
                    <a:pt x="5504621" y="1619218"/>
                  </a:lnTo>
                  <a:lnTo>
                    <a:pt x="5506095" y="1616032"/>
                  </a:lnTo>
                  <a:lnTo>
                    <a:pt x="5507569" y="1612580"/>
                  </a:lnTo>
                  <a:lnTo>
                    <a:pt x="5509044" y="1609127"/>
                  </a:lnTo>
                  <a:lnTo>
                    <a:pt x="5510518" y="1605674"/>
                  </a:lnTo>
                  <a:lnTo>
                    <a:pt x="5511992" y="1601690"/>
                  </a:lnTo>
                  <a:lnTo>
                    <a:pt x="5513466" y="1596964"/>
                  </a:lnTo>
                  <a:lnTo>
                    <a:pt x="5514941" y="1591903"/>
                  </a:lnTo>
                  <a:lnTo>
                    <a:pt x="5516415" y="1586841"/>
                  </a:lnTo>
                  <a:lnTo>
                    <a:pt x="5517889" y="1581779"/>
                  </a:lnTo>
                  <a:lnTo>
                    <a:pt x="5519363" y="1576717"/>
                  </a:lnTo>
                  <a:lnTo>
                    <a:pt x="5520838" y="1571948"/>
                  </a:lnTo>
                  <a:lnTo>
                    <a:pt x="5522312" y="1568087"/>
                  </a:lnTo>
                  <a:lnTo>
                    <a:pt x="5523786" y="1565254"/>
                  </a:lnTo>
                  <a:lnTo>
                    <a:pt x="5525260" y="1565957"/>
                  </a:lnTo>
                  <a:lnTo>
                    <a:pt x="5526735" y="1567801"/>
                  </a:lnTo>
                  <a:lnTo>
                    <a:pt x="5528209" y="1569644"/>
                  </a:lnTo>
                  <a:lnTo>
                    <a:pt x="5529683" y="1571042"/>
                  </a:lnTo>
                  <a:lnTo>
                    <a:pt x="5531157" y="1572440"/>
                  </a:lnTo>
                  <a:lnTo>
                    <a:pt x="5532632" y="1574060"/>
                  </a:lnTo>
                  <a:lnTo>
                    <a:pt x="5534106" y="1577064"/>
                  </a:lnTo>
                  <a:lnTo>
                    <a:pt x="5535580" y="1581553"/>
                  </a:lnTo>
                  <a:lnTo>
                    <a:pt x="5537054" y="1586186"/>
                  </a:lnTo>
                  <a:lnTo>
                    <a:pt x="5538529" y="1591300"/>
                  </a:lnTo>
                  <a:lnTo>
                    <a:pt x="5540003" y="1596977"/>
                  </a:lnTo>
                  <a:lnTo>
                    <a:pt x="5541477" y="1602400"/>
                  </a:lnTo>
                  <a:lnTo>
                    <a:pt x="5542951" y="1606475"/>
                  </a:lnTo>
                  <a:lnTo>
                    <a:pt x="5544426" y="1610550"/>
                  </a:lnTo>
                  <a:lnTo>
                    <a:pt x="5545900" y="1614529"/>
                  </a:lnTo>
                  <a:lnTo>
                    <a:pt x="5547374" y="1617468"/>
                  </a:lnTo>
                  <a:lnTo>
                    <a:pt x="5548848" y="1619879"/>
                  </a:lnTo>
                  <a:lnTo>
                    <a:pt x="5550322" y="1622781"/>
                  </a:lnTo>
                  <a:lnTo>
                    <a:pt x="5551797" y="1626288"/>
                  </a:lnTo>
                  <a:lnTo>
                    <a:pt x="5553271" y="1630363"/>
                  </a:lnTo>
                  <a:lnTo>
                    <a:pt x="5554745" y="1634180"/>
                  </a:lnTo>
                  <a:lnTo>
                    <a:pt x="5556219" y="1637328"/>
                  </a:lnTo>
                  <a:lnTo>
                    <a:pt x="5557694" y="1639294"/>
                  </a:lnTo>
                  <a:lnTo>
                    <a:pt x="5559168" y="1641260"/>
                  </a:lnTo>
                  <a:lnTo>
                    <a:pt x="5560642" y="1642871"/>
                  </a:lnTo>
                  <a:lnTo>
                    <a:pt x="5562116" y="1643683"/>
                  </a:lnTo>
                  <a:lnTo>
                    <a:pt x="5563591" y="1644755"/>
                  </a:lnTo>
                  <a:lnTo>
                    <a:pt x="5565065" y="1647685"/>
                  </a:lnTo>
                  <a:lnTo>
                    <a:pt x="5566539" y="1650278"/>
                  </a:lnTo>
                  <a:lnTo>
                    <a:pt x="5568013" y="1652603"/>
                  </a:lnTo>
                  <a:lnTo>
                    <a:pt x="5569488" y="1654669"/>
                  </a:lnTo>
                  <a:lnTo>
                    <a:pt x="5570962" y="1656735"/>
                  </a:lnTo>
                  <a:lnTo>
                    <a:pt x="5572436" y="1658378"/>
                  </a:lnTo>
                  <a:lnTo>
                    <a:pt x="5573910" y="1659858"/>
                  </a:lnTo>
                  <a:lnTo>
                    <a:pt x="5575385" y="1661181"/>
                  </a:lnTo>
                  <a:lnTo>
                    <a:pt x="5576859" y="1662842"/>
                  </a:lnTo>
                  <a:lnTo>
                    <a:pt x="5578333" y="1665768"/>
                  </a:lnTo>
                  <a:lnTo>
                    <a:pt x="5579807" y="1668694"/>
                  </a:lnTo>
                  <a:lnTo>
                    <a:pt x="5581282" y="1671620"/>
                  </a:lnTo>
                  <a:lnTo>
                    <a:pt x="5582756" y="1674591"/>
                  </a:lnTo>
                  <a:lnTo>
                    <a:pt x="5584230" y="1677561"/>
                  </a:lnTo>
                  <a:lnTo>
                    <a:pt x="5585704" y="1680755"/>
                  </a:lnTo>
                  <a:lnTo>
                    <a:pt x="5587179" y="1683725"/>
                  </a:lnTo>
                  <a:lnTo>
                    <a:pt x="5588653" y="1687178"/>
                  </a:lnTo>
                  <a:lnTo>
                    <a:pt x="5590127" y="1690631"/>
                  </a:lnTo>
                  <a:lnTo>
                    <a:pt x="5591601" y="1694084"/>
                  </a:lnTo>
                  <a:lnTo>
                    <a:pt x="5593076" y="1697537"/>
                  </a:lnTo>
                  <a:lnTo>
                    <a:pt x="5594550" y="1700990"/>
                  </a:lnTo>
                  <a:lnTo>
                    <a:pt x="5596024" y="1704149"/>
                  </a:lnTo>
                  <a:lnTo>
                    <a:pt x="5597498" y="1706401"/>
                  </a:lnTo>
                  <a:lnTo>
                    <a:pt x="5598973" y="1708306"/>
                  </a:lnTo>
                  <a:lnTo>
                    <a:pt x="5600447" y="1708528"/>
                  </a:lnTo>
                  <a:lnTo>
                    <a:pt x="5601921" y="1708750"/>
                  </a:lnTo>
                  <a:lnTo>
                    <a:pt x="5603395" y="1708972"/>
                  </a:lnTo>
                  <a:lnTo>
                    <a:pt x="5604870" y="1709194"/>
                  </a:lnTo>
                  <a:lnTo>
                    <a:pt x="5606344" y="1709416"/>
                  </a:lnTo>
                  <a:lnTo>
                    <a:pt x="5607818" y="1709194"/>
                  </a:lnTo>
                  <a:lnTo>
                    <a:pt x="5609292" y="1708972"/>
                  </a:lnTo>
                  <a:lnTo>
                    <a:pt x="5610767" y="1709984"/>
                  </a:lnTo>
                  <a:lnTo>
                    <a:pt x="5612241" y="1711612"/>
                  </a:lnTo>
                  <a:lnTo>
                    <a:pt x="5613715" y="1713240"/>
                  </a:lnTo>
                  <a:lnTo>
                    <a:pt x="5615189" y="1714868"/>
                  </a:lnTo>
                  <a:lnTo>
                    <a:pt x="5616664" y="1716750"/>
                  </a:lnTo>
                  <a:lnTo>
                    <a:pt x="5618138" y="1719981"/>
                  </a:lnTo>
                  <a:lnTo>
                    <a:pt x="5619612" y="1723211"/>
                  </a:lnTo>
                  <a:lnTo>
                    <a:pt x="5621086" y="1726182"/>
                  </a:lnTo>
                  <a:lnTo>
                    <a:pt x="5622561" y="1728751"/>
                  </a:lnTo>
                  <a:lnTo>
                    <a:pt x="5624035" y="1731320"/>
                  </a:lnTo>
                  <a:lnTo>
                    <a:pt x="5625509" y="1734291"/>
                  </a:lnTo>
                  <a:lnTo>
                    <a:pt x="5626983" y="1737262"/>
                  </a:lnTo>
                  <a:lnTo>
                    <a:pt x="5628458" y="1740455"/>
                  </a:lnTo>
                  <a:lnTo>
                    <a:pt x="5629932" y="1744434"/>
                  </a:lnTo>
                  <a:lnTo>
                    <a:pt x="5631406" y="1748414"/>
                  </a:lnTo>
                  <a:lnTo>
                    <a:pt x="5632880" y="1751641"/>
                  </a:lnTo>
                  <a:lnTo>
                    <a:pt x="5634355" y="1754283"/>
                  </a:lnTo>
                  <a:lnTo>
                    <a:pt x="5635829" y="1756924"/>
                  </a:lnTo>
                  <a:lnTo>
                    <a:pt x="5637303" y="1759564"/>
                  </a:lnTo>
                  <a:lnTo>
                    <a:pt x="5638777" y="1761944"/>
                  </a:lnTo>
                  <a:lnTo>
                    <a:pt x="5640252" y="1762467"/>
                  </a:lnTo>
                  <a:lnTo>
                    <a:pt x="5641726" y="1762990"/>
                  </a:lnTo>
                  <a:lnTo>
                    <a:pt x="5643200" y="1763780"/>
                  </a:lnTo>
                  <a:lnTo>
                    <a:pt x="5644674" y="1764830"/>
                  </a:lnTo>
                  <a:lnTo>
                    <a:pt x="5646149" y="1765880"/>
                  </a:lnTo>
                  <a:lnTo>
                    <a:pt x="5647623" y="1766672"/>
                  </a:lnTo>
                  <a:lnTo>
                    <a:pt x="5649097" y="1767463"/>
                  </a:lnTo>
                  <a:lnTo>
                    <a:pt x="5650571" y="1767990"/>
                  </a:lnTo>
                  <a:lnTo>
                    <a:pt x="5652046" y="1767990"/>
                  </a:lnTo>
                  <a:lnTo>
                    <a:pt x="5653520" y="1767990"/>
                  </a:lnTo>
                  <a:lnTo>
                    <a:pt x="5654994" y="1767768"/>
                  </a:lnTo>
                  <a:lnTo>
                    <a:pt x="5656468" y="1767546"/>
                  </a:lnTo>
                  <a:lnTo>
                    <a:pt x="5657943" y="1767144"/>
                  </a:lnTo>
                  <a:lnTo>
                    <a:pt x="5659417" y="1766742"/>
                  </a:lnTo>
                  <a:lnTo>
                    <a:pt x="5660891" y="1766118"/>
                  </a:lnTo>
                  <a:lnTo>
                    <a:pt x="5662365" y="1765716"/>
                  </a:lnTo>
                  <a:lnTo>
                    <a:pt x="5663840" y="1765314"/>
                  </a:lnTo>
                  <a:lnTo>
                    <a:pt x="5665314" y="1765314"/>
                  </a:lnTo>
                  <a:lnTo>
                    <a:pt x="5666788" y="1765314"/>
                  </a:lnTo>
                  <a:lnTo>
                    <a:pt x="5668262" y="1763637"/>
                  </a:lnTo>
                  <a:lnTo>
                    <a:pt x="5669737" y="1761022"/>
                  </a:lnTo>
                  <a:lnTo>
                    <a:pt x="5671211" y="1757791"/>
                  </a:lnTo>
                  <a:lnTo>
                    <a:pt x="5672685" y="1753214"/>
                  </a:lnTo>
                  <a:lnTo>
                    <a:pt x="5674159" y="1748830"/>
                  </a:lnTo>
                  <a:lnTo>
                    <a:pt x="5675634" y="1744223"/>
                  </a:lnTo>
                  <a:lnTo>
                    <a:pt x="5677108" y="1739616"/>
                  </a:lnTo>
                  <a:lnTo>
                    <a:pt x="5678582" y="1735010"/>
                  </a:lnTo>
                  <a:lnTo>
                    <a:pt x="5680056" y="1730403"/>
                  </a:lnTo>
                  <a:lnTo>
                    <a:pt x="5681531" y="1725797"/>
                  </a:lnTo>
                  <a:lnTo>
                    <a:pt x="5683005" y="1721412"/>
                  </a:lnTo>
                  <a:lnTo>
                    <a:pt x="5684479" y="1717028"/>
                  </a:lnTo>
                  <a:lnTo>
                    <a:pt x="5685953" y="1712644"/>
                  </a:lnTo>
                  <a:lnTo>
                    <a:pt x="5687428" y="1707288"/>
                  </a:lnTo>
                  <a:lnTo>
                    <a:pt x="5688902" y="1700511"/>
                  </a:lnTo>
                  <a:lnTo>
                    <a:pt x="5690376" y="1694743"/>
                  </a:lnTo>
                  <a:lnTo>
                    <a:pt x="5691850" y="1689577"/>
                  </a:lnTo>
                  <a:lnTo>
                    <a:pt x="5693325" y="1684932"/>
                  </a:lnTo>
                  <a:lnTo>
                    <a:pt x="5694799" y="1680695"/>
                  </a:lnTo>
                  <a:lnTo>
                    <a:pt x="5696273" y="1675829"/>
                  </a:lnTo>
                  <a:lnTo>
                    <a:pt x="5697747" y="1671365"/>
                  </a:lnTo>
                  <a:lnTo>
                    <a:pt x="5699222" y="1666900"/>
                  </a:lnTo>
                  <a:lnTo>
                    <a:pt x="5700696" y="1662034"/>
                  </a:lnTo>
                  <a:lnTo>
                    <a:pt x="5702170" y="1656645"/>
                  </a:lnTo>
                  <a:lnTo>
                    <a:pt x="5703644" y="1650293"/>
                  </a:lnTo>
                  <a:lnTo>
                    <a:pt x="5705119" y="1643413"/>
                  </a:lnTo>
                  <a:lnTo>
                    <a:pt x="5706593" y="1636755"/>
                  </a:lnTo>
                  <a:lnTo>
                    <a:pt x="5708067" y="1627694"/>
                  </a:lnTo>
                  <a:lnTo>
                    <a:pt x="5709541" y="1618142"/>
                  </a:lnTo>
                  <a:lnTo>
                    <a:pt x="5711016" y="1609807"/>
                  </a:lnTo>
                  <a:lnTo>
                    <a:pt x="5712490" y="1600488"/>
                  </a:lnTo>
                  <a:lnTo>
                    <a:pt x="5713964" y="1591119"/>
                  </a:lnTo>
                  <a:lnTo>
                    <a:pt x="5715438" y="1582010"/>
                  </a:lnTo>
                  <a:lnTo>
                    <a:pt x="5716913" y="1573569"/>
                  </a:lnTo>
                  <a:lnTo>
                    <a:pt x="5718387" y="1565504"/>
                  </a:lnTo>
                  <a:lnTo>
                    <a:pt x="5719861" y="1557706"/>
                  </a:lnTo>
                  <a:lnTo>
                    <a:pt x="5721335" y="1550172"/>
                  </a:lnTo>
                  <a:lnTo>
                    <a:pt x="5722810" y="1541904"/>
                  </a:lnTo>
                  <a:lnTo>
                    <a:pt x="5724284" y="1533994"/>
                  </a:lnTo>
                  <a:lnTo>
                    <a:pt x="5725758" y="1526535"/>
                  </a:lnTo>
                  <a:lnTo>
                    <a:pt x="5727232" y="1519603"/>
                  </a:lnTo>
                  <a:lnTo>
                    <a:pt x="5728707" y="1512334"/>
                  </a:lnTo>
                  <a:lnTo>
                    <a:pt x="5730181" y="1506776"/>
                  </a:lnTo>
                  <a:lnTo>
                    <a:pt x="5731655" y="1502254"/>
                  </a:lnTo>
                  <a:lnTo>
                    <a:pt x="5733129" y="1498134"/>
                  </a:lnTo>
                  <a:lnTo>
                    <a:pt x="5734604" y="1495212"/>
                  </a:lnTo>
                  <a:lnTo>
                    <a:pt x="5736078" y="1492357"/>
                  </a:lnTo>
                  <a:lnTo>
                    <a:pt x="5737552" y="1489165"/>
                  </a:lnTo>
                  <a:lnTo>
                    <a:pt x="5739026" y="1485972"/>
                  </a:lnTo>
                  <a:lnTo>
                    <a:pt x="5740501" y="1482715"/>
                  </a:lnTo>
                  <a:lnTo>
                    <a:pt x="5741975" y="1478559"/>
                  </a:lnTo>
                  <a:lnTo>
                    <a:pt x="5743449" y="1475378"/>
                  </a:lnTo>
                  <a:lnTo>
                    <a:pt x="5744923" y="1474669"/>
                  </a:lnTo>
                  <a:lnTo>
                    <a:pt x="5746397" y="1474644"/>
                  </a:lnTo>
                  <a:lnTo>
                    <a:pt x="5747872" y="1476782"/>
                  </a:lnTo>
                  <a:lnTo>
                    <a:pt x="5749346" y="1478986"/>
                  </a:lnTo>
                  <a:lnTo>
                    <a:pt x="5750820" y="1481189"/>
                  </a:lnTo>
                  <a:lnTo>
                    <a:pt x="5752294" y="1484248"/>
                  </a:lnTo>
                  <a:lnTo>
                    <a:pt x="5753769" y="1487796"/>
                  </a:lnTo>
                  <a:lnTo>
                    <a:pt x="5755243" y="1491603"/>
                  </a:lnTo>
                  <a:lnTo>
                    <a:pt x="5756717" y="1495410"/>
                  </a:lnTo>
                  <a:lnTo>
                    <a:pt x="5758191" y="1499216"/>
                  </a:lnTo>
                  <a:lnTo>
                    <a:pt x="5759666" y="1503359"/>
                  </a:lnTo>
                  <a:lnTo>
                    <a:pt x="5761140" y="1507503"/>
                  </a:lnTo>
                  <a:lnTo>
                    <a:pt x="5762614" y="1512023"/>
                  </a:lnTo>
                  <a:lnTo>
                    <a:pt x="5764088" y="1519228"/>
                  </a:lnTo>
                  <a:lnTo>
                    <a:pt x="5765563" y="1526010"/>
                  </a:lnTo>
                  <a:lnTo>
                    <a:pt x="5767037" y="1532190"/>
                  </a:lnTo>
                  <a:lnTo>
                    <a:pt x="5768511" y="1538106"/>
                  </a:lnTo>
                  <a:lnTo>
                    <a:pt x="5769985" y="1543953"/>
                  </a:lnTo>
                  <a:lnTo>
                    <a:pt x="5771460" y="1550091"/>
                  </a:lnTo>
                  <a:lnTo>
                    <a:pt x="5772934" y="1556229"/>
                  </a:lnTo>
                  <a:lnTo>
                    <a:pt x="5774408" y="1562368"/>
                  </a:lnTo>
                  <a:lnTo>
                    <a:pt x="5775882" y="1568507"/>
                  </a:lnTo>
                  <a:lnTo>
                    <a:pt x="5777357" y="1574644"/>
                  </a:lnTo>
                  <a:lnTo>
                    <a:pt x="5778831" y="1581524"/>
                  </a:lnTo>
                  <a:lnTo>
                    <a:pt x="5780305" y="1588404"/>
                  </a:lnTo>
                  <a:lnTo>
                    <a:pt x="5781779" y="1594794"/>
                  </a:lnTo>
                  <a:lnTo>
                    <a:pt x="5783254" y="1603590"/>
                  </a:lnTo>
                  <a:lnTo>
                    <a:pt x="5784728" y="1612878"/>
                  </a:lnTo>
                  <a:lnTo>
                    <a:pt x="5786202" y="1620689"/>
                  </a:lnTo>
                  <a:lnTo>
                    <a:pt x="5787676" y="1629749"/>
                  </a:lnTo>
                  <a:lnTo>
                    <a:pt x="5789151" y="1638595"/>
                  </a:lnTo>
                  <a:lnTo>
                    <a:pt x="5790625" y="1646914"/>
                  </a:lnTo>
                  <a:lnTo>
                    <a:pt x="5792099" y="1654305"/>
                  </a:lnTo>
                  <a:lnTo>
                    <a:pt x="5793573" y="1661320"/>
                  </a:lnTo>
                  <a:lnTo>
                    <a:pt x="5795048" y="1668068"/>
                  </a:lnTo>
                  <a:lnTo>
                    <a:pt x="5796522" y="1674551"/>
                  </a:lnTo>
                  <a:lnTo>
                    <a:pt x="5797996" y="1682028"/>
                  </a:lnTo>
                  <a:lnTo>
                    <a:pt x="5799470" y="1689146"/>
                  </a:lnTo>
                  <a:lnTo>
                    <a:pt x="5800945" y="1696338"/>
                  </a:lnTo>
                  <a:lnTo>
                    <a:pt x="5802419" y="1703530"/>
                  </a:lnTo>
                  <a:lnTo>
                    <a:pt x="5803893" y="1711059"/>
                  </a:lnTo>
                  <a:lnTo>
                    <a:pt x="5805367" y="1716839"/>
                  </a:lnTo>
                  <a:lnTo>
                    <a:pt x="5806842" y="1721583"/>
                  </a:lnTo>
                  <a:lnTo>
                    <a:pt x="5808316" y="1725459"/>
                  </a:lnTo>
                  <a:lnTo>
                    <a:pt x="5809790" y="1726932"/>
                  </a:lnTo>
                  <a:lnTo>
                    <a:pt x="5811264" y="1728340"/>
                  </a:lnTo>
                  <a:lnTo>
                    <a:pt x="5812739" y="1728862"/>
                  </a:lnTo>
                  <a:lnTo>
                    <a:pt x="5814213" y="1729004"/>
                  </a:lnTo>
                  <a:lnTo>
                    <a:pt x="5815687" y="1728808"/>
                  </a:lnTo>
                  <a:lnTo>
                    <a:pt x="5817161" y="1729512"/>
                  </a:lnTo>
                  <a:lnTo>
                    <a:pt x="5818636" y="1730918"/>
                  </a:lnTo>
                  <a:lnTo>
                    <a:pt x="5820110" y="1730789"/>
                  </a:lnTo>
                  <a:lnTo>
                    <a:pt x="5821584" y="1730592"/>
                  </a:lnTo>
                  <a:lnTo>
                    <a:pt x="5823058" y="1728663"/>
                  </a:lnTo>
                  <a:lnTo>
                    <a:pt x="5824533" y="1724310"/>
                  </a:lnTo>
                  <a:lnTo>
                    <a:pt x="5826007" y="1719958"/>
                  </a:lnTo>
                  <a:lnTo>
                    <a:pt x="5827481" y="1713883"/>
                  </a:lnTo>
                  <a:lnTo>
                    <a:pt x="5828955" y="1706302"/>
                  </a:lnTo>
                  <a:lnTo>
                    <a:pt x="5830430" y="1698618"/>
                  </a:lnTo>
                  <a:lnTo>
                    <a:pt x="5831904" y="1691520"/>
                  </a:lnTo>
                  <a:lnTo>
                    <a:pt x="5833378" y="1684421"/>
                  </a:lnTo>
                  <a:lnTo>
                    <a:pt x="5834852" y="1677833"/>
                  </a:lnTo>
                  <a:lnTo>
                    <a:pt x="5836327" y="1671541"/>
                  </a:lnTo>
                  <a:lnTo>
                    <a:pt x="5837801" y="1665844"/>
                  </a:lnTo>
                  <a:lnTo>
                    <a:pt x="5839275" y="1658883"/>
                  </a:lnTo>
                  <a:lnTo>
                    <a:pt x="5840749" y="1651337"/>
                  </a:lnTo>
                  <a:lnTo>
                    <a:pt x="5842224" y="1643790"/>
                  </a:lnTo>
                  <a:lnTo>
                    <a:pt x="5843698" y="1635985"/>
                  </a:lnTo>
                  <a:lnTo>
                    <a:pt x="5845172" y="1628271"/>
                  </a:lnTo>
                  <a:lnTo>
                    <a:pt x="5846646" y="1623144"/>
                  </a:lnTo>
                  <a:lnTo>
                    <a:pt x="5848121" y="1618017"/>
                  </a:lnTo>
                  <a:lnTo>
                    <a:pt x="5849595" y="1614072"/>
                  </a:lnTo>
                  <a:lnTo>
                    <a:pt x="5851069" y="1611812"/>
                  </a:lnTo>
                  <a:lnTo>
                    <a:pt x="5852543" y="1610662"/>
                  </a:lnTo>
                  <a:lnTo>
                    <a:pt x="5854018" y="1609510"/>
                  </a:lnTo>
                  <a:lnTo>
                    <a:pt x="5855492" y="1608360"/>
                  </a:lnTo>
                  <a:lnTo>
                    <a:pt x="5856966" y="1607476"/>
                  </a:lnTo>
                  <a:lnTo>
                    <a:pt x="5858440" y="1606325"/>
                  </a:lnTo>
                  <a:lnTo>
                    <a:pt x="5859915" y="1605174"/>
                  </a:lnTo>
                  <a:lnTo>
                    <a:pt x="5861389" y="1604023"/>
                  </a:lnTo>
                  <a:lnTo>
                    <a:pt x="5862863" y="1602608"/>
                  </a:lnTo>
                  <a:lnTo>
                    <a:pt x="5864337" y="1601457"/>
                  </a:lnTo>
                  <a:lnTo>
                    <a:pt x="5865812" y="1600573"/>
                  </a:lnTo>
                  <a:lnTo>
                    <a:pt x="5867286" y="1599949"/>
                  </a:lnTo>
                  <a:lnTo>
                    <a:pt x="5868760" y="1599325"/>
                  </a:lnTo>
                  <a:lnTo>
                    <a:pt x="5870234" y="1598701"/>
                  </a:lnTo>
                  <a:lnTo>
                    <a:pt x="5871709" y="1598077"/>
                  </a:lnTo>
                  <a:lnTo>
                    <a:pt x="5873183" y="1597452"/>
                  </a:lnTo>
                  <a:lnTo>
                    <a:pt x="5874657" y="1596829"/>
                  </a:lnTo>
                  <a:lnTo>
                    <a:pt x="5876131" y="1595945"/>
                  </a:lnTo>
                  <a:lnTo>
                    <a:pt x="5877606" y="1595061"/>
                  </a:lnTo>
                  <a:lnTo>
                    <a:pt x="5879080" y="1594579"/>
                  </a:lnTo>
                  <a:lnTo>
                    <a:pt x="5880554" y="1594357"/>
                  </a:lnTo>
                  <a:lnTo>
                    <a:pt x="5882028" y="1594135"/>
                  </a:lnTo>
                  <a:lnTo>
                    <a:pt x="5883503" y="1594781"/>
                  </a:lnTo>
                  <a:lnTo>
                    <a:pt x="5884977" y="1596631"/>
                  </a:lnTo>
                  <a:lnTo>
                    <a:pt x="5886451" y="1598481"/>
                  </a:lnTo>
                  <a:lnTo>
                    <a:pt x="5887925" y="1601552"/>
                  </a:lnTo>
                  <a:lnTo>
                    <a:pt x="5889400" y="1605005"/>
                  </a:lnTo>
                  <a:lnTo>
                    <a:pt x="5890874" y="1608458"/>
                  </a:lnTo>
                  <a:lnTo>
                    <a:pt x="5892348" y="1611911"/>
                  </a:lnTo>
                  <a:lnTo>
                    <a:pt x="5893822" y="1615363"/>
                  </a:lnTo>
                  <a:lnTo>
                    <a:pt x="5895297" y="1618816"/>
                  </a:lnTo>
                  <a:lnTo>
                    <a:pt x="5896771" y="1622269"/>
                  </a:lnTo>
                  <a:lnTo>
                    <a:pt x="5898245" y="1626638"/>
                  </a:lnTo>
                  <a:lnTo>
                    <a:pt x="5899719" y="1632585"/>
                  </a:lnTo>
                  <a:lnTo>
                    <a:pt x="5901194" y="1636866"/>
                  </a:lnTo>
                  <a:lnTo>
                    <a:pt x="5902668" y="1641593"/>
                  </a:lnTo>
                  <a:lnTo>
                    <a:pt x="5904142" y="1646156"/>
                  </a:lnTo>
                  <a:lnTo>
                    <a:pt x="5905616" y="1650563"/>
                  </a:lnTo>
                  <a:lnTo>
                    <a:pt x="5907091" y="1654385"/>
                  </a:lnTo>
                  <a:lnTo>
                    <a:pt x="5908565" y="1658207"/>
                  </a:lnTo>
                  <a:lnTo>
                    <a:pt x="5910039" y="1660384"/>
                  </a:lnTo>
                  <a:lnTo>
                    <a:pt x="5911513" y="1661063"/>
                  </a:lnTo>
                  <a:lnTo>
                    <a:pt x="5912988" y="1661063"/>
                  </a:lnTo>
                  <a:lnTo>
                    <a:pt x="5914462" y="1661063"/>
                  </a:lnTo>
                  <a:lnTo>
                    <a:pt x="5915936" y="1661063"/>
                  </a:lnTo>
                  <a:lnTo>
                    <a:pt x="5917410" y="1661063"/>
                  </a:lnTo>
                  <a:lnTo>
                    <a:pt x="5918885" y="1661063"/>
                  </a:lnTo>
                  <a:lnTo>
                    <a:pt x="5920359" y="1660635"/>
                  </a:lnTo>
                  <a:lnTo>
                    <a:pt x="5921833" y="1658322"/>
                  </a:lnTo>
                  <a:lnTo>
                    <a:pt x="5923307" y="1656909"/>
                  </a:lnTo>
                  <a:lnTo>
                    <a:pt x="5924782" y="1654652"/>
                  </a:lnTo>
                  <a:lnTo>
                    <a:pt x="5926256" y="1651785"/>
                  </a:lnTo>
                  <a:lnTo>
                    <a:pt x="5927730" y="1648332"/>
                  </a:lnTo>
                  <a:lnTo>
                    <a:pt x="5929204" y="1644879"/>
                  </a:lnTo>
                  <a:lnTo>
                    <a:pt x="5930679" y="1641426"/>
                  </a:lnTo>
                  <a:lnTo>
                    <a:pt x="5932153" y="1638828"/>
                  </a:lnTo>
                  <a:lnTo>
                    <a:pt x="5933627" y="1637776"/>
                  </a:lnTo>
                  <a:lnTo>
                    <a:pt x="5935101" y="1637776"/>
                  </a:lnTo>
                  <a:lnTo>
                    <a:pt x="5936576" y="1637776"/>
                  </a:lnTo>
                  <a:lnTo>
                    <a:pt x="5938050" y="1637776"/>
                  </a:lnTo>
                  <a:lnTo>
                    <a:pt x="5939524" y="1637776"/>
                  </a:lnTo>
                  <a:lnTo>
                    <a:pt x="5940998" y="1637776"/>
                  </a:lnTo>
                  <a:lnTo>
                    <a:pt x="5942472" y="1637776"/>
                  </a:lnTo>
                  <a:lnTo>
                    <a:pt x="5943947" y="1637776"/>
                  </a:lnTo>
                  <a:lnTo>
                    <a:pt x="5945421" y="1637776"/>
                  </a:lnTo>
                  <a:lnTo>
                    <a:pt x="5946895" y="1637776"/>
                  </a:lnTo>
                  <a:lnTo>
                    <a:pt x="5948369" y="1637776"/>
                  </a:lnTo>
                  <a:lnTo>
                    <a:pt x="5949844" y="1637776"/>
                  </a:lnTo>
                  <a:lnTo>
                    <a:pt x="5951318" y="1637776"/>
                  </a:lnTo>
                  <a:lnTo>
                    <a:pt x="5952792" y="1637776"/>
                  </a:lnTo>
                  <a:lnTo>
                    <a:pt x="5954266" y="1637374"/>
                  </a:lnTo>
                  <a:lnTo>
                    <a:pt x="5955741" y="1636972"/>
                  </a:lnTo>
                  <a:lnTo>
                    <a:pt x="5957215" y="1636570"/>
                  </a:lnTo>
                  <a:lnTo>
                    <a:pt x="5958689" y="1636168"/>
                  </a:lnTo>
                  <a:lnTo>
                    <a:pt x="5960163" y="1635766"/>
                  </a:lnTo>
                  <a:lnTo>
                    <a:pt x="5961638" y="1635364"/>
                  </a:lnTo>
                  <a:lnTo>
                    <a:pt x="5963112" y="1634963"/>
                  </a:lnTo>
                  <a:lnTo>
                    <a:pt x="5964586" y="1634561"/>
                  </a:lnTo>
                  <a:lnTo>
                    <a:pt x="5966060" y="1634159"/>
                  </a:lnTo>
                  <a:lnTo>
                    <a:pt x="5967535" y="1633757"/>
                  </a:lnTo>
                  <a:lnTo>
                    <a:pt x="5969009" y="1633355"/>
                  </a:lnTo>
                  <a:lnTo>
                    <a:pt x="5970483" y="1632953"/>
                  </a:lnTo>
                  <a:lnTo>
                    <a:pt x="5971957" y="1632551"/>
                  </a:lnTo>
                  <a:lnTo>
                    <a:pt x="5973432" y="1632150"/>
                  </a:lnTo>
                  <a:lnTo>
                    <a:pt x="5974906" y="1632333"/>
                  </a:lnTo>
                  <a:lnTo>
                    <a:pt x="5976380" y="1634184"/>
                  </a:lnTo>
                  <a:lnTo>
                    <a:pt x="5977854" y="1636455"/>
                  </a:lnTo>
                  <a:lnTo>
                    <a:pt x="5979329" y="1639908"/>
                  </a:lnTo>
                  <a:lnTo>
                    <a:pt x="5980803" y="1643360"/>
                  </a:lnTo>
                  <a:lnTo>
                    <a:pt x="5982277" y="1646813"/>
                  </a:lnTo>
                  <a:lnTo>
                    <a:pt x="5983751" y="1649680"/>
                  </a:lnTo>
                  <a:lnTo>
                    <a:pt x="5985226" y="1650937"/>
                  </a:lnTo>
                  <a:lnTo>
                    <a:pt x="5986700" y="1652936"/>
                  </a:lnTo>
                  <a:lnTo>
                    <a:pt x="5988174" y="1654887"/>
                  </a:lnTo>
                  <a:lnTo>
                    <a:pt x="5989648" y="1656151"/>
                  </a:lnTo>
                  <a:lnTo>
                    <a:pt x="5991123" y="1657416"/>
                  </a:lnTo>
                  <a:lnTo>
                    <a:pt x="5992597" y="1658680"/>
                  </a:lnTo>
                  <a:lnTo>
                    <a:pt x="5994071" y="1659945"/>
                  </a:lnTo>
                  <a:lnTo>
                    <a:pt x="5995545" y="1660561"/>
                  </a:lnTo>
                  <a:lnTo>
                    <a:pt x="5997020" y="1660195"/>
                  </a:lnTo>
                  <a:lnTo>
                    <a:pt x="5998494" y="1658930"/>
                  </a:lnTo>
                  <a:lnTo>
                    <a:pt x="5999968" y="1657328"/>
                  </a:lnTo>
                  <a:lnTo>
                    <a:pt x="6001442" y="1654650"/>
                  </a:lnTo>
                  <a:lnTo>
                    <a:pt x="6002917" y="1651972"/>
                  </a:lnTo>
                  <a:lnTo>
                    <a:pt x="6004391" y="1649294"/>
                  </a:lnTo>
                  <a:lnTo>
                    <a:pt x="6005865" y="1646980"/>
                  </a:lnTo>
                  <a:lnTo>
                    <a:pt x="6007339" y="1645684"/>
                  </a:lnTo>
                  <a:lnTo>
                    <a:pt x="6008814" y="1643284"/>
                  </a:lnTo>
                  <a:lnTo>
                    <a:pt x="6010288" y="1640605"/>
                  </a:lnTo>
                  <a:lnTo>
                    <a:pt x="6011762" y="1638755"/>
                  </a:lnTo>
                  <a:lnTo>
                    <a:pt x="6013236" y="1636905"/>
                  </a:lnTo>
                  <a:lnTo>
                    <a:pt x="6014711" y="1635457"/>
                  </a:lnTo>
                  <a:lnTo>
                    <a:pt x="6016185" y="1634231"/>
                  </a:lnTo>
                  <a:lnTo>
                    <a:pt x="6017659" y="1634154"/>
                  </a:lnTo>
                  <a:lnTo>
                    <a:pt x="6019133" y="1635038"/>
                  </a:lnTo>
                  <a:lnTo>
                    <a:pt x="6020608" y="1635922"/>
                  </a:lnTo>
                  <a:lnTo>
                    <a:pt x="6022082" y="1636806"/>
                  </a:lnTo>
                  <a:lnTo>
                    <a:pt x="6023556" y="1637689"/>
                  </a:lnTo>
                  <a:lnTo>
                    <a:pt x="6025030" y="1638573"/>
                  </a:lnTo>
                  <a:lnTo>
                    <a:pt x="6026505" y="1639724"/>
                  </a:lnTo>
                  <a:lnTo>
                    <a:pt x="6027979" y="1640875"/>
                  </a:lnTo>
                  <a:lnTo>
                    <a:pt x="6029453" y="1642026"/>
                  </a:lnTo>
                  <a:lnTo>
                    <a:pt x="6030927" y="1643176"/>
                  </a:lnTo>
                  <a:lnTo>
                    <a:pt x="6032402" y="1644327"/>
                  </a:lnTo>
                  <a:lnTo>
                    <a:pt x="6033876" y="1645478"/>
                  </a:lnTo>
                  <a:lnTo>
                    <a:pt x="6035350" y="1646894"/>
                  </a:lnTo>
                  <a:lnTo>
                    <a:pt x="6036824" y="1648045"/>
                  </a:lnTo>
                  <a:lnTo>
                    <a:pt x="6038299" y="1648928"/>
                  </a:lnTo>
                  <a:lnTo>
                    <a:pt x="6039773" y="1649553"/>
                  </a:lnTo>
                  <a:lnTo>
                    <a:pt x="6041247" y="1650177"/>
                  </a:lnTo>
                  <a:lnTo>
                    <a:pt x="6042721" y="1651060"/>
                  </a:lnTo>
                  <a:lnTo>
                    <a:pt x="6044196" y="1652476"/>
                  </a:lnTo>
                  <a:lnTo>
                    <a:pt x="6045670" y="1654150"/>
                  </a:lnTo>
                  <a:lnTo>
                    <a:pt x="6047144" y="1654311"/>
                  </a:lnTo>
                  <a:lnTo>
                    <a:pt x="6048618" y="1653805"/>
                  </a:lnTo>
                  <a:lnTo>
                    <a:pt x="6050093" y="1652809"/>
                  </a:lnTo>
                  <a:lnTo>
                    <a:pt x="6051567" y="1651813"/>
                  </a:lnTo>
                  <a:lnTo>
                    <a:pt x="6053041" y="1651240"/>
                  </a:lnTo>
                  <a:lnTo>
                    <a:pt x="6054515" y="1650667"/>
                  </a:lnTo>
                  <a:lnTo>
                    <a:pt x="6055990" y="1650447"/>
                  </a:lnTo>
                  <a:lnTo>
                    <a:pt x="6057464" y="1649874"/>
                  </a:lnTo>
                  <a:lnTo>
                    <a:pt x="6058938" y="1649887"/>
                  </a:lnTo>
                  <a:lnTo>
                    <a:pt x="6060412" y="1652661"/>
                  </a:lnTo>
                  <a:lnTo>
                    <a:pt x="6061887" y="1655894"/>
                  </a:lnTo>
                  <a:lnTo>
                    <a:pt x="6063361" y="1659855"/>
                  </a:lnTo>
                  <a:lnTo>
                    <a:pt x="6064835" y="1664501"/>
                  </a:lnTo>
                  <a:lnTo>
                    <a:pt x="6066309" y="1668795"/>
                  </a:lnTo>
                  <a:lnTo>
                    <a:pt x="6067784" y="1673089"/>
                  </a:lnTo>
                  <a:lnTo>
                    <a:pt x="6069258" y="1678985"/>
                  </a:lnTo>
                  <a:lnTo>
                    <a:pt x="6070732" y="1686237"/>
                  </a:lnTo>
                  <a:lnTo>
                    <a:pt x="6072206" y="1694824"/>
                  </a:lnTo>
                  <a:lnTo>
                    <a:pt x="6073681" y="1703412"/>
                  </a:lnTo>
                  <a:lnTo>
                    <a:pt x="6075155" y="1711554"/>
                  </a:lnTo>
                  <a:lnTo>
                    <a:pt x="6076629" y="1719696"/>
                  </a:lnTo>
                  <a:lnTo>
                    <a:pt x="6078103" y="1727838"/>
                  </a:lnTo>
                  <a:lnTo>
                    <a:pt x="6079578" y="1735980"/>
                  </a:lnTo>
                  <a:lnTo>
                    <a:pt x="6081052" y="1743756"/>
                  </a:lnTo>
                  <a:lnTo>
                    <a:pt x="6082526" y="1749325"/>
                  </a:lnTo>
                  <a:lnTo>
                    <a:pt x="6084000" y="1754452"/>
                  </a:lnTo>
                  <a:lnTo>
                    <a:pt x="6085475" y="1759811"/>
                  </a:lnTo>
                  <a:lnTo>
                    <a:pt x="6086949" y="1763044"/>
                  </a:lnTo>
                  <a:lnTo>
                    <a:pt x="6088423" y="1765856"/>
                  </a:lnTo>
                  <a:lnTo>
                    <a:pt x="6089897" y="1767084"/>
                  </a:lnTo>
                  <a:lnTo>
                    <a:pt x="6091372" y="1765937"/>
                  </a:lnTo>
                  <a:lnTo>
                    <a:pt x="6092846" y="1762488"/>
                  </a:lnTo>
                  <a:lnTo>
                    <a:pt x="6094320" y="1757514"/>
                  </a:lnTo>
                  <a:lnTo>
                    <a:pt x="6095794" y="1752541"/>
                  </a:lnTo>
                  <a:lnTo>
                    <a:pt x="6097269" y="1747567"/>
                  </a:lnTo>
                  <a:lnTo>
                    <a:pt x="6098743" y="1742593"/>
                  </a:lnTo>
                  <a:lnTo>
                    <a:pt x="6100217" y="1737619"/>
                  </a:lnTo>
                  <a:lnTo>
                    <a:pt x="6101691" y="1732379"/>
                  </a:lnTo>
                  <a:lnTo>
                    <a:pt x="6103166" y="1727138"/>
                  </a:lnTo>
                  <a:lnTo>
                    <a:pt x="6104640" y="1722372"/>
                  </a:lnTo>
                  <a:lnTo>
                    <a:pt x="6106114" y="1717606"/>
                  </a:lnTo>
                  <a:lnTo>
                    <a:pt x="6107588" y="1712466"/>
                  </a:lnTo>
                  <a:lnTo>
                    <a:pt x="6109063" y="1707738"/>
                  </a:lnTo>
                  <a:lnTo>
                    <a:pt x="6110537" y="1703022"/>
                  </a:lnTo>
                  <a:lnTo>
                    <a:pt x="6112011" y="1699438"/>
                  </a:lnTo>
                  <a:lnTo>
                    <a:pt x="6113485" y="1697483"/>
                  </a:lnTo>
                  <a:lnTo>
                    <a:pt x="6114960" y="1697480"/>
                  </a:lnTo>
                  <a:lnTo>
                    <a:pt x="6116434" y="1698530"/>
                  </a:lnTo>
                  <a:lnTo>
                    <a:pt x="6117908" y="1699657"/>
                  </a:lnTo>
                  <a:lnTo>
                    <a:pt x="6119382" y="1700253"/>
                  </a:lnTo>
                  <a:lnTo>
                    <a:pt x="6120857" y="1700590"/>
                  </a:lnTo>
                  <a:lnTo>
                    <a:pt x="6122331" y="1702440"/>
                  </a:lnTo>
                  <a:lnTo>
                    <a:pt x="6123805" y="1705403"/>
                  </a:lnTo>
                  <a:lnTo>
                    <a:pt x="6125279" y="1708410"/>
                  </a:lnTo>
                  <a:lnTo>
                    <a:pt x="6126754" y="1710557"/>
                  </a:lnTo>
                  <a:lnTo>
                    <a:pt x="6128228" y="1712013"/>
                  </a:lnTo>
                  <a:lnTo>
                    <a:pt x="6129702" y="1713470"/>
                  </a:lnTo>
                  <a:lnTo>
                    <a:pt x="6131176" y="1714573"/>
                  </a:lnTo>
                  <a:lnTo>
                    <a:pt x="6132651" y="1716030"/>
                  </a:lnTo>
                  <a:lnTo>
                    <a:pt x="6134125" y="1717487"/>
                  </a:lnTo>
                  <a:lnTo>
                    <a:pt x="6135599" y="1718590"/>
                  </a:lnTo>
                  <a:lnTo>
                    <a:pt x="6137073" y="1719694"/>
                  </a:lnTo>
                  <a:lnTo>
                    <a:pt x="6138547" y="1720798"/>
                  </a:lnTo>
                  <a:lnTo>
                    <a:pt x="6140022" y="1721642"/>
                  </a:lnTo>
                  <a:lnTo>
                    <a:pt x="6141496" y="1722839"/>
                  </a:lnTo>
                  <a:lnTo>
                    <a:pt x="6142970" y="1724035"/>
                  </a:lnTo>
                  <a:lnTo>
                    <a:pt x="6144444" y="1723629"/>
                  </a:lnTo>
                  <a:lnTo>
                    <a:pt x="6145919" y="1722295"/>
                  </a:lnTo>
                  <a:lnTo>
                    <a:pt x="6147393" y="1720241"/>
                  </a:lnTo>
                  <a:lnTo>
                    <a:pt x="6148867" y="1718186"/>
                  </a:lnTo>
                  <a:lnTo>
                    <a:pt x="6150341" y="1716576"/>
                  </a:lnTo>
                  <a:lnTo>
                    <a:pt x="6151816" y="1714967"/>
                  </a:lnTo>
                  <a:lnTo>
                    <a:pt x="6153290" y="1713358"/>
                  </a:lnTo>
                  <a:lnTo>
                    <a:pt x="6154764" y="1711749"/>
                  </a:lnTo>
                  <a:lnTo>
                    <a:pt x="6156238" y="1710140"/>
                  </a:lnTo>
                  <a:lnTo>
                    <a:pt x="6157713" y="1708868"/>
                  </a:lnTo>
                  <a:lnTo>
                    <a:pt x="6159187" y="1707596"/>
                  </a:lnTo>
                  <a:lnTo>
                    <a:pt x="6160661" y="1705316"/>
                  </a:lnTo>
                  <a:lnTo>
                    <a:pt x="6162135" y="1703933"/>
                  </a:lnTo>
                  <a:lnTo>
                    <a:pt x="6163610" y="1702971"/>
                  </a:lnTo>
                  <a:lnTo>
                    <a:pt x="6165084" y="1703191"/>
                  </a:lnTo>
                  <a:lnTo>
                    <a:pt x="6166558" y="1705966"/>
                  </a:lnTo>
                  <a:lnTo>
                    <a:pt x="6168032" y="1709895"/>
                  </a:lnTo>
                  <a:lnTo>
                    <a:pt x="6169507" y="1714386"/>
                  </a:lnTo>
                  <a:lnTo>
                    <a:pt x="6170981" y="1718878"/>
                  </a:lnTo>
                  <a:lnTo>
                    <a:pt x="6172455" y="1723370"/>
                  </a:lnTo>
                  <a:lnTo>
                    <a:pt x="6173929" y="1727861"/>
                  </a:lnTo>
                  <a:lnTo>
                    <a:pt x="6175404" y="1732353"/>
                  </a:lnTo>
                  <a:lnTo>
                    <a:pt x="6176878" y="1736845"/>
                  </a:lnTo>
                  <a:lnTo>
                    <a:pt x="6178352" y="1741336"/>
                  </a:lnTo>
                  <a:lnTo>
                    <a:pt x="6179826" y="1745353"/>
                  </a:lnTo>
                  <a:lnTo>
                    <a:pt x="6181301" y="1749592"/>
                  </a:lnTo>
                  <a:lnTo>
                    <a:pt x="6182775" y="1754465"/>
                  </a:lnTo>
                  <a:lnTo>
                    <a:pt x="6184249" y="1758926"/>
                  </a:lnTo>
                  <a:lnTo>
                    <a:pt x="6185723" y="1763111"/>
                  </a:lnTo>
                  <a:lnTo>
                    <a:pt x="6187198" y="1766427"/>
                  </a:lnTo>
                  <a:lnTo>
                    <a:pt x="6188672" y="1768122"/>
                  </a:lnTo>
                  <a:lnTo>
                    <a:pt x="6190146" y="1768125"/>
                  </a:lnTo>
                  <a:lnTo>
                    <a:pt x="6191620" y="1767075"/>
                  </a:lnTo>
                  <a:lnTo>
                    <a:pt x="6193095" y="1765267"/>
                  </a:lnTo>
                  <a:lnTo>
                    <a:pt x="6194569" y="1762290"/>
                  </a:lnTo>
                  <a:lnTo>
                    <a:pt x="6196043" y="1759580"/>
                  </a:lnTo>
                  <a:lnTo>
                    <a:pt x="6197517" y="1756449"/>
                  </a:lnTo>
                  <a:lnTo>
                    <a:pt x="6198992" y="1752550"/>
                  </a:lnTo>
                  <a:lnTo>
                    <a:pt x="6200466" y="1749098"/>
                  </a:lnTo>
                  <a:lnTo>
                    <a:pt x="6201940" y="1746951"/>
                  </a:lnTo>
                  <a:lnTo>
                    <a:pt x="6203414" y="1744625"/>
                  </a:lnTo>
                  <a:lnTo>
                    <a:pt x="6204889" y="1742300"/>
                  </a:lnTo>
                  <a:lnTo>
                    <a:pt x="6206363" y="1739974"/>
                  </a:lnTo>
                  <a:lnTo>
                    <a:pt x="6207837" y="1737649"/>
                  </a:lnTo>
                  <a:lnTo>
                    <a:pt x="6209311" y="1735323"/>
                  </a:lnTo>
                  <a:lnTo>
                    <a:pt x="6210786" y="1732998"/>
                  </a:lnTo>
                  <a:lnTo>
                    <a:pt x="6212260" y="1730673"/>
                  </a:lnTo>
                  <a:lnTo>
                    <a:pt x="6213734" y="1728793"/>
                  </a:lnTo>
                  <a:lnTo>
                    <a:pt x="6215208" y="1727264"/>
                  </a:lnTo>
                  <a:lnTo>
                    <a:pt x="6216683" y="1726801"/>
                  </a:lnTo>
                  <a:lnTo>
                    <a:pt x="6218157" y="1726337"/>
                  </a:lnTo>
                  <a:lnTo>
                    <a:pt x="6219631" y="1726311"/>
                  </a:lnTo>
                  <a:lnTo>
                    <a:pt x="6221105" y="1727060"/>
                  </a:lnTo>
                  <a:lnTo>
                    <a:pt x="6222580" y="1727808"/>
                  </a:lnTo>
                  <a:lnTo>
                    <a:pt x="6224054" y="1728031"/>
                  </a:lnTo>
                  <a:lnTo>
                    <a:pt x="6225528" y="1728253"/>
                  </a:lnTo>
                  <a:lnTo>
                    <a:pt x="6227002" y="1728475"/>
                  </a:lnTo>
                  <a:lnTo>
                    <a:pt x="6228477" y="1728475"/>
                  </a:lnTo>
                  <a:lnTo>
                    <a:pt x="6229951" y="1728697"/>
                  </a:lnTo>
                  <a:lnTo>
                    <a:pt x="6231425" y="1728919"/>
                  </a:lnTo>
                  <a:lnTo>
                    <a:pt x="6232899" y="1729141"/>
                  </a:lnTo>
                  <a:lnTo>
                    <a:pt x="6234374" y="1729364"/>
                  </a:lnTo>
                  <a:lnTo>
                    <a:pt x="6235848" y="1729364"/>
                  </a:lnTo>
                  <a:lnTo>
                    <a:pt x="6237322" y="1729765"/>
                  </a:lnTo>
                  <a:lnTo>
                    <a:pt x="6238796" y="1730167"/>
                  </a:lnTo>
                  <a:lnTo>
                    <a:pt x="6240271" y="1730569"/>
                  </a:lnTo>
                  <a:lnTo>
                    <a:pt x="6241745" y="1730569"/>
                  </a:lnTo>
                  <a:lnTo>
                    <a:pt x="6243219" y="1730569"/>
                  </a:lnTo>
                  <a:lnTo>
                    <a:pt x="6244693" y="1730569"/>
                  </a:lnTo>
                  <a:lnTo>
                    <a:pt x="6246168" y="1730569"/>
                  </a:lnTo>
                  <a:lnTo>
                    <a:pt x="6247642" y="1730569"/>
                  </a:lnTo>
                  <a:lnTo>
                    <a:pt x="6249116" y="1730569"/>
                  </a:lnTo>
                  <a:lnTo>
                    <a:pt x="6250590" y="1730569"/>
                  </a:lnTo>
                  <a:lnTo>
                    <a:pt x="6252065" y="1730569"/>
                  </a:lnTo>
                  <a:lnTo>
                    <a:pt x="6253539" y="1730569"/>
                  </a:lnTo>
                  <a:lnTo>
                    <a:pt x="6255013" y="1730569"/>
                  </a:lnTo>
                  <a:lnTo>
                    <a:pt x="6256487" y="1730347"/>
                  </a:lnTo>
                  <a:lnTo>
                    <a:pt x="6257962" y="1729866"/>
                  </a:lnTo>
                  <a:lnTo>
                    <a:pt x="6259436" y="1729384"/>
                  </a:lnTo>
                  <a:lnTo>
                    <a:pt x="6260910" y="1728902"/>
                  </a:lnTo>
                  <a:lnTo>
                    <a:pt x="6262384" y="1728420"/>
                  </a:lnTo>
                  <a:lnTo>
                    <a:pt x="6263859" y="1728420"/>
                  </a:lnTo>
                  <a:lnTo>
                    <a:pt x="6265333" y="1728420"/>
                  </a:lnTo>
                  <a:lnTo>
                    <a:pt x="6265333" y="182695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3650705" y="1965960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3650779" y="1965960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650705" y="1965960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39333" y="5587309"/>
              <a:ext cx="1547612" cy="173093"/>
            </a:xfrm>
            <a:custGeom>
              <a:avLst/>
              <a:pathLst>
                <a:path w="1547612" h="173093">
                  <a:moveTo>
                    <a:pt x="0" y="74712"/>
                  </a:moveTo>
                  <a:lnTo>
                    <a:pt x="1253" y="74756"/>
                  </a:lnTo>
                  <a:lnTo>
                    <a:pt x="2727" y="74800"/>
                  </a:lnTo>
                  <a:lnTo>
                    <a:pt x="4201" y="74844"/>
                  </a:lnTo>
                  <a:lnTo>
                    <a:pt x="5675" y="74887"/>
                  </a:lnTo>
                  <a:lnTo>
                    <a:pt x="7150" y="74931"/>
                  </a:lnTo>
                  <a:lnTo>
                    <a:pt x="8624" y="74975"/>
                  </a:lnTo>
                  <a:lnTo>
                    <a:pt x="10098" y="75019"/>
                  </a:lnTo>
                  <a:lnTo>
                    <a:pt x="11572" y="75130"/>
                  </a:lnTo>
                  <a:lnTo>
                    <a:pt x="13047" y="75296"/>
                  </a:lnTo>
                  <a:lnTo>
                    <a:pt x="14521" y="75462"/>
                  </a:lnTo>
                  <a:lnTo>
                    <a:pt x="15995" y="75628"/>
                  </a:lnTo>
                  <a:lnTo>
                    <a:pt x="17469" y="75738"/>
                  </a:lnTo>
                  <a:lnTo>
                    <a:pt x="18944" y="75805"/>
                  </a:lnTo>
                  <a:lnTo>
                    <a:pt x="20418" y="75871"/>
                  </a:lnTo>
                  <a:lnTo>
                    <a:pt x="21892" y="75938"/>
                  </a:lnTo>
                  <a:lnTo>
                    <a:pt x="23366" y="76048"/>
                  </a:lnTo>
                  <a:lnTo>
                    <a:pt x="24841" y="76092"/>
                  </a:lnTo>
                  <a:lnTo>
                    <a:pt x="26315" y="76192"/>
                  </a:lnTo>
                  <a:lnTo>
                    <a:pt x="27789" y="76291"/>
                  </a:lnTo>
                  <a:lnTo>
                    <a:pt x="29263" y="76391"/>
                  </a:lnTo>
                  <a:lnTo>
                    <a:pt x="30738" y="76505"/>
                  </a:lnTo>
                  <a:lnTo>
                    <a:pt x="32212" y="76619"/>
                  </a:lnTo>
                  <a:lnTo>
                    <a:pt x="33686" y="76732"/>
                  </a:lnTo>
                  <a:lnTo>
                    <a:pt x="35160" y="76788"/>
                  </a:lnTo>
                  <a:lnTo>
                    <a:pt x="36635" y="76843"/>
                  </a:lnTo>
                  <a:lnTo>
                    <a:pt x="38109" y="76899"/>
                  </a:lnTo>
                  <a:lnTo>
                    <a:pt x="39583" y="76955"/>
                  </a:lnTo>
                  <a:lnTo>
                    <a:pt x="41057" y="77010"/>
                  </a:lnTo>
                  <a:lnTo>
                    <a:pt x="42532" y="77124"/>
                  </a:lnTo>
                  <a:lnTo>
                    <a:pt x="44006" y="77238"/>
                  </a:lnTo>
                  <a:lnTo>
                    <a:pt x="45480" y="77238"/>
                  </a:lnTo>
                  <a:lnTo>
                    <a:pt x="46954" y="77293"/>
                  </a:lnTo>
                  <a:lnTo>
                    <a:pt x="48429" y="77293"/>
                  </a:lnTo>
                  <a:lnTo>
                    <a:pt x="49903" y="77293"/>
                  </a:lnTo>
                  <a:lnTo>
                    <a:pt x="51377" y="77293"/>
                  </a:lnTo>
                  <a:lnTo>
                    <a:pt x="52851" y="77293"/>
                  </a:lnTo>
                  <a:lnTo>
                    <a:pt x="54326" y="77293"/>
                  </a:lnTo>
                  <a:lnTo>
                    <a:pt x="55800" y="77293"/>
                  </a:lnTo>
                  <a:lnTo>
                    <a:pt x="57274" y="77293"/>
                  </a:lnTo>
                  <a:lnTo>
                    <a:pt x="58748" y="77293"/>
                  </a:lnTo>
                  <a:lnTo>
                    <a:pt x="60223" y="77293"/>
                  </a:lnTo>
                  <a:lnTo>
                    <a:pt x="61697" y="77337"/>
                  </a:lnTo>
                  <a:lnTo>
                    <a:pt x="63171" y="77381"/>
                  </a:lnTo>
                  <a:lnTo>
                    <a:pt x="64645" y="77381"/>
                  </a:lnTo>
                  <a:lnTo>
                    <a:pt x="66120" y="77381"/>
                  </a:lnTo>
                  <a:lnTo>
                    <a:pt x="67594" y="77448"/>
                  </a:lnTo>
                  <a:lnTo>
                    <a:pt x="69068" y="77514"/>
                  </a:lnTo>
                  <a:lnTo>
                    <a:pt x="70542" y="77514"/>
                  </a:lnTo>
                  <a:lnTo>
                    <a:pt x="72017" y="77470"/>
                  </a:lnTo>
                  <a:lnTo>
                    <a:pt x="73491" y="77426"/>
                  </a:lnTo>
                  <a:lnTo>
                    <a:pt x="74965" y="77382"/>
                  </a:lnTo>
                  <a:lnTo>
                    <a:pt x="76439" y="77339"/>
                  </a:lnTo>
                  <a:lnTo>
                    <a:pt x="77914" y="77295"/>
                  </a:lnTo>
                  <a:lnTo>
                    <a:pt x="79388" y="77251"/>
                  </a:lnTo>
                  <a:lnTo>
                    <a:pt x="80862" y="77207"/>
                  </a:lnTo>
                  <a:lnTo>
                    <a:pt x="82336" y="77163"/>
                  </a:lnTo>
                  <a:lnTo>
                    <a:pt x="83811" y="77119"/>
                  </a:lnTo>
                  <a:lnTo>
                    <a:pt x="85285" y="77075"/>
                  </a:lnTo>
                  <a:lnTo>
                    <a:pt x="86759" y="77031"/>
                  </a:lnTo>
                  <a:lnTo>
                    <a:pt x="88233" y="76976"/>
                  </a:lnTo>
                  <a:lnTo>
                    <a:pt x="89707" y="76920"/>
                  </a:lnTo>
                  <a:lnTo>
                    <a:pt x="91182" y="76864"/>
                  </a:lnTo>
                  <a:lnTo>
                    <a:pt x="92656" y="76920"/>
                  </a:lnTo>
                  <a:lnTo>
                    <a:pt x="94130" y="77020"/>
                  </a:lnTo>
                  <a:lnTo>
                    <a:pt x="95604" y="77119"/>
                  </a:lnTo>
                  <a:lnTo>
                    <a:pt x="97079" y="77219"/>
                  </a:lnTo>
                  <a:lnTo>
                    <a:pt x="98553" y="77274"/>
                  </a:lnTo>
                  <a:lnTo>
                    <a:pt x="100027" y="77330"/>
                  </a:lnTo>
                  <a:lnTo>
                    <a:pt x="101501" y="77330"/>
                  </a:lnTo>
                  <a:lnTo>
                    <a:pt x="102976" y="77330"/>
                  </a:lnTo>
                  <a:lnTo>
                    <a:pt x="104450" y="77330"/>
                  </a:lnTo>
                  <a:lnTo>
                    <a:pt x="105924" y="77216"/>
                  </a:lnTo>
                  <a:lnTo>
                    <a:pt x="107398" y="77103"/>
                  </a:lnTo>
                  <a:lnTo>
                    <a:pt x="108873" y="77045"/>
                  </a:lnTo>
                  <a:lnTo>
                    <a:pt x="110347" y="76989"/>
                  </a:lnTo>
                  <a:lnTo>
                    <a:pt x="111821" y="76933"/>
                  </a:lnTo>
                  <a:lnTo>
                    <a:pt x="113295" y="76878"/>
                  </a:lnTo>
                  <a:lnTo>
                    <a:pt x="114770" y="76778"/>
                  </a:lnTo>
                  <a:lnTo>
                    <a:pt x="116244" y="76679"/>
                  </a:lnTo>
                  <a:lnTo>
                    <a:pt x="117718" y="76521"/>
                  </a:lnTo>
                  <a:lnTo>
                    <a:pt x="119192" y="76364"/>
                  </a:lnTo>
                  <a:lnTo>
                    <a:pt x="120667" y="76264"/>
                  </a:lnTo>
                  <a:lnTo>
                    <a:pt x="122141" y="76165"/>
                  </a:lnTo>
                  <a:lnTo>
                    <a:pt x="123615" y="76120"/>
                  </a:lnTo>
                  <a:lnTo>
                    <a:pt x="125089" y="76120"/>
                  </a:lnTo>
                  <a:lnTo>
                    <a:pt x="126564" y="76120"/>
                  </a:lnTo>
                  <a:lnTo>
                    <a:pt x="128038" y="76164"/>
                  </a:lnTo>
                  <a:lnTo>
                    <a:pt x="129512" y="76208"/>
                  </a:lnTo>
                  <a:lnTo>
                    <a:pt x="130986" y="76208"/>
                  </a:lnTo>
                  <a:lnTo>
                    <a:pt x="132461" y="76208"/>
                  </a:lnTo>
                  <a:lnTo>
                    <a:pt x="133935" y="76208"/>
                  </a:lnTo>
                  <a:lnTo>
                    <a:pt x="135409" y="76208"/>
                  </a:lnTo>
                  <a:lnTo>
                    <a:pt x="136883" y="76165"/>
                  </a:lnTo>
                  <a:lnTo>
                    <a:pt x="138358" y="76121"/>
                  </a:lnTo>
                  <a:lnTo>
                    <a:pt x="139832" y="76121"/>
                  </a:lnTo>
                  <a:lnTo>
                    <a:pt x="141306" y="76121"/>
                  </a:lnTo>
                  <a:lnTo>
                    <a:pt x="142780" y="76120"/>
                  </a:lnTo>
                  <a:lnTo>
                    <a:pt x="144255" y="76120"/>
                  </a:lnTo>
                  <a:lnTo>
                    <a:pt x="145729" y="76120"/>
                  </a:lnTo>
                  <a:lnTo>
                    <a:pt x="147203" y="76054"/>
                  </a:lnTo>
                  <a:lnTo>
                    <a:pt x="148677" y="75101"/>
                  </a:lnTo>
                  <a:lnTo>
                    <a:pt x="150152" y="73327"/>
                  </a:lnTo>
                  <a:lnTo>
                    <a:pt x="151626" y="71553"/>
                  </a:lnTo>
                  <a:lnTo>
                    <a:pt x="153100" y="69779"/>
                  </a:lnTo>
                  <a:lnTo>
                    <a:pt x="154574" y="68005"/>
                  </a:lnTo>
                  <a:lnTo>
                    <a:pt x="156049" y="66231"/>
                  </a:lnTo>
                  <a:lnTo>
                    <a:pt x="157523" y="64457"/>
                  </a:lnTo>
                  <a:lnTo>
                    <a:pt x="158997" y="62683"/>
                  </a:lnTo>
                  <a:lnTo>
                    <a:pt x="160471" y="60909"/>
                  </a:lnTo>
                  <a:lnTo>
                    <a:pt x="161946" y="58225"/>
                  </a:lnTo>
                  <a:lnTo>
                    <a:pt x="163420" y="54928"/>
                  </a:lnTo>
                  <a:lnTo>
                    <a:pt x="164894" y="51631"/>
                  </a:lnTo>
                  <a:lnTo>
                    <a:pt x="166368" y="48334"/>
                  </a:lnTo>
                  <a:lnTo>
                    <a:pt x="167843" y="44981"/>
                  </a:lnTo>
                  <a:lnTo>
                    <a:pt x="169317" y="41695"/>
                  </a:lnTo>
                  <a:lnTo>
                    <a:pt x="170791" y="39124"/>
                  </a:lnTo>
                  <a:lnTo>
                    <a:pt x="172265" y="37317"/>
                  </a:lnTo>
                  <a:lnTo>
                    <a:pt x="173740" y="35510"/>
                  </a:lnTo>
                  <a:lnTo>
                    <a:pt x="175214" y="33703"/>
                  </a:lnTo>
                  <a:lnTo>
                    <a:pt x="176688" y="30417"/>
                  </a:lnTo>
                  <a:lnTo>
                    <a:pt x="178162" y="27131"/>
                  </a:lnTo>
                  <a:lnTo>
                    <a:pt x="179637" y="23845"/>
                  </a:lnTo>
                  <a:lnTo>
                    <a:pt x="181111" y="20614"/>
                  </a:lnTo>
                  <a:lnTo>
                    <a:pt x="182585" y="17384"/>
                  </a:lnTo>
                  <a:lnTo>
                    <a:pt x="184059" y="14962"/>
                  </a:lnTo>
                  <a:lnTo>
                    <a:pt x="185534" y="13254"/>
                  </a:lnTo>
                  <a:lnTo>
                    <a:pt x="187008" y="11547"/>
                  </a:lnTo>
                  <a:lnTo>
                    <a:pt x="188482" y="9895"/>
                  </a:lnTo>
                  <a:lnTo>
                    <a:pt x="189956" y="8287"/>
                  </a:lnTo>
                  <a:lnTo>
                    <a:pt x="191431" y="6680"/>
                  </a:lnTo>
                  <a:lnTo>
                    <a:pt x="192905" y="5072"/>
                  </a:lnTo>
                  <a:lnTo>
                    <a:pt x="194379" y="3464"/>
                  </a:lnTo>
                  <a:lnTo>
                    <a:pt x="195853" y="1856"/>
                  </a:lnTo>
                  <a:lnTo>
                    <a:pt x="197328" y="248"/>
                  </a:lnTo>
                  <a:lnTo>
                    <a:pt x="198802" y="348"/>
                  </a:lnTo>
                  <a:lnTo>
                    <a:pt x="200276" y="404"/>
                  </a:lnTo>
                  <a:lnTo>
                    <a:pt x="201750" y="459"/>
                  </a:lnTo>
                  <a:lnTo>
                    <a:pt x="203225" y="515"/>
                  </a:lnTo>
                  <a:lnTo>
                    <a:pt x="204699" y="571"/>
                  </a:lnTo>
                  <a:lnTo>
                    <a:pt x="206173" y="670"/>
                  </a:lnTo>
                  <a:lnTo>
                    <a:pt x="207647" y="714"/>
                  </a:lnTo>
                  <a:lnTo>
                    <a:pt x="209122" y="758"/>
                  </a:lnTo>
                  <a:lnTo>
                    <a:pt x="210596" y="758"/>
                  </a:lnTo>
                  <a:lnTo>
                    <a:pt x="212070" y="802"/>
                  </a:lnTo>
                  <a:lnTo>
                    <a:pt x="213544" y="802"/>
                  </a:lnTo>
                  <a:lnTo>
                    <a:pt x="215019" y="802"/>
                  </a:lnTo>
                  <a:lnTo>
                    <a:pt x="216493" y="802"/>
                  </a:lnTo>
                  <a:lnTo>
                    <a:pt x="217967" y="802"/>
                  </a:lnTo>
                  <a:lnTo>
                    <a:pt x="219441" y="802"/>
                  </a:lnTo>
                  <a:lnTo>
                    <a:pt x="220916" y="802"/>
                  </a:lnTo>
                  <a:lnTo>
                    <a:pt x="222390" y="869"/>
                  </a:lnTo>
                  <a:lnTo>
                    <a:pt x="223864" y="1866"/>
                  </a:lnTo>
                  <a:lnTo>
                    <a:pt x="225338" y="3684"/>
                  </a:lnTo>
                  <a:lnTo>
                    <a:pt x="226813" y="5501"/>
                  </a:lnTo>
                  <a:lnTo>
                    <a:pt x="228287" y="7319"/>
                  </a:lnTo>
                  <a:lnTo>
                    <a:pt x="229761" y="9137"/>
                  </a:lnTo>
                  <a:lnTo>
                    <a:pt x="231235" y="10955"/>
                  </a:lnTo>
                  <a:lnTo>
                    <a:pt x="232710" y="12772"/>
                  </a:lnTo>
                  <a:lnTo>
                    <a:pt x="234184" y="14546"/>
                  </a:lnTo>
                  <a:lnTo>
                    <a:pt x="235658" y="16364"/>
                  </a:lnTo>
                  <a:lnTo>
                    <a:pt x="237132" y="19093"/>
                  </a:lnTo>
                  <a:lnTo>
                    <a:pt x="238607" y="22390"/>
                  </a:lnTo>
                  <a:lnTo>
                    <a:pt x="240081" y="25687"/>
                  </a:lnTo>
                  <a:lnTo>
                    <a:pt x="241555" y="28984"/>
                  </a:lnTo>
                  <a:lnTo>
                    <a:pt x="243029" y="32281"/>
                  </a:lnTo>
                  <a:lnTo>
                    <a:pt x="244504" y="35511"/>
                  </a:lnTo>
                  <a:lnTo>
                    <a:pt x="245978" y="37982"/>
                  </a:lnTo>
                  <a:lnTo>
                    <a:pt x="247452" y="39690"/>
                  </a:lnTo>
                  <a:lnTo>
                    <a:pt x="248926" y="41397"/>
                  </a:lnTo>
                  <a:lnTo>
                    <a:pt x="250401" y="43105"/>
                  </a:lnTo>
                  <a:lnTo>
                    <a:pt x="251875" y="46335"/>
                  </a:lnTo>
                  <a:lnTo>
                    <a:pt x="253349" y="49565"/>
                  </a:lnTo>
                  <a:lnTo>
                    <a:pt x="254823" y="52796"/>
                  </a:lnTo>
                  <a:lnTo>
                    <a:pt x="256298" y="56026"/>
                  </a:lnTo>
                  <a:lnTo>
                    <a:pt x="257772" y="59213"/>
                  </a:lnTo>
                  <a:lnTo>
                    <a:pt x="259246" y="61536"/>
                  </a:lnTo>
                  <a:lnTo>
                    <a:pt x="260720" y="63199"/>
                  </a:lnTo>
                  <a:lnTo>
                    <a:pt x="262195" y="64863"/>
                  </a:lnTo>
                  <a:lnTo>
                    <a:pt x="263669" y="66470"/>
                  </a:lnTo>
                  <a:lnTo>
                    <a:pt x="265143" y="68078"/>
                  </a:lnTo>
                  <a:lnTo>
                    <a:pt x="266617" y="69686"/>
                  </a:lnTo>
                  <a:lnTo>
                    <a:pt x="268092" y="71294"/>
                  </a:lnTo>
                  <a:lnTo>
                    <a:pt x="269566" y="72902"/>
                  </a:lnTo>
                  <a:lnTo>
                    <a:pt x="271040" y="74509"/>
                  </a:lnTo>
                  <a:lnTo>
                    <a:pt x="272514" y="76117"/>
                  </a:lnTo>
                  <a:lnTo>
                    <a:pt x="273989" y="75951"/>
                  </a:lnTo>
                  <a:lnTo>
                    <a:pt x="275463" y="75785"/>
                  </a:lnTo>
                  <a:lnTo>
                    <a:pt x="276937" y="75619"/>
                  </a:lnTo>
                  <a:lnTo>
                    <a:pt x="278411" y="75452"/>
                  </a:lnTo>
                  <a:lnTo>
                    <a:pt x="279886" y="75286"/>
                  </a:lnTo>
                  <a:lnTo>
                    <a:pt x="281360" y="75120"/>
                  </a:lnTo>
                  <a:lnTo>
                    <a:pt x="282834" y="75010"/>
                  </a:lnTo>
                  <a:lnTo>
                    <a:pt x="284308" y="74899"/>
                  </a:lnTo>
                  <a:lnTo>
                    <a:pt x="285782" y="74833"/>
                  </a:lnTo>
                  <a:lnTo>
                    <a:pt x="287257" y="74722"/>
                  </a:lnTo>
                  <a:lnTo>
                    <a:pt x="288731" y="74656"/>
                  </a:lnTo>
                  <a:lnTo>
                    <a:pt x="290205" y="74589"/>
                  </a:lnTo>
                  <a:lnTo>
                    <a:pt x="291679" y="74522"/>
                  </a:lnTo>
                  <a:lnTo>
                    <a:pt x="293154" y="74456"/>
                  </a:lnTo>
                  <a:lnTo>
                    <a:pt x="294628" y="74389"/>
                  </a:lnTo>
                  <a:lnTo>
                    <a:pt x="296102" y="74323"/>
                  </a:lnTo>
                  <a:lnTo>
                    <a:pt x="297576" y="74323"/>
                  </a:lnTo>
                  <a:lnTo>
                    <a:pt x="299051" y="74279"/>
                  </a:lnTo>
                  <a:lnTo>
                    <a:pt x="300525" y="74235"/>
                  </a:lnTo>
                  <a:lnTo>
                    <a:pt x="301999" y="74235"/>
                  </a:lnTo>
                  <a:lnTo>
                    <a:pt x="303473" y="74235"/>
                  </a:lnTo>
                  <a:lnTo>
                    <a:pt x="304948" y="74291"/>
                  </a:lnTo>
                  <a:lnTo>
                    <a:pt x="306422" y="74347"/>
                  </a:lnTo>
                  <a:lnTo>
                    <a:pt x="307896" y="74402"/>
                  </a:lnTo>
                  <a:lnTo>
                    <a:pt x="309370" y="74502"/>
                  </a:lnTo>
                  <a:lnTo>
                    <a:pt x="310845" y="74558"/>
                  </a:lnTo>
                  <a:lnTo>
                    <a:pt x="312319" y="74613"/>
                  </a:lnTo>
                  <a:lnTo>
                    <a:pt x="313793" y="74669"/>
                  </a:lnTo>
                  <a:lnTo>
                    <a:pt x="315267" y="74725"/>
                  </a:lnTo>
                  <a:lnTo>
                    <a:pt x="316742" y="74781"/>
                  </a:lnTo>
                  <a:lnTo>
                    <a:pt x="318216" y="74963"/>
                  </a:lnTo>
                  <a:lnTo>
                    <a:pt x="319690" y="75077"/>
                  </a:lnTo>
                  <a:lnTo>
                    <a:pt x="321164" y="75234"/>
                  </a:lnTo>
                  <a:lnTo>
                    <a:pt x="322639" y="75392"/>
                  </a:lnTo>
                  <a:lnTo>
                    <a:pt x="324113" y="75491"/>
                  </a:lnTo>
                  <a:lnTo>
                    <a:pt x="325587" y="75591"/>
                  </a:lnTo>
                  <a:lnTo>
                    <a:pt x="327061" y="75591"/>
                  </a:lnTo>
                  <a:lnTo>
                    <a:pt x="328536" y="75647"/>
                  </a:lnTo>
                  <a:lnTo>
                    <a:pt x="330010" y="75703"/>
                  </a:lnTo>
                  <a:lnTo>
                    <a:pt x="331484" y="75816"/>
                  </a:lnTo>
                  <a:lnTo>
                    <a:pt x="332958" y="75974"/>
                  </a:lnTo>
                  <a:lnTo>
                    <a:pt x="334433" y="76131"/>
                  </a:lnTo>
                  <a:lnTo>
                    <a:pt x="335907" y="76289"/>
                  </a:lnTo>
                  <a:lnTo>
                    <a:pt x="337381" y="76446"/>
                  </a:lnTo>
                  <a:lnTo>
                    <a:pt x="338855" y="76604"/>
                  </a:lnTo>
                  <a:lnTo>
                    <a:pt x="340330" y="76648"/>
                  </a:lnTo>
                  <a:lnTo>
                    <a:pt x="341804" y="76692"/>
                  </a:lnTo>
                  <a:lnTo>
                    <a:pt x="343278" y="76736"/>
                  </a:lnTo>
                  <a:lnTo>
                    <a:pt x="344752" y="76779"/>
                  </a:lnTo>
                  <a:lnTo>
                    <a:pt x="346227" y="76823"/>
                  </a:lnTo>
                  <a:lnTo>
                    <a:pt x="347701" y="76923"/>
                  </a:lnTo>
                  <a:lnTo>
                    <a:pt x="349175" y="77089"/>
                  </a:lnTo>
                  <a:lnTo>
                    <a:pt x="350649" y="77199"/>
                  </a:lnTo>
                  <a:lnTo>
                    <a:pt x="352124" y="77310"/>
                  </a:lnTo>
                  <a:lnTo>
                    <a:pt x="353598" y="77376"/>
                  </a:lnTo>
                  <a:lnTo>
                    <a:pt x="355072" y="77443"/>
                  </a:lnTo>
                  <a:lnTo>
                    <a:pt x="356546" y="77509"/>
                  </a:lnTo>
                  <a:lnTo>
                    <a:pt x="358021" y="77576"/>
                  </a:lnTo>
                  <a:lnTo>
                    <a:pt x="359495" y="77642"/>
                  </a:lnTo>
                  <a:lnTo>
                    <a:pt x="360969" y="77709"/>
                  </a:lnTo>
                  <a:lnTo>
                    <a:pt x="362443" y="77775"/>
                  </a:lnTo>
                  <a:lnTo>
                    <a:pt x="363918" y="77842"/>
                  </a:lnTo>
                  <a:lnTo>
                    <a:pt x="365392" y="77952"/>
                  </a:lnTo>
                  <a:lnTo>
                    <a:pt x="366866" y="78063"/>
                  </a:lnTo>
                  <a:lnTo>
                    <a:pt x="368340" y="78173"/>
                  </a:lnTo>
                  <a:lnTo>
                    <a:pt x="369815" y="78240"/>
                  </a:lnTo>
                  <a:lnTo>
                    <a:pt x="371289" y="78306"/>
                  </a:lnTo>
                  <a:lnTo>
                    <a:pt x="372763" y="78306"/>
                  </a:lnTo>
                  <a:lnTo>
                    <a:pt x="374237" y="78306"/>
                  </a:lnTo>
                  <a:lnTo>
                    <a:pt x="375712" y="78350"/>
                  </a:lnTo>
                  <a:lnTo>
                    <a:pt x="377186" y="78350"/>
                  </a:lnTo>
                  <a:lnTo>
                    <a:pt x="378660" y="78350"/>
                  </a:lnTo>
                  <a:lnTo>
                    <a:pt x="380134" y="78350"/>
                  </a:lnTo>
                  <a:lnTo>
                    <a:pt x="381609" y="78408"/>
                  </a:lnTo>
                  <a:lnTo>
                    <a:pt x="383083" y="78466"/>
                  </a:lnTo>
                  <a:lnTo>
                    <a:pt x="384557" y="78524"/>
                  </a:lnTo>
                  <a:lnTo>
                    <a:pt x="386031" y="78582"/>
                  </a:lnTo>
                  <a:lnTo>
                    <a:pt x="387506" y="78582"/>
                  </a:lnTo>
                  <a:lnTo>
                    <a:pt x="388980" y="78582"/>
                  </a:lnTo>
                  <a:lnTo>
                    <a:pt x="390454" y="78582"/>
                  </a:lnTo>
                  <a:lnTo>
                    <a:pt x="391928" y="78582"/>
                  </a:lnTo>
                  <a:lnTo>
                    <a:pt x="393403" y="78513"/>
                  </a:lnTo>
                  <a:lnTo>
                    <a:pt x="394877" y="78513"/>
                  </a:lnTo>
                  <a:lnTo>
                    <a:pt x="396351" y="78582"/>
                  </a:lnTo>
                  <a:lnTo>
                    <a:pt x="397825" y="78582"/>
                  </a:lnTo>
                  <a:lnTo>
                    <a:pt x="399300" y="78640"/>
                  </a:lnTo>
                  <a:lnTo>
                    <a:pt x="400774" y="78698"/>
                  </a:lnTo>
                  <a:lnTo>
                    <a:pt x="402248" y="78753"/>
                  </a:lnTo>
                  <a:lnTo>
                    <a:pt x="403722" y="78753"/>
                  </a:lnTo>
                  <a:lnTo>
                    <a:pt x="405197" y="78753"/>
                  </a:lnTo>
                  <a:lnTo>
                    <a:pt x="406671" y="78695"/>
                  </a:lnTo>
                  <a:lnTo>
                    <a:pt x="408145" y="78637"/>
                  </a:lnTo>
                  <a:lnTo>
                    <a:pt x="409619" y="78579"/>
                  </a:lnTo>
                  <a:lnTo>
                    <a:pt x="411094" y="78521"/>
                  </a:lnTo>
                  <a:lnTo>
                    <a:pt x="412568" y="78463"/>
                  </a:lnTo>
                  <a:lnTo>
                    <a:pt x="414042" y="78405"/>
                  </a:lnTo>
                  <a:lnTo>
                    <a:pt x="415516" y="78405"/>
                  </a:lnTo>
                  <a:lnTo>
                    <a:pt x="416991" y="78461"/>
                  </a:lnTo>
                  <a:lnTo>
                    <a:pt x="418465" y="78461"/>
                  </a:lnTo>
                  <a:lnTo>
                    <a:pt x="419939" y="78461"/>
                  </a:lnTo>
                  <a:lnTo>
                    <a:pt x="421413" y="78461"/>
                  </a:lnTo>
                  <a:lnTo>
                    <a:pt x="422888" y="78406"/>
                  </a:lnTo>
                  <a:lnTo>
                    <a:pt x="424362" y="78350"/>
                  </a:lnTo>
                  <a:lnTo>
                    <a:pt x="425836" y="78306"/>
                  </a:lnTo>
                  <a:lnTo>
                    <a:pt x="427310" y="78262"/>
                  </a:lnTo>
                  <a:lnTo>
                    <a:pt x="428785" y="78262"/>
                  </a:lnTo>
                  <a:lnTo>
                    <a:pt x="430259" y="78262"/>
                  </a:lnTo>
                  <a:lnTo>
                    <a:pt x="431733" y="78262"/>
                  </a:lnTo>
                  <a:lnTo>
                    <a:pt x="433207" y="78262"/>
                  </a:lnTo>
                  <a:lnTo>
                    <a:pt x="434682" y="78262"/>
                  </a:lnTo>
                  <a:lnTo>
                    <a:pt x="436156" y="78262"/>
                  </a:lnTo>
                  <a:lnTo>
                    <a:pt x="437630" y="78262"/>
                  </a:lnTo>
                  <a:lnTo>
                    <a:pt x="439104" y="78196"/>
                  </a:lnTo>
                  <a:lnTo>
                    <a:pt x="440579" y="78085"/>
                  </a:lnTo>
                  <a:lnTo>
                    <a:pt x="442053" y="77975"/>
                  </a:lnTo>
                  <a:lnTo>
                    <a:pt x="443527" y="77864"/>
                  </a:lnTo>
                  <a:lnTo>
                    <a:pt x="445001" y="77798"/>
                  </a:lnTo>
                  <a:lnTo>
                    <a:pt x="446476" y="77731"/>
                  </a:lnTo>
                  <a:lnTo>
                    <a:pt x="447950" y="77731"/>
                  </a:lnTo>
                  <a:lnTo>
                    <a:pt x="449424" y="77731"/>
                  </a:lnTo>
                  <a:lnTo>
                    <a:pt x="450898" y="77687"/>
                  </a:lnTo>
                  <a:lnTo>
                    <a:pt x="452373" y="77643"/>
                  </a:lnTo>
                  <a:lnTo>
                    <a:pt x="453847" y="77600"/>
                  </a:lnTo>
                  <a:lnTo>
                    <a:pt x="455321" y="77500"/>
                  </a:lnTo>
                  <a:lnTo>
                    <a:pt x="456795" y="77342"/>
                  </a:lnTo>
                  <a:lnTo>
                    <a:pt x="458270" y="77185"/>
                  </a:lnTo>
                  <a:lnTo>
                    <a:pt x="459744" y="77027"/>
                  </a:lnTo>
                  <a:lnTo>
                    <a:pt x="461218" y="76869"/>
                  </a:lnTo>
                  <a:lnTo>
                    <a:pt x="462692" y="76814"/>
                  </a:lnTo>
                  <a:lnTo>
                    <a:pt x="464167" y="76758"/>
                  </a:lnTo>
                  <a:lnTo>
                    <a:pt x="465641" y="76816"/>
                  </a:lnTo>
                  <a:lnTo>
                    <a:pt x="467115" y="76874"/>
                  </a:lnTo>
                  <a:lnTo>
                    <a:pt x="468589" y="76874"/>
                  </a:lnTo>
                  <a:lnTo>
                    <a:pt x="470064" y="76816"/>
                  </a:lnTo>
                  <a:lnTo>
                    <a:pt x="471538" y="76690"/>
                  </a:lnTo>
                  <a:lnTo>
                    <a:pt x="473012" y="76690"/>
                  </a:lnTo>
                  <a:lnTo>
                    <a:pt x="474486" y="76690"/>
                  </a:lnTo>
                  <a:lnTo>
                    <a:pt x="475961" y="76690"/>
                  </a:lnTo>
                  <a:lnTo>
                    <a:pt x="477435" y="76816"/>
                  </a:lnTo>
                  <a:lnTo>
                    <a:pt x="478909" y="76943"/>
                  </a:lnTo>
                  <a:lnTo>
                    <a:pt x="480383" y="77069"/>
                  </a:lnTo>
                  <a:lnTo>
                    <a:pt x="481857" y="77195"/>
                  </a:lnTo>
                  <a:lnTo>
                    <a:pt x="483332" y="77322"/>
                  </a:lnTo>
                  <a:lnTo>
                    <a:pt x="484806" y="77520"/>
                  </a:lnTo>
                  <a:lnTo>
                    <a:pt x="486280" y="77719"/>
                  </a:lnTo>
                  <a:lnTo>
                    <a:pt x="487754" y="78022"/>
                  </a:lnTo>
                  <a:lnTo>
                    <a:pt x="489229" y="78469"/>
                  </a:lnTo>
                  <a:lnTo>
                    <a:pt x="490703" y="78971"/>
                  </a:lnTo>
                  <a:lnTo>
                    <a:pt x="492177" y="79563"/>
                  </a:lnTo>
                  <a:lnTo>
                    <a:pt x="493651" y="80209"/>
                  </a:lnTo>
                  <a:lnTo>
                    <a:pt x="495126" y="80856"/>
                  </a:lnTo>
                  <a:lnTo>
                    <a:pt x="496600" y="81503"/>
                  </a:lnTo>
                  <a:lnTo>
                    <a:pt x="498074" y="82149"/>
                  </a:lnTo>
                  <a:lnTo>
                    <a:pt x="499548" y="82796"/>
                  </a:lnTo>
                  <a:lnTo>
                    <a:pt x="501023" y="83486"/>
                  </a:lnTo>
                  <a:lnTo>
                    <a:pt x="502497" y="84177"/>
                  </a:lnTo>
                  <a:lnTo>
                    <a:pt x="503971" y="84996"/>
                  </a:lnTo>
                  <a:lnTo>
                    <a:pt x="505445" y="85814"/>
                  </a:lnTo>
                  <a:lnTo>
                    <a:pt x="506920" y="86505"/>
                  </a:lnTo>
                  <a:lnTo>
                    <a:pt x="508394" y="87196"/>
                  </a:lnTo>
                  <a:lnTo>
                    <a:pt x="509868" y="87599"/>
                  </a:lnTo>
                  <a:lnTo>
                    <a:pt x="511342" y="87897"/>
                  </a:lnTo>
                  <a:lnTo>
                    <a:pt x="512817" y="88123"/>
                  </a:lnTo>
                  <a:lnTo>
                    <a:pt x="514291" y="88289"/>
                  </a:lnTo>
                  <a:lnTo>
                    <a:pt x="515765" y="88455"/>
                  </a:lnTo>
                  <a:lnTo>
                    <a:pt x="517239" y="88679"/>
                  </a:lnTo>
                  <a:lnTo>
                    <a:pt x="518714" y="88903"/>
                  </a:lnTo>
                  <a:lnTo>
                    <a:pt x="520188" y="89069"/>
                  </a:lnTo>
                  <a:lnTo>
                    <a:pt x="521662" y="89293"/>
                  </a:lnTo>
                  <a:lnTo>
                    <a:pt x="523136" y="89451"/>
                  </a:lnTo>
                  <a:lnTo>
                    <a:pt x="524611" y="89608"/>
                  </a:lnTo>
                  <a:lnTo>
                    <a:pt x="526085" y="89652"/>
                  </a:lnTo>
                  <a:lnTo>
                    <a:pt x="527559" y="89696"/>
                  </a:lnTo>
                  <a:lnTo>
                    <a:pt x="529033" y="89796"/>
                  </a:lnTo>
                  <a:lnTo>
                    <a:pt x="530508" y="89895"/>
                  </a:lnTo>
                  <a:lnTo>
                    <a:pt x="531982" y="89995"/>
                  </a:lnTo>
                  <a:lnTo>
                    <a:pt x="533456" y="90152"/>
                  </a:lnTo>
                  <a:lnTo>
                    <a:pt x="534930" y="90451"/>
                  </a:lnTo>
                  <a:lnTo>
                    <a:pt x="536405" y="90749"/>
                  </a:lnTo>
                  <a:lnTo>
                    <a:pt x="537879" y="91108"/>
                  </a:lnTo>
                  <a:lnTo>
                    <a:pt x="539353" y="91467"/>
                  </a:lnTo>
                  <a:lnTo>
                    <a:pt x="540827" y="91856"/>
                  </a:lnTo>
                  <a:lnTo>
                    <a:pt x="542302" y="92245"/>
                  </a:lnTo>
                  <a:lnTo>
                    <a:pt x="543776" y="92490"/>
                  </a:lnTo>
                  <a:lnTo>
                    <a:pt x="545250" y="92794"/>
                  </a:lnTo>
                  <a:lnTo>
                    <a:pt x="546724" y="93098"/>
                  </a:lnTo>
                  <a:lnTo>
                    <a:pt x="548199" y="93343"/>
                  </a:lnTo>
                  <a:lnTo>
                    <a:pt x="549673" y="93589"/>
                  </a:lnTo>
                  <a:lnTo>
                    <a:pt x="551147" y="93834"/>
                  </a:lnTo>
                  <a:lnTo>
                    <a:pt x="552621" y="94012"/>
                  </a:lnTo>
                  <a:lnTo>
                    <a:pt x="554096" y="94189"/>
                  </a:lnTo>
                  <a:lnTo>
                    <a:pt x="555570" y="94261"/>
                  </a:lnTo>
                  <a:lnTo>
                    <a:pt x="557044" y="94193"/>
                  </a:lnTo>
                  <a:lnTo>
                    <a:pt x="558518" y="94124"/>
                  </a:lnTo>
                  <a:lnTo>
                    <a:pt x="559993" y="93926"/>
                  </a:lnTo>
                  <a:lnTo>
                    <a:pt x="561467" y="93727"/>
                  </a:lnTo>
                  <a:lnTo>
                    <a:pt x="562941" y="93368"/>
                  </a:lnTo>
                  <a:lnTo>
                    <a:pt x="564415" y="92866"/>
                  </a:lnTo>
                  <a:lnTo>
                    <a:pt x="565890" y="92363"/>
                  </a:lnTo>
                  <a:lnTo>
                    <a:pt x="567364" y="91772"/>
                  </a:lnTo>
                  <a:lnTo>
                    <a:pt x="568838" y="91181"/>
                  </a:lnTo>
                  <a:lnTo>
                    <a:pt x="570312" y="90590"/>
                  </a:lnTo>
                  <a:lnTo>
                    <a:pt x="571787" y="90057"/>
                  </a:lnTo>
                  <a:lnTo>
                    <a:pt x="573261" y="89524"/>
                  </a:lnTo>
                  <a:lnTo>
                    <a:pt x="574735" y="88991"/>
                  </a:lnTo>
                  <a:lnTo>
                    <a:pt x="576209" y="88458"/>
                  </a:lnTo>
                  <a:lnTo>
                    <a:pt x="577684" y="87993"/>
                  </a:lnTo>
                  <a:lnTo>
                    <a:pt x="579158" y="87577"/>
                  </a:lnTo>
                  <a:lnTo>
                    <a:pt x="580632" y="87162"/>
                  </a:lnTo>
                  <a:lnTo>
                    <a:pt x="582106" y="86769"/>
                  </a:lnTo>
                  <a:lnTo>
                    <a:pt x="583581" y="86376"/>
                  </a:lnTo>
                  <a:lnTo>
                    <a:pt x="585055" y="86376"/>
                  </a:lnTo>
                  <a:lnTo>
                    <a:pt x="586529" y="86481"/>
                  </a:lnTo>
                  <a:lnTo>
                    <a:pt x="588003" y="86659"/>
                  </a:lnTo>
                  <a:lnTo>
                    <a:pt x="589478" y="86962"/>
                  </a:lnTo>
                  <a:lnTo>
                    <a:pt x="590952" y="87409"/>
                  </a:lnTo>
                  <a:lnTo>
                    <a:pt x="592426" y="87798"/>
                  </a:lnTo>
                  <a:lnTo>
                    <a:pt x="593900" y="88043"/>
                  </a:lnTo>
                  <a:lnTo>
                    <a:pt x="595375" y="88490"/>
                  </a:lnTo>
                  <a:lnTo>
                    <a:pt x="596849" y="88879"/>
                  </a:lnTo>
                  <a:lnTo>
                    <a:pt x="598323" y="89268"/>
                  </a:lnTo>
                  <a:lnTo>
                    <a:pt x="599797" y="89513"/>
                  </a:lnTo>
                  <a:lnTo>
                    <a:pt x="601272" y="89767"/>
                  </a:lnTo>
                  <a:lnTo>
                    <a:pt x="602746" y="90021"/>
                  </a:lnTo>
                  <a:lnTo>
                    <a:pt x="604220" y="90220"/>
                  </a:lnTo>
                  <a:lnTo>
                    <a:pt x="605694" y="90418"/>
                  </a:lnTo>
                  <a:lnTo>
                    <a:pt x="607169" y="90476"/>
                  </a:lnTo>
                  <a:lnTo>
                    <a:pt x="608643" y="90476"/>
                  </a:lnTo>
                  <a:lnTo>
                    <a:pt x="610117" y="90278"/>
                  </a:lnTo>
                  <a:lnTo>
                    <a:pt x="611591" y="90024"/>
                  </a:lnTo>
                  <a:lnTo>
                    <a:pt x="613066" y="89665"/>
                  </a:lnTo>
                  <a:lnTo>
                    <a:pt x="614540" y="89305"/>
                  </a:lnTo>
                  <a:lnTo>
                    <a:pt x="616014" y="88916"/>
                  </a:lnTo>
                  <a:lnTo>
                    <a:pt x="617488" y="88469"/>
                  </a:lnTo>
                  <a:lnTo>
                    <a:pt x="618963" y="88166"/>
                  </a:lnTo>
                  <a:lnTo>
                    <a:pt x="620437" y="87863"/>
                  </a:lnTo>
                  <a:lnTo>
                    <a:pt x="621911" y="87559"/>
                  </a:lnTo>
                  <a:lnTo>
                    <a:pt x="623385" y="87256"/>
                  </a:lnTo>
                  <a:lnTo>
                    <a:pt x="624860" y="86952"/>
                  </a:lnTo>
                  <a:lnTo>
                    <a:pt x="626334" y="86649"/>
                  </a:lnTo>
                  <a:lnTo>
                    <a:pt x="627808" y="86345"/>
                  </a:lnTo>
                  <a:lnTo>
                    <a:pt x="629282" y="86042"/>
                  </a:lnTo>
                  <a:lnTo>
                    <a:pt x="630757" y="85843"/>
                  </a:lnTo>
                  <a:lnTo>
                    <a:pt x="632231" y="85785"/>
                  </a:lnTo>
                  <a:lnTo>
                    <a:pt x="633705" y="85727"/>
                  </a:lnTo>
                  <a:lnTo>
                    <a:pt x="635179" y="85727"/>
                  </a:lnTo>
                  <a:lnTo>
                    <a:pt x="636654" y="85727"/>
                  </a:lnTo>
                  <a:lnTo>
                    <a:pt x="638128" y="85683"/>
                  </a:lnTo>
                  <a:lnTo>
                    <a:pt x="639602" y="85683"/>
                  </a:lnTo>
                  <a:lnTo>
                    <a:pt x="641076" y="85684"/>
                  </a:lnTo>
                  <a:lnTo>
                    <a:pt x="642551" y="85628"/>
                  </a:lnTo>
                  <a:lnTo>
                    <a:pt x="644025" y="85572"/>
                  </a:lnTo>
                  <a:lnTo>
                    <a:pt x="645499" y="85517"/>
                  </a:lnTo>
                  <a:lnTo>
                    <a:pt x="646973" y="85403"/>
                  </a:lnTo>
                  <a:lnTo>
                    <a:pt x="648448" y="85345"/>
                  </a:lnTo>
                  <a:lnTo>
                    <a:pt x="649922" y="85287"/>
                  </a:lnTo>
                  <a:lnTo>
                    <a:pt x="651396" y="85229"/>
                  </a:lnTo>
                  <a:lnTo>
                    <a:pt x="652870" y="85103"/>
                  </a:lnTo>
                  <a:lnTo>
                    <a:pt x="654345" y="84799"/>
                  </a:lnTo>
                  <a:lnTo>
                    <a:pt x="655819" y="84496"/>
                  </a:lnTo>
                  <a:lnTo>
                    <a:pt x="657293" y="84241"/>
                  </a:lnTo>
                  <a:lnTo>
                    <a:pt x="658767" y="82280"/>
                  </a:lnTo>
                  <a:lnTo>
                    <a:pt x="660242" y="80213"/>
                  </a:lnTo>
                  <a:lnTo>
                    <a:pt x="661716" y="78103"/>
                  </a:lnTo>
                  <a:lnTo>
                    <a:pt x="663190" y="75993"/>
                  </a:lnTo>
                  <a:lnTo>
                    <a:pt x="664664" y="73882"/>
                  </a:lnTo>
                  <a:lnTo>
                    <a:pt x="666139" y="71628"/>
                  </a:lnTo>
                  <a:lnTo>
                    <a:pt x="667613" y="69375"/>
                  </a:lnTo>
                  <a:lnTo>
                    <a:pt x="669087" y="67264"/>
                  </a:lnTo>
                  <a:lnTo>
                    <a:pt x="670561" y="64944"/>
                  </a:lnTo>
                  <a:lnTo>
                    <a:pt x="672036" y="62624"/>
                  </a:lnTo>
                  <a:lnTo>
                    <a:pt x="673510" y="59392"/>
                  </a:lnTo>
                  <a:lnTo>
                    <a:pt x="674984" y="55736"/>
                  </a:lnTo>
                  <a:lnTo>
                    <a:pt x="676458" y="52185"/>
                  </a:lnTo>
                  <a:lnTo>
                    <a:pt x="677932" y="48634"/>
                  </a:lnTo>
                  <a:lnTo>
                    <a:pt x="679407" y="45083"/>
                  </a:lnTo>
                  <a:lnTo>
                    <a:pt x="680881" y="43011"/>
                  </a:lnTo>
                  <a:lnTo>
                    <a:pt x="682355" y="41079"/>
                  </a:lnTo>
                  <a:lnTo>
                    <a:pt x="683829" y="39148"/>
                  </a:lnTo>
                  <a:lnTo>
                    <a:pt x="685304" y="37274"/>
                  </a:lnTo>
                  <a:lnTo>
                    <a:pt x="686778" y="35456"/>
                  </a:lnTo>
                  <a:lnTo>
                    <a:pt x="688252" y="33639"/>
                  </a:lnTo>
                  <a:lnTo>
                    <a:pt x="689726" y="31931"/>
                  </a:lnTo>
                  <a:lnTo>
                    <a:pt x="691201" y="30110"/>
                  </a:lnTo>
                  <a:lnTo>
                    <a:pt x="692675" y="28403"/>
                  </a:lnTo>
                  <a:lnTo>
                    <a:pt x="694149" y="26696"/>
                  </a:lnTo>
                  <a:lnTo>
                    <a:pt x="695623" y="26039"/>
                  </a:lnTo>
                  <a:lnTo>
                    <a:pt x="697098" y="26097"/>
                  </a:lnTo>
                  <a:lnTo>
                    <a:pt x="698572" y="26155"/>
                  </a:lnTo>
                  <a:lnTo>
                    <a:pt x="700046" y="26458"/>
                  </a:lnTo>
                  <a:lnTo>
                    <a:pt x="701520" y="26761"/>
                  </a:lnTo>
                  <a:lnTo>
                    <a:pt x="702995" y="27065"/>
                  </a:lnTo>
                  <a:lnTo>
                    <a:pt x="704469" y="27368"/>
                  </a:lnTo>
                  <a:lnTo>
                    <a:pt x="705943" y="27672"/>
                  </a:lnTo>
                  <a:lnTo>
                    <a:pt x="707417" y="28119"/>
                  </a:lnTo>
                  <a:lnTo>
                    <a:pt x="708892" y="28565"/>
                  </a:lnTo>
                  <a:lnTo>
                    <a:pt x="710366" y="29012"/>
                  </a:lnTo>
                  <a:lnTo>
                    <a:pt x="711840" y="29316"/>
                  </a:lnTo>
                  <a:lnTo>
                    <a:pt x="713314" y="29719"/>
                  </a:lnTo>
                  <a:lnTo>
                    <a:pt x="714789" y="30078"/>
                  </a:lnTo>
                  <a:lnTo>
                    <a:pt x="716263" y="30438"/>
                  </a:lnTo>
                  <a:lnTo>
                    <a:pt x="717737" y="30797"/>
                  </a:lnTo>
                  <a:lnTo>
                    <a:pt x="719211" y="31156"/>
                  </a:lnTo>
                  <a:lnTo>
                    <a:pt x="720686" y="31515"/>
                  </a:lnTo>
                  <a:lnTo>
                    <a:pt x="722160" y="31697"/>
                  </a:lnTo>
                  <a:lnTo>
                    <a:pt x="723634" y="31896"/>
                  </a:lnTo>
                  <a:lnTo>
                    <a:pt x="725108" y="32094"/>
                  </a:lnTo>
                  <a:lnTo>
                    <a:pt x="726583" y="32220"/>
                  </a:lnTo>
                  <a:lnTo>
                    <a:pt x="728057" y="32346"/>
                  </a:lnTo>
                  <a:lnTo>
                    <a:pt x="729531" y="32545"/>
                  </a:lnTo>
                  <a:lnTo>
                    <a:pt x="731005" y="32743"/>
                  </a:lnTo>
                  <a:lnTo>
                    <a:pt x="732480" y="32997"/>
                  </a:lnTo>
                  <a:lnTo>
                    <a:pt x="733954" y="34959"/>
                  </a:lnTo>
                  <a:lnTo>
                    <a:pt x="735428" y="36848"/>
                  </a:lnTo>
                  <a:lnTo>
                    <a:pt x="736902" y="38782"/>
                  </a:lnTo>
                  <a:lnTo>
                    <a:pt x="738377" y="40647"/>
                  </a:lnTo>
                  <a:lnTo>
                    <a:pt x="739851" y="42453"/>
                  </a:lnTo>
                  <a:lnTo>
                    <a:pt x="741325" y="44318"/>
                  </a:lnTo>
                  <a:lnTo>
                    <a:pt x="742799" y="46251"/>
                  </a:lnTo>
                  <a:lnTo>
                    <a:pt x="744274" y="48257"/>
                  </a:lnTo>
                  <a:lnTo>
                    <a:pt x="745748" y="50257"/>
                  </a:lnTo>
                  <a:lnTo>
                    <a:pt x="747222" y="52256"/>
                  </a:lnTo>
                  <a:lnTo>
                    <a:pt x="748696" y="55239"/>
                  </a:lnTo>
                  <a:lnTo>
                    <a:pt x="750171" y="58895"/>
                  </a:lnTo>
                  <a:lnTo>
                    <a:pt x="751645" y="62374"/>
                  </a:lnTo>
                  <a:lnTo>
                    <a:pt x="753119" y="65853"/>
                  </a:lnTo>
                  <a:lnTo>
                    <a:pt x="754593" y="67864"/>
                  </a:lnTo>
                  <a:lnTo>
                    <a:pt x="756068" y="68156"/>
                  </a:lnTo>
                  <a:lnTo>
                    <a:pt x="757542" y="68449"/>
                  </a:lnTo>
                  <a:lnTo>
                    <a:pt x="759016" y="68741"/>
                  </a:lnTo>
                  <a:lnTo>
                    <a:pt x="760490" y="69211"/>
                  </a:lnTo>
                  <a:lnTo>
                    <a:pt x="761965" y="69680"/>
                  </a:lnTo>
                  <a:lnTo>
                    <a:pt x="763439" y="70045"/>
                  </a:lnTo>
                  <a:lnTo>
                    <a:pt x="764913" y="70299"/>
                  </a:lnTo>
                  <a:lnTo>
                    <a:pt x="766387" y="69179"/>
                  </a:lnTo>
                  <a:lnTo>
                    <a:pt x="767862" y="68004"/>
                  </a:lnTo>
                  <a:lnTo>
                    <a:pt x="769336" y="66828"/>
                  </a:lnTo>
                  <a:lnTo>
                    <a:pt x="770810" y="64602"/>
                  </a:lnTo>
                  <a:lnTo>
                    <a:pt x="772284" y="61661"/>
                  </a:lnTo>
                  <a:lnTo>
                    <a:pt x="773759" y="58864"/>
                  </a:lnTo>
                  <a:lnTo>
                    <a:pt x="775233" y="55821"/>
                  </a:lnTo>
                  <a:lnTo>
                    <a:pt x="776707" y="54022"/>
                  </a:lnTo>
                  <a:lnTo>
                    <a:pt x="778181" y="52458"/>
                  </a:lnTo>
                  <a:lnTo>
                    <a:pt x="779656" y="50894"/>
                  </a:lnTo>
                  <a:lnTo>
                    <a:pt x="781130" y="49474"/>
                  </a:lnTo>
                  <a:lnTo>
                    <a:pt x="782604" y="47910"/>
                  </a:lnTo>
                  <a:lnTo>
                    <a:pt x="784078" y="46347"/>
                  </a:lnTo>
                  <a:lnTo>
                    <a:pt x="785553" y="44784"/>
                  </a:lnTo>
                  <a:lnTo>
                    <a:pt x="787027" y="43220"/>
                  </a:lnTo>
                  <a:lnTo>
                    <a:pt x="788501" y="43220"/>
                  </a:lnTo>
                  <a:lnTo>
                    <a:pt x="789975" y="43363"/>
                  </a:lnTo>
                  <a:lnTo>
                    <a:pt x="791450" y="43363"/>
                  </a:lnTo>
                  <a:lnTo>
                    <a:pt x="792924" y="43363"/>
                  </a:lnTo>
                  <a:lnTo>
                    <a:pt x="794398" y="43363"/>
                  </a:lnTo>
                  <a:lnTo>
                    <a:pt x="795872" y="43258"/>
                  </a:lnTo>
                  <a:lnTo>
                    <a:pt x="797347" y="43331"/>
                  </a:lnTo>
                  <a:lnTo>
                    <a:pt x="798821" y="43436"/>
                  </a:lnTo>
                  <a:lnTo>
                    <a:pt x="800295" y="43540"/>
                  </a:lnTo>
                  <a:lnTo>
                    <a:pt x="801769" y="43718"/>
                  </a:lnTo>
                  <a:lnTo>
                    <a:pt x="803244" y="43790"/>
                  </a:lnTo>
                  <a:lnTo>
                    <a:pt x="804718" y="43650"/>
                  </a:lnTo>
                  <a:lnTo>
                    <a:pt x="806192" y="43509"/>
                  </a:lnTo>
                  <a:lnTo>
                    <a:pt x="807666" y="43369"/>
                  </a:lnTo>
                  <a:lnTo>
                    <a:pt x="809141" y="43228"/>
                  </a:lnTo>
                  <a:lnTo>
                    <a:pt x="810615" y="43160"/>
                  </a:lnTo>
                  <a:lnTo>
                    <a:pt x="812089" y="43034"/>
                  </a:lnTo>
                  <a:lnTo>
                    <a:pt x="813563" y="42976"/>
                  </a:lnTo>
                  <a:lnTo>
                    <a:pt x="815038" y="42920"/>
                  </a:lnTo>
                  <a:lnTo>
                    <a:pt x="816512" y="42806"/>
                  </a:lnTo>
                  <a:lnTo>
                    <a:pt x="817986" y="42624"/>
                  </a:lnTo>
                  <a:lnTo>
                    <a:pt x="819460" y="42370"/>
                  </a:lnTo>
                  <a:lnTo>
                    <a:pt x="820935" y="42144"/>
                  </a:lnTo>
                  <a:lnTo>
                    <a:pt x="822409" y="41919"/>
                  </a:lnTo>
                  <a:lnTo>
                    <a:pt x="823883" y="41620"/>
                  </a:lnTo>
                  <a:lnTo>
                    <a:pt x="825357" y="41217"/>
                  </a:lnTo>
                  <a:lnTo>
                    <a:pt x="826832" y="40991"/>
                  </a:lnTo>
                  <a:lnTo>
                    <a:pt x="828306" y="40765"/>
                  </a:lnTo>
                  <a:lnTo>
                    <a:pt x="829780" y="42007"/>
                  </a:lnTo>
                  <a:lnTo>
                    <a:pt x="831254" y="43489"/>
                  </a:lnTo>
                  <a:lnTo>
                    <a:pt x="832729" y="44970"/>
                  </a:lnTo>
                  <a:lnTo>
                    <a:pt x="834203" y="46452"/>
                  </a:lnTo>
                  <a:lnTo>
                    <a:pt x="835677" y="47756"/>
                  </a:lnTo>
                  <a:lnTo>
                    <a:pt x="837151" y="49061"/>
                  </a:lnTo>
                  <a:lnTo>
                    <a:pt x="838626" y="50470"/>
                  </a:lnTo>
                  <a:lnTo>
                    <a:pt x="840100" y="51879"/>
                  </a:lnTo>
                  <a:lnTo>
                    <a:pt x="841574" y="54663"/>
                  </a:lnTo>
                  <a:lnTo>
                    <a:pt x="843048" y="57446"/>
                  </a:lnTo>
                  <a:lnTo>
                    <a:pt x="844523" y="60163"/>
                  </a:lnTo>
                  <a:lnTo>
                    <a:pt x="845997" y="62880"/>
                  </a:lnTo>
                  <a:lnTo>
                    <a:pt x="847471" y="65597"/>
                  </a:lnTo>
                  <a:lnTo>
                    <a:pt x="848945" y="68170"/>
                  </a:lnTo>
                  <a:lnTo>
                    <a:pt x="850420" y="70744"/>
                  </a:lnTo>
                  <a:lnTo>
                    <a:pt x="851894" y="72073"/>
                  </a:lnTo>
                  <a:lnTo>
                    <a:pt x="853368" y="73167"/>
                  </a:lnTo>
                  <a:lnTo>
                    <a:pt x="854842" y="74262"/>
                  </a:lnTo>
                  <a:lnTo>
                    <a:pt x="856317" y="75212"/>
                  </a:lnTo>
                  <a:lnTo>
                    <a:pt x="857791" y="76162"/>
                  </a:lnTo>
                  <a:lnTo>
                    <a:pt x="859265" y="77112"/>
                  </a:lnTo>
                  <a:lnTo>
                    <a:pt x="860739" y="78063"/>
                  </a:lnTo>
                  <a:lnTo>
                    <a:pt x="862214" y="79157"/>
                  </a:lnTo>
                  <a:lnTo>
                    <a:pt x="863688" y="78754"/>
                  </a:lnTo>
                  <a:lnTo>
                    <a:pt x="865162" y="78208"/>
                  </a:lnTo>
                  <a:lnTo>
                    <a:pt x="866636" y="77805"/>
                  </a:lnTo>
                  <a:lnTo>
                    <a:pt x="868110" y="77402"/>
                  </a:lnTo>
                  <a:lnTo>
                    <a:pt x="869585" y="76999"/>
                  </a:lnTo>
                  <a:lnTo>
                    <a:pt x="871059" y="76700"/>
                  </a:lnTo>
                  <a:lnTo>
                    <a:pt x="872533" y="76402"/>
                  </a:lnTo>
                  <a:lnTo>
                    <a:pt x="874007" y="75999"/>
                  </a:lnTo>
                  <a:lnTo>
                    <a:pt x="875482" y="75596"/>
                  </a:lnTo>
                  <a:lnTo>
                    <a:pt x="876956" y="75237"/>
                  </a:lnTo>
                  <a:lnTo>
                    <a:pt x="878430" y="74983"/>
                  </a:lnTo>
                  <a:lnTo>
                    <a:pt x="879904" y="74925"/>
                  </a:lnTo>
                  <a:lnTo>
                    <a:pt x="881379" y="74867"/>
                  </a:lnTo>
                  <a:lnTo>
                    <a:pt x="882853" y="74867"/>
                  </a:lnTo>
                  <a:lnTo>
                    <a:pt x="884327" y="75113"/>
                  </a:lnTo>
                  <a:lnTo>
                    <a:pt x="885801" y="75253"/>
                  </a:lnTo>
                  <a:lnTo>
                    <a:pt x="887276" y="75557"/>
                  </a:lnTo>
                  <a:lnTo>
                    <a:pt x="888750" y="76004"/>
                  </a:lnTo>
                  <a:lnTo>
                    <a:pt x="890224" y="76506"/>
                  </a:lnTo>
                  <a:lnTo>
                    <a:pt x="891698" y="77153"/>
                  </a:lnTo>
                  <a:lnTo>
                    <a:pt x="893173" y="77928"/>
                  </a:lnTo>
                  <a:lnTo>
                    <a:pt x="894647" y="78703"/>
                  </a:lnTo>
                  <a:lnTo>
                    <a:pt x="896121" y="79522"/>
                  </a:lnTo>
                  <a:lnTo>
                    <a:pt x="897595" y="80528"/>
                  </a:lnTo>
                  <a:lnTo>
                    <a:pt x="899070" y="81534"/>
                  </a:lnTo>
                  <a:lnTo>
                    <a:pt x="900544" y="82540"/>
                  </a:lnTo>
                  <a:lnTo>
                    <a:pt x="902018" y="83546"/>
                  </a:lnTo>
                  <a:lnTo>
                    <a:pt x="903492" y="84552"/>
                  </a:lnTo>
                  <a:lnTo>
                    <a:pt x="904967" y="85558"/>
                  </a:lnTo>
                  <a:lnTo>
                    <a:pt x="906441" y="86376"/>
                  </a:lnTo>
                  <a:lnTo>
                    <a:pt x="907915" y="87195"/>
                  </a:lnTo>
                  <a:lnTo>
                    <a:pt x="909389" y="88014"/>
                  </a:lnTo>
                  <a:lnTo>
                    <a:pt x="910864" y="88704"/>
                  </a:lnTo>
                  <a:lnTo>
                    <a:pt x="912338" y="89395"/>
                  </a:lnTo>
                  <a:lnTo>
                    <a:pt x="913812" y="89941"/>
                  </a:lnTo>
                  <a:lnTo>
                    <a:pt x="915286" y="90344"/>
                  </a:lnTo>
                  <a:lnTo>
                    <a:pt x="916761" y="90747"/>
                  </a:lnTo>
                  <a:lnTo>
                    <a:pt x="918235" y="91150"/>
                  </a:lnTo>
                  <a:lnTo>
                    <a:pt x="919709" y="91443"/>
                  </a:lnTo>
                  <a:lnTo>
                    <a:pt x="921183" y="91735"/>
                  </a:lnTo>
                  <a:lnTo>
                    <a:pt x="922658" y="91846"/>
                  </a:lnTo>
                  <a:lnTo>
                    <a:pt x="924132" y="91956"/>
                  </a:lnTo>
                  <a:lnTo>
                    <a:pt x="925606" y="92122"/>
                  </a:lnTo>
                  <a:lnTo>
                    <a:pt x="927080" y="92288"/>
                  </a:lnTo>
                  <a:lnTo>
                    <a:pt x="928555" y="92454"/>
                  </a:lnTo>
                  <a:lnTo>
                    <a:pt x="930029" y="92621"/>
                  </a:lnTo>
                  <a:lnTo>
                    <a:pt x="931503" y="92787"/>
                  </a:lnTo>
                  <a:lnTo>
                    <a:pt x="932977" y="92953"/>
                  </a:lnTo>
                  <a:lnTo>
                    <a:pt x="934452" y="93063"/>
                  </a:lnTo>
                  <a:lnTo>
                    <a:pt x="935926" y="93174"/>
                  </a:lnTo>
                  <a:lnTo>
                    <a:pt x="937400" y="93284"/>
                  </a:lnTo>
                  <a:lnTo>
                    <a:pt x="938874" y="93328"/>
                  </a:lnTo>
                  <a:lnTo>
                    <a:pt x="940349" y="93428"/>
                  </a:lnTo>
                  <a:lnTo>
                    <a:pt x="941823" y="93528"/>
                  </a:lnTo>
                  <a:lnTo>
                    <a:pt x="943297" y="93753"/>
                  </a:lnTo>
                  <a:lnTo>
                    <a:pt x="944771" y="93979"/>
                  </a:lnTo>
                  <a:lnTo>
                    <a:pt x="946246" y="94205"/>
                  </a:lnTo>
                  <a:lnTo>
                    <a:pt x="947720" y="94363"/>
                  </a:lnTo>
                  <a:lnTo>
                    <a:pt x="949194" y="94462"/>
                  </a:lnTo>
                  <a:lnTo>
                    <a:pt x="950668" y="94562"/>
                  </a:lnTo>
                  <a:lnTo>
                    <a:pt x="952143" y="94617"/>
                  </a:lnTo>
                  <a:lnTo>
                    <a:pt x="953617" y="94673"/>
                  </a:lnTo>
                  <a:lnTo>
                    <a:pt x="955091" y="94731"/>
                  </a:lnTo>
                  <a:lnTo>
                    <a:pt x="956565" y="94789"/>
                  </a:lnTo>
                  <a:lnTo>
                    <a:pt x="958040" y="94789"/>
                  </a:lnTo>
                  <a:lnTo>
                    <a:pt x="959514" y="94543"/>
                  </a:lnTo>
                  <a:lnTo>
                    <a:pt x="960988" y="94403"/>
                  </a:lnTo>
                  <a:lnTo>
                    <a:pt x="962462" y="94099"/>
                  </a:lnTo>
                  <a:lnTo>
                    <a:pt x="963937" y="93652"/>
                  </a:lnTo>
                  <a:lnTo>
                    <a:pt x="965411" y="93106"/>
                  </a:lnTo>
                  <a:lnTo>
                    <a:pt x="966885" y="92415"/>
                  </a:lnTo>
                  <a:lnTo>
                    <a:pt x="968359" y="91596"/>
                  </a:lnTo>
                  <a:lnTo>
                    <a:pt x="969834" y="90778"/>
                  </a:lnTo>
                  <a:lnTo>
                    <a:pt x="971308" y="89959"/>
                  </a:lnTo>
                  <a:lnTo>
                    <a:pt x="972782" y="88953"/>
                  </a:lnTo>
                  <a:lnTo>
                    <a:pt x="974256" y="87991"/>
                  </a:lnTo>
                  <a:lnTo>
                    <a:pt x="975731" y="87142"/>
                  </a:lnTo>
                  <a:lnTo>
                    <a:pt x="977205" y="86236"/>
                  </a:lnTo>
                  <a:lnTo>
                    <a:pt x="978679" y="85329"/>
                  </a:lnTo>
                  <a:lnTo>
                    <a:pt x="980153" y="84423"/>
                  </a:lnTo>
                  <a:lnTo>
                    <a:pt x="981628" y="83704"/>
                  </a:lnTo>
                  <a:lnTo>
                    <a:pt x="983102" y="83111"/>
                  </a:lnTo>
                  <a:lnTo>
                    <a:pt x="984576" y="82518"/>
                  </a:lnTo>
                  <a:lnTo>
                    <a:pt x="986050" y="82053"/>
                  </a:lnTo>
                  <a:lnTo>
                    <a:pt x="987525" y="81588"/>
                  </a:lnTo>
                  <a:lnTo>
                    <a:pt x="988999" y="81588"/>
                  </a:lnTo>
                  <a:lnTo>
                    <a:pt x="990473" y="82191"/>
                  </a:lnTo>
                  <a:lnTo>
                    <a:pt x="991947" y="83472"/>
                  </a:lnTo>
                  <a:lnTo>
                    <a:pt x="993422" y="85075"/>
                  </a:lnTo>
                  <a:lnTo>
                    <a:pt x="994896" y="86856"/>
                  </a:lnTo>
                  <a:lnTo>
                    <a:pt x="996370" y="88636"/>
                  </a:lnTo>
                  <a:lnTo>
                    <a:pt x="997844" y="90598"/>
                  </a:lnTo>
                  <a:lnTo>
                    <a:pt x="999319" y="92560"/>
                  </a:lnTo>
                  <a:lnTo>
                    <a:pt x="1000793" y="94467"/>
                  </a:lnTo>
                  <a:lnTo>
                    <a:pt x="1002267" y="96722"/>
                  </a:lnTo>
                  <a:lnTo>
                    <a:pt x="1003741" y="98977"/>
                  </a:lnTo>
                  <a:lnTo>
                    <a:pt x="1005216" y="100883"/>
                  </a:lnTo>
                  <a:lnTo>
                    <a:pt x="1006690" y="102790"/>
                  </a:lnTo>
                  <a:lnTo>
                    <a:pt x="1008164" y="105045"/>
                  </a:lnTo>
                  <a:lnTo>
                    <a:pt x="1009638" y="107356"/>
                  </a:lnTo>
                  <a:lnTo>
                    <a:pt x="1011113" y="109319"/>
                  </a:lnTo>
                  <a:lnTo>
                    <a:pt x="1012587" y="111281"/>
                  </a:lnTo>
                  <a:lnTo>
                    <a:pt x="1014061" y="112921"/>
                  </a:lnTo>
                  <a:lnTo>
                    <a:pt x="1015535" y="114261"/>
                  </a:lnTo>
                  <a:lnTo>
                    <a:pt x="1017010" y="115385"/>
                  </a:lnTo>
                  <a:lnTo>
                    <a:pt x="1018484" y="116382"/>
                  </a:lnTo>
                  <a:lnTo>
                    <a:pt x="1019958" y="117380"/>
                  </a:lnTo>
                  <a:lnTo>
                    <a:pt x="1021432" y="118378"/>
                  </a:lnTo>
                  <a:lnTo>
                    <a:pt x="1022907" y="119227"/>
                  </a:lnTo>
                  <a:lnTo>
                    <a:pt x="1024381" y="119946"/>
                  </a:lnTo>
                  <a:lnTo>
                    <a:pt x="1025855" y="120852"/>
                  </a:lnTo>
                  <a:lnTo>
                    <a:pt x="1027329" y="121759"/>
                  </a:lnTo>
                  <a:lnTo>
                    <a:pt x="1028804" y="122665"/>
                  </a:lnTo>
                  <a:lnTo>
                    <a:pt x="1030278" y="123513"/>
                  </a:lnTo>
                  <a:lnTo>
                    <a:pt x="1031752" y="124362"/>
                  </a:lnTo>
                  <a:lnTo>
                    <a:pt x="1033226" y="125210"/>
                  </a:lnTo>
                  <a:lnTo>
                    <a:pt x="1034701" y="125743"/>
                  </a:lnTo>
                  <a:lnTo>
                    <a:pt x="1036175" y="126132"/>
                  </a:lnTo>
                  <a:lnTo>
                    <a:pt x="1037649" y="126436"/>
                  </a:lnTo>
                  <a:lnTo>
                    <a:pt x="1039123" y="126882"/>
                  </a:lnTo>
                  <a:lnTo>
                    <a:pt x="1040598" y="127429"/>
                  </a:lnTo>
                  <a:lnTo>
                    <a:pt x="1042072" y="127975"/>
                  </a:lnTo>
                  <a:lnTo>
                    <a:pt x="1043546" y="128522"/>
                  </a:lnTo>
                  <a:lnTo>
                    <a:pt x="1045020" y="129068"/>
                  </a:lnTo>
                  <a:lnTo>
                    <a:pt x="1046495" y="129614"/>
                  </a:lnTo>
                  <a:lnTo>
                    <a:pt x="1047969" y="130017"/>
                  </a:lnTo>
                  <a:lnTo>
                    <a:pt x="1049443" y="130520"/>
                  </a:lnTo>
                  <a:lnTo>
                    <a:pt x="1050917" y="130909"/>
                  </a:lnTo>
                  <a:lnTo>
                    <a:pt x="1052392" y="131212"/>
                  </a:lnTo>
                  <a:lnTo>
                    <a:pt x="1053866" y="131516"/>
                  </a:lnTo>
                  <a:lnTo>
                    <a:pt x="1055340" y="131714"/>
                  </a:lnTo>
                  <a:lnTo>
                    <a:pt x="1056814" y="131772"/>
                  </a:lnTo>
                  <a:lnTo>
                    <a:pt x="1058289" y="131646"/>
                  </a:lnTo>
                  <a:lnTo>
                    <a:pt x="1059763" y="131520"/>
                  </a:lnTo>
                  <a:lnTo>
                    <a:pt x="1061237" y="131338"/>
                  </a:lnTo>
                  <a:lnTo>
                    <a:pt x="1062711" y="131156"/>
                  </a:lnTo>
                  <a:lnTo>
                    <a:pt x="1064185" y="130654"/>
                  </a:lnTo>
                  <a:lnTo>
                    <a:pt x="1065660" y="129692"/>
                  </a:lnTo>
                  <a:lnTo>
                    <a:pt x="1067134" y="128052"/>
                  </a:lnTo>
                  <a:lnTo>
                    <a:pt x="1068608" y="126090"/>
                  </a:lnTo>
                  <a:lnTo>
                    <a:pt x="1070082" y="124183"/>
                  </a:lnTo>
                  <a:lnTo>
                    <a:pt x="1071557" y="122221"/>
                  </a:lnTo>
                  <a:lnTo>
                    <a:pt x="1073031" y="120259"/>
                  </a:lnTo>
                  <a:lnTo>
                    <a:pt x="1074505" y="118253"/>
                  </a:lnTo>
                  <a:lnTo>
                    <a:pt x="1075979" y="116247"/>
                  </a:lnTo>
                  <a:lnTo>
                    <a:pt x="1077454" y="113892"/>
                  </a:lnTo>
                  <a:lnTo>
                    <a:pt x="1078928" y="111537"/>
                  </a:lnTo>
                  <a:lnTo>
                    <a:pt x="1080402" y="109531"/>
                  </a:lnTo>
                  <a:lnTo>
                    <a:pt x="1081876" y="107525"/>
                  </a:lnTo>
                  <a:lnTo>
                    <a:pt x="1083351" y="105214"/>
                  </a:lnTo>
                  <a:lnTo>
                    <a:pt x="1084825" y="102903"/>
                  </a:lnTo>
                  <a:lnTo>
                    <a:pt x="1086299" y="100941"/>
                  </a:lnTo>
                  <a:lnTo>
                    <a:pt x="1087773" y="98979"/>
                  </a:lnTo>
                  <a:lnTo>
                    <a:pt x="1089248" y="97339"/>
                  </a:lnTo>
                  <a:lnTo>
                    <a:pt x="1090722" y="95999"/>
                  </a:lnTo>
                  <a:lnTo>
                    <a:pt x="1092196" y="94820"/>
                  </a:lnTo>
                  <a:lnTo>
                    <a:pt x="1093670" y="93640"/>
                  </a:lnTo>
                  <a:lnTo>
                    <a:pt x="1095145" y="92460"/>
                  </a:lnTo>
                  <a:lnTo>
                    <a:pt x="1096619" y="91280"/>
                  </a:lnTo>
                  <a:lnTo>
                    <a:pt x="1098093" y="90431"/>
                  </a:lnTo>
                  <a:lnTo>
                    <a:pt x="1099567" y="89770"/>
                  </a:lnTo>
                  <a:lnTo>
                    <a:pt x="1101042" y="88921"/>
                  </a:lnTo>
                  <a:lnTo>
                    <a:pt x="1102516" y="88073"/>
                  </a:lnTo>
                  <a:lnTo>
                    <a:pt x="1103990" y="87225"/>
                  </a:lnTo>
                  <a:lnTo>
                    <a:pt x="1105464" y="86444"/>
                  </a:lnTo>
                  <a:lnTo>
                    <a:pt x="1106939" y="85664"/>
                  </a:lnTo>
                  <a:lnTo>
                    <a:pt x="1108413" y="84884"/>
                  </a:lnTo>
                  <a:lnTo>
                    <a:pt x="1109887" y="84596"/>
                  </a:lnTo>
                  <a:lnTo>
                    <a:pt x="1111361" y="84453"/>
                  </a:lnTo>
                  <a:lnTo>
                    <a:pt x="1112836" y="84453"/>
                  </a:lnTo>
                  <a:lnTo>
                    <a:pt x="1114310" y="84310"/>
                  </a:lnTo>
                  <a:lnTo>
                    <a:pt x="1115784" y="84167"/>
                  </a:lnTo>
                  <a:lnTo>
                    <a:pt x="1117258" y="84023"/>
                  </a:lnTo>
                  <a:lnTo>
                    <a:pt x="1118733" y="83880"/>
                  </a:lnTo>
                  <a:lnTo>
                    <a:pt x="1120207" y="83632"/>
                  </a:lnTo>
                  <a:lnTo>
                    <a:pt x="1121681" y="83383"/>
                  </a:lnTo>
                  <a:lnTo>
                    <a:pt x="1123155" y="83278"/>
                  </a:lnTo>
                  <a:lnTo>
                    <a:pt x="1124630" y="83030"/>
                  </a:lnTo>
                  <a:lnTo>
                    <a:pt x="1126104" y="82781"/>
                  </a:lnTo>
                  <a:lnTo>
                    <a:pt x="1127578" y="82536"/>
                  </a:lnTo>
                  <a:lnTo>
                    <a:pt x="1129052" y="82290"/>
                  </a:lnTo>
                  <a:lnTo>
                    <a:pt x="1130527" y="82150"/>
                  </a:lnTo>
                  <a:lnTo>
                    <a:pt x="1132001" y="81992"/>
                  </a:lnTo>
                  <a:lnTo>
                    <a:pt x="1133475" y="81936"/>
                  </a:lnTo>
                  <a:lnTo>
                    <a:pt x="1134949" y="81837"/>
                  </a:lnTo>
                  <a:lnTo>
                    <a:pt x="1136424" y="81793"/>
                  </a:lnTo>
                  <a:lnTo>
                    <a:pt x="1137898" y="81793"/>
                  </a:lnTo>
                  <a:lnTo>
                    <a:pt x="1139372" y="80407"/>
                  </a:lnTo>
                  <a:lnTo>
                    <a:pt x="1140846" y="78699"/>
                  </a:lnTo>
                  <a:lnTo>
                    <a:pt x="1142321" y="77048"/>
                  </a:lnTo>
                  <a:lnTo>
                    <a:pt x="1143795" y="75396"/>
                  </a:lnTo>
                  <a:lnTo>
                    <a:pt x="1145269" y="73688"/>
                  </a:lnTo>
                  <a:lnTo>
                    <a:pt x="1146743" y="72037"/>
                  </a:lnTo>
                  <a:lnTo>
                    <a:pt x="1148218" y="69695"/>
                  </a:lnTo>
                  <a:lnTo>
                    <a:pt x="1149692" y="66608"/>
                  </a:lnTo>
                  <a:lnTo>
                    <a:pt x="1151166" y="63521"/>
                  </a:lnTo>
                  <a:lnTo>
                    <a:pt x="1152640" y="60434"/>
                  </a:lnTo>
                  <a:lnTo>
                    <a:pt x="1154115" y="57405"/>
                  </a:lnTo>
                  <a:lnTo>
                    <a:pt x="1155589" y="54318"/>
                  </a:lnTo>
                  <a:lnTo>
                    <a:pt x="1157063" y="51231"/>
                  </a:lnTo>
                  <a:lnTo>
                    <a:pt x="1158537" y="48100"/>
                  </a:lnTo>
                  <a:lnTo>
                    <a:pt x="1160012" y="44914"/>
                  </a:lnTo>
                  <a:lnTo>
                    <a:pt x="1161486" y="42894"/>
                  </a:lnTo>
                  <a:lnTo>
                    <a:pt x="1162960" y="41187"/>
                  </a:lnTo>
                  <a:lnTo>
                    <a:pt x="1164434" y="39436"/>
                  </a:lnTo>
                  <a:lnTo>
                    <a:pt x="1165909" y="37629"/>
                  </a:lnTo>
                  <a:lnTo>
                    <a:pt x="1167383" y="35878"/>
                  </a:lnTo>
                  <a:lnTo>
                    <a:pt x="1168857" y="34127"/>
                  </a:lnTo>
                  <a:lnTo>
                    <a:pt x="1170331" y="33111"/>
                  </a:lnTo>
                  <a:lnTo>
                    <a:pt x="1171806" y="33067"/>
                  </a:lnTo>
                  <a:lnTo>
                    <a:pt x="1173280" y="32910"/>
                  </a:lnTo>
                  <a:lnTo>
                    <a:pt x="1174754" y="32752"/>
                  </a:lnTo>
                  <a:lnTo>
                    <a:pt x="1176228" y="32638"/>
                  </a:lnTo>
                  <a:lnTo>
                    <a:pt x="1177703" y="32525"/>
                  </a:lnTo>
                  <a:lnTo>
                    <a:pt x="1179177" y="32411"/>
                  </a:lnTo>
                  <a:lnTo>
                    <a:pt x="1180651" y="32229"/>
                  </a:lnTo>
                  <a:lnTo>
                    <a:pt x="1182125" y="32047"/>
                  </a:lnTo>
                  <a:lnTo>
                    <a:pt x="1183600" y="31865"/>
                  </a:lnTo>
                  <a:lnTo>
                    <a:pt x="1185074" y="31506"/>
                  </a:lnTo>
                  <a:lnTo>
                    <a:pt x="1186548" y="31147"/>
                  </a:lnTo>
                  <a:lnTo>
                    <a:pt x="1188022" y="30788"/>
                  </a:lnTo>
                  <a:lnTo>
                    <a:pt x="1189497" y="30429"/>
                  </a:lnTo>
                  <a:lnTo>
                    <a:pt x="1190971" y="30184"/>
                  </a:lnTo>
                  <a:lnTo>
                    <a:pt x="1192445" y="30006"/>
                  </a:lnTo>
                  <a:lnTo>
                    <a:pt x="1193919" y="29901"/>
                  </a:lnTo>
                  <a:lnTo>
                    <a:pt x="1195394" y="29901"/>
                  </a:lnTo>
                  <a:lnTo>
                    <a:pt x="1196868" y="29901"/>
                  </a:lnTo>
                  <a:lnTo>
                    <a:pt x="1198342" y="29829"/>
                  </a:lnTo>
                  <a:lnTo>
                    <a:pt x="1199816" y="29757"/>
                  </a:lnTo>
                  <a:lnTo>
                    <a:pt x="1201291" y="29685"/>
                  </a:lnTo>
                  <a:lnTo>
                    <a:pt x="1202765" y="29753"/>
                  </a:lnTo>
                  <a:lnTo>
                    <a:pt x="1204239" y="29821"/>
                  </a:lnTo>
                  <a:lnTo>
                    <a:pt x="1205713" y="29962"/>
                  </a:lnTo>
                  <a:lnTo>
                    <a:pt x="1207188" y="30260"/>
                  </a:lnTo>
                  <a:lnTo>
                    <a:pt x="1208662" y="30514"/>
                  </a:lnTo>
                  <a:lnTo>
                    <a:pt x="1210136" y="30812"/>
                  </a:lnTo>
                  <a:lnTo>
                    <a:pt x="1211610" y="31110"/>
                  </a:lnTo>
                  <a:lnTo>
                    <a:pt x="1213085" y="31223"/>
                  </a:lnTo>
                  <a:lnTo>
                    <a:pt x="1214559" y="32723"/>
                  </a:lnTo>
                  <a:lnTo>
                    <a:pt x="1216033" y="34613"/>
                  </a:lnTo>
                  <a:lnTo>
                    <a:pt x="1217507" y="36519"/>
                  </a:lnTo>
                  <a:lnTo>
                    <a:pt x="1218982" y="38424"/>
                  </a:lnTo>
                  <a:lnTo>
                    <a:pt x="1220456" y="40435"/>
                  </a:lnTo>
                  <a:lnTo>
                    <a:pt x="1221930" y="42446"/>
                  </a:lnTo>
                  <a:lnTo>
                    <a:pt x="1223404" y="45147"/>
                  </a:lnTo>
                  <a:lnTo>
                    <a:pt x="1224879" y="48637"/>
                  </a:lnTo>
                  <a:lnTo>
                    <a:pt x="1226353" y="52127"/>
                  </a:lnTo>
                  <a:lnTo>
                    <a:pt x="1227827" y="55512"/>
                  </a:lnTo>
                  <a:lnTo>
                    <a:pt x="1229301" y="58944"/>
                  </a:lnTo>
                  <a:lnTo>
                    <a:pt x="1230776" y="62577"/>
                  </a:lnTo>
                  <a:lnTo>
                    <a:pt x="1232250" y="66210"/>
                  </a:lnTo>
                  <a:lnTo>
                    <a:pt x="1233724" y="70116"/>
                  </a:lnTo>
                  <a:lnTo>
                    <a:pt x="1235198" y="74265"/>
                  </a:lnTo>
                  <a:lnTo>
                    <a:pt x="1236673" y="77246"/>
                  </a:lnTo>
                  <a:lnTo>
                    <a:pt x="1238147" y="79552"/>
                  </a:lnTo>
                  <a:lnTo>
                    <a:pt x="1239621" y="80558"/>
                  </a:lnTo>
                  <a:lnTo>
                    <a:pt x="1241095" y="81407"/>
                  </a:lnTo>
                  <a:lnTo>
                    <a:pt x="1242570" y="80934"/>
                  </a:lnTo>
                  <a:lnTo>
                    <a:pt x="1244044" y="80461"/>
                  </a:lnTo>
                  <a:lnTo>
                    <a:pt x="1245518" y="79252"/>
                  </a:lnTo>
                  <a:lnTo>
                    <a:pt x="1246992" y="77072"/>
                  </a:lnTo>
                  <a:lnTo>
                    <a:pt x="1248467" y="74892"/>
                  </a:lnTo>
                  <a:lnTo>
                    <a:pt x="1249941" y="72642"/>
                  </a:lnTo>
                  <a:lnTo>
                    <a:pt x="1251415" y="69113"/>
                  </a:lnTo>
                  <a:lnTo>
                    <a:pt x="1252889" y="65584"/>
                  </a:lnTo>
                  <a:lnTo>
                    <a:pt x="1254364" y="60999"/>
                  </a:lnTo>
                  <a:lnTo>
                    <a:pt x="1255838" y="56116"/>
                  </a:lnTo>
                  <a:lnTo>
                    <a:pt x="1257312" y="50961"/>
                  </a:lnTo>
                  <a:lnTo>
                    <a:pt x="1258786" y="45805"/>
                  </a:lnTo>
                  <a:lnTo>
                    <a:pt x="1260260" y="40730"/>
                  </a:lnTo>
                  <a:lnTo>
                    <a:pt x="1261735" y="36598"/>
                  </a:lnTo>
                  <a:lnTo>
                    <a:pt x="1263209" y="32590"/>
                  </a:lnTo>
                  <a:lnTo>
                    <a:pt x="1264683" y="29585"/>
                  </a:lnTo>
                  <a:lnTo>
                    <a:pt x="1266157" y="26467"/>
                  </a:lnTo>
                  <a:lnTo>
                    <a:pt x="1267632" y="23281"/>
                  </a:lnTo>
                  <a:lnTo>
                    <a:pt x="1269106" y="19954"/>
                  </a:lnTo>
                  <a:lnTo>
                    <a:pt x="1270580" y="16627"/>
                  </a:lnTo>
                  <a:lnTo>
                    <a:pt x="1272054" y="13369"/>
                  </a:lnTo>
                  <a:lnTo>
                    <a:pt x="1273529" y="11536"/>
                  </a:lnTo>
                  <a:lnTo>
                    <a:pt x="1275003" y="9702"/>
                  </a:lnTo>
                  <a:lnTo>
                    <a:pt x="1276477" y="9338"/>
                  </a:lnTo>
                  <a:lnTo>
                    <a:pt x="1277951" y="9155"/>
                  </a:lnTo>
                  <a:lnTo>
                    <a:pt x="1279426" y="8973"/>
                  </a:lnTo>
                  <a:lnTo>
                    <a:pt x="1280900" y="8719"/>
                  </a:lnTo>
                  <a:lnTo>
                    <a:pt x="1282374" y="8465"/>
                  </a:lnTo>
                  <a:lnTo>
                    <a:pt x="1283848" y="8211"/>
                  </a:lnTo>
                  <a:lnTo>
                    <a:pt x="1285323" y="7956"/>
                  </a:lnTo>
                  <a:lnTo>
                    <a:pt x="1286797" y="7758"/>
                  </a:lnTo>
                  <a:lnTo>
                    <a:pt x="1288271" y="7700"/>
                  </a:lnTo>
                  <a:lnTo>
                    <a:pt x="1289745" y="7642"/>
                  </a:lnTo>
                  <a:lnTo>
                    <a:pt x="1291220" y="7516"/>
                  </a:lnTo>
                  <a:lnTo>
                    <a:pt x="1292694" y="7318"/>
                  </a:lnTo>
                  <a:lnTo>
                    <a:pt x="1294168" y="7063"/>
                  </a:lnTo>
                  <a:lnTo>
                    <a:pt x="1295642" y="6704"/>
                  </a:lnTo>
                  <a:lnTo>
                    <a:pt x="1297117" y="6301"/>
                  </a:lnTo>
                  <a:lnTo>
                    <a:pt x="1298591" y="5898"/>
                  </a:lnTo>
                  <a:lnTo>
                    <a:pt x="1300065" y="5495"/>
                  </a:lnTo>
                  <a:lnTo>
                    <a:pt x="1301539" y="5092"/>
                  </a:lnTo>
                  <a:lnTo>
                    <a:pt x="1303014" y="4794"/>
                  </a:lnTo>
                  <a:lnTo>
                    <a:pt x="1304488" y="4391"/>
                  </a:lnTo>
                  <a:lnTo>
                    <a:pt x="1305962" y="3888"/>
                  </a:lnTo>
                  <a:lnTo>
                    <a:pt x="1307436" y="3385"/>
                  </a:lnTo>
                  <a:lnTo>
                    <a:pt x="1308911" y="2567"/>
                  </a:lnTo>
                  <a:lnTo>
                    <a:pt x="1310385" y="1561"/>
                  </a:lnTo>
                  <a:lnTo>
                    <a:pt x="1311859" y="598"/>
                  </a:lnTo>
                  <a:lnTo>
                    <a:pt x="1313333" y="0"/>
                  </a:lnTo>
                  <a:lnTo>
                    <a:pt x="1314808" y="801"/>
                  </a:lnTo>
                  <a:lnTo>
                    <a:pt x="1316282" y="1759"/>
                  </a:lnTo>
                  <a:lnTo>
                    <a:pt x="1317756" y="4039"/>
                  </a:lnTo>
                  <a:lnTo>
                    <a:pt x="1319230" y="6319"/>
                  </a:lnTo>
                  <a:lnTo>
                    <a:pt x="1320705" y="8599"/>
                  </a:lnTo>
                  <a:lnTo>
                    <a:pt x="1322179" y="10879"/>
                  </a:lnTo>
                  <a:lnTo>
                    <a:pt x="1323653" y="13217"/>
                  </a:lnTo>
                  <a:lnTo>
                    <a:pt x="1325127" y="15692"/>
                  </a:lnTo>
                  <a:lnTo>
                    <a:pt x="1326602" y="19403"/>
                  </a:lnTo>
                  <a:lnTo>
                    <a:pt x="1328076" y="23046"/>
                  </a:lnTo>
                  <a:lnTo>
                    <a:pt x="1329550" y="27744"/>
                  </a:lnTo>
                  <a:lnTo>
                    <a:pt x="1331024" y="32741"/>
                  </a:lnTo>
                  <a:lnTo>
                    <a:pt x="1332499" y="38010"/>
                  </a:lnTo>
                  <a:lnTo>
                    <a:pt x="1333973" y="43221"/>
                  </a:lnTo>
                  <a:lnTo>
                    <a:pt x="1335447" y="48352"/>
                  </a:lnTo>
                  <a:lnTo>
                    <a:pt x="1336921" y="52484"/>
                  </a:lnTo>
                  <a:lnTo>
                    <a:pt x="1338396" y="56548"/>
                  </a:lnTo>
                  <a:lnTo>
                    <a:pt x="1339870" y="59608"/>
                  </a:lnTo>
                  <a:lnTo>
                    <a:pt x="1341344" y="62668"/>
                  </a:lnTo>
                  <a:lnTo>
                    <a:pt x="1342818" y="65728"/>
                  </a:lnTo>
                  <a:lnTo>
                    <a:pt x="1344293" y="68857"/>
                  </a:lnTo>
                  <a:lnTo>
                    <a:pt x="1345767" y="71930"/>
                  </a:lnTo>
                  <a:lnTo>
                    <a:pt x="1347241" y="74889"/>
                  </a:lnTo>
                  <a:lnTo>
                    <a:pt x="1348715" y="76497"/>
                  </a:lnTo>
                  <a:lnTo>
                    <a:pt x="1350190" y="78105"/>
                  </a:lnTo>
                  <a:lnTo>
                    <a:pt x="1351664" y="78244"/>
                  </a:lnTo>
                  <a:lnTo>
                    <a:pt x="1353138" y="78200"/>
                  </a:lnTo>
                  <a:lnTo>
                    <a:pt x="1354612" y="78156"/>
                  </a:lnTo>
                  <a:lnTo>
                    <a:pt x="1356087" y="78156"/>
                  </a:lnTo>
                  <a:lnTo>
                    <a:pt x="1357561" y="78212"/>
                  </a:lnTo>
                  <a:lnTo>
                    <a:pt x="1359035" y="78268"/>
                  </a:lnTo>
                  <a:lnTo>
                    <a:pt x="1360509" y="78268"/>
                  </a:lnTo>
                  <a:lnTo>
                    <a:pt x="1361984" y="78212"/>
                  </a:lnTo>
                  <a:lnTo>
                    <a:pt x="1363458" y="78156"/>
                  </a:lnTo>
                  <a:lnTo>
                    <a:pt x="1364932" y="78101"/>
                  </a:lnTo>
                  <a:lnTo>
                    <a:pt x="1366406" y="78045"/>
                  </a:lnTo>
                  <a:lnTo>
                    <a:pt x="1367881" y="77990"/>
                  </a:lnTo>
                  <a:lnTo>
                    <a:pt x="1369355" y="78045"/>
                  </a:lnTo>
                  <a:lnTo>
                    <a:pt x="1370829" y="78101"/>
                  </a:lnTo>
                  <a:lnTo>
                    <a:pt x="1372303" y="78201"/>
                  </a:lnTo>
                  <a:lnTo>
                    <a:pt x="1373778" y="78300"/>
                  </a:lnTo>
                  <a:lnTo>
                    <a:pt x="1375252" y="78703"/>
                  </a:lnTo>
                  <a:lnTo>
                    <a:pt x="1376726" y="79249"/>
                  </a:lnTo>
                  <a:lnTo>
                    <a:pt x="1378200" y="79796"/>
                  </a:lnTo>
                  <a:lnTo>
                    <a:pt x="1379675" y="80342"/>
                  </a:lnTo>
                  <a:lnTo>
                    <a:pt x="1381149" y="80845"/>
                  </a:lnTo>
                  <a:lnTo>
                    <a:pt x="1382623" y="81491"/>
                  </a:lnTo>
                  <a:lnTo>
                    <a:pt x="1384097" y="82182"/>
                  </a:lnTo>
                  <a:lnTo>
                    <a:pt x="1385572" y="82873"/>
                  </a:lnTo>
                  <a:lnTo>
                    <a:pt x="1387046" y="83519"/>
                  </a:lnTo>
                  <a:lnTo>
                    <a:pt x="1388520" y="84294"/>
                  </a:lnTo>
                  <a:lnTo>
                    <a:pt x="1389994" y="85013"/>
                  </a:lnTo>
                  <a:lnTo>
                    <a:pt x="1391469" y="85733"/>
                  </a:lnTo>
                  <a:lnTo>
                    <a:pt x="1392943" y="86452"/>
                  </a:lnTo>
                  <a:lnTo>
                    <a:pt x="1394417" y="87171"/>
                  </a:lnTo>
                  <a:lnTo>
                    <a:pt x="1395891" y="87890"/>
                  </a:lnTo>
                  <a:lnTo>
                    <a:pt x="1397366" y="88481"/>
                  </a:lnTo>
                  <a:lnTo>
                    <a:pt x="1398840" y="88870"/>
                  </a:lnTo>
                  <a:lnTo>
                    <a:pt x="1400314" y="89047"/>
                  </a:lnTo>
                  <a:lnTo>
                    <a:pt x="1401788" y="89224"/>
                  </a:lnTo>
                  <a:lnTo>
                    <a:pt x="1403263" y="89470"/>
                  </a:lnTo>
                  <a:lnTo>
                    <a:pt x="1404737" y="89610"/>
                  </a:lnTo>
                  <a:lnTo>
                    <a:pt x="1406211" y="89679"/>
                  </a:lnTo>
                  <a:lnTo>
                    <a:pt x="1407685" y="89747"/>
                  </a:lnTo>
                  <a:lnTo>
                    <a:pt x="1409160" y="89873"/>
                  </a:lnTo>
                  <a:lnTo>
                    <a:pt x="1410634" y="89931"/>
                  </a:lnTo>
                  <a:lnTo>
                    <a:pt x="1412108" y="90045"/>
                  </a:lnTo>
                  <a:lnTo>
                    <a:pt x="1413582" y="90103"/>
                  </a:lnTo>
                  <a:lnTo>
                    <a:pt x="1415057" y="90161"/>
                  </a:lnTo>
                  <a:lnTo>
                    <a:pt x="1416531" y="90219"/>
                  </a:lnTo>
                  <a:lnTo>
                    <a:pt x="1418005" y="90219"/>
                  </a:lnTo>
                  <a:lnTo>
                    <a:pt x="1419479" y="90163"/>
                  </a:lnTo>
                  <a:lnTo>
                    <a:pt x="1420954" y="90219"/>
                  </a:lnTo>
                  <a:lnTo>
                    <a:pt x="1422428" y="90319"/>
                  </a:lnTo>
                  <a:lnTo>
                    <a:pt x="1423902" y="90363"/>
                  </a:lnTo>
                  <a:lnTo>
                    <a:pt x="1425376" y="90462"/>
                  </a:lnTo>
                  <a:lnTo>
                    <a:pt x="1426851" y="90562"/>
                  </a:lnTo>
                  <a:lnTo>
                    <a:pt x="1428325" y="90788"/>
                  </a:lnTo>
                  <a:lnTo>
                    <a:pt x="1429799" y="91191"/>
                  </a:lnTo>
                  <a:lnTo>
                    <a:pt x="1431273" y="91550"/>
                  </a:lnTo>
                  <a:lnTo>
                    <a:pt x="1432748" y="91854"/>
                  </a:lnTo>
                  <a:lnTo>
                    <a:pt x="1434222" y="92157"/>
                  </a:lnTo>
                  <a:lnTo>
                    <a:pt x="1435696" y="92516"/>
                  </a:lnTo>
                  <a:lnTo>
                    <a:pt x="1437170" y="92876"/>
                  </a:lnTo>
                  <a:lnTo>
                    <a:pt x="1438645" y="93235"/>
                  </a:lnTo>
                  <a:lnTo>
                    <a:pt x="1440119" y="93594"/>
                  </a:lnTo>
                  <a:lnTo>
                    <a:pt x="1441593" y="94096"/>
                  </a:lnTo>
                  <a:lnTo>
                    <a:pt x="1443067" y="94599"/>
                  </a:lnTo>
                  <a:lnTo>
                    <a:pt x="1444542" y="95046"/>
                  </a:lnTo>
                  <a:lnTo>
                    <a:pt x="1446016" y="95492"/>
                  </a:lnTo>
                  <a:lnTo>
                    <a:pt x="1447490" y="95939"/>
                  </a:lnTo>
                  <a:lnTo>
                    <a:pt x="1448964" y="96386"/>
                  </a:lnTo>
                  <a:lnTo>
                    <a:pt x="1450439" y="96386"/>
                  </a:lnTo>
                  <a:lnTo>
                    <a:pt x="1451913" y="96137"/>
                  </a:lnTo>
                  <a:lnTo>
                    <a:pt x="1453387" y="95889"/>
                  </a:lnTo>
                  <a:lnTo>
                    <a:pt x="1454861" y="95568"/>
                  </a:lnTo>
                  <a:lnTo>
                    <a:pt x="1456335" y="95248"/>
                  </a:lnTo>
                  <a:lnTo>
                    <a:pt x="1457810" y="94715"/>
                  </a:lnTo>
                  <a:lnTo>
                    <a:pt x="1459284" y="94250"/>
                  </a:lnTo>
                  <a:lnTo>
                    <a:pt x="1460758" y="93785"/>
                  </a:lnTo>
                  <a:lnTo>
                    <a:pt x="1462232" y="93320"/>
                  </a:lnTo>
                  <a:lnTo>
                    <a:pt x="1463707" y="92601"/>
                  </a:lnTo>
                  <a:lnTo>
                    <a:pt x="1465181" y="91882"/>
                  </a:lnTo>
                  <a:lnTo>
                    <a:pt x="1466655" y="91107"/>
                  </a:lnTo>
                  <a:lnTo>
                    <a:pt x="1468129" y="90332"/>
                  </a:lnTo>
                  <a:lnTo>
                    <a:pt x="1469604" y="89613"/>
                  </a:lnTo>
                  <a:lnTo>
                    <a:pt x="1471078" y="88894"/>
                  </a:lnTo>
                  <a:lnTo>
                    <a:pt x="1472552" y="88303"/>
                  </a:lnTo>
                  <a:lnTo>
                    <a:pt x="1474026" y="87982"/>
                  </a:lnTo>
                  <a:lnTo>
                    <a:pt x="1475501" y="87805"/>
                  </a:lnTo>
                  <a:lnTo>
                    <a:pt x="1476975" y="87628"/>
                  </a:lnTo>
                  <a:lnTo>
                    <a:pt x="1478449" y="87450"/>
                  </a:lnTo>
                  <a:lnTo>
                    <a:pt x="1479923" y="87378"/>
                  </a:lnTo>
                  <a:lnTo>
                    <a:pt x="1481398" y="87310"/>
                  </a:lnTo>
                  <a:lnTo>
                    <a:pt x="1482872" y="87382"/>
                  </a:lnTo>
                  <a:lnTo>
                    <a:pt x="1484346" y="87703"/>
                  </a:lnTo>
                  <a:lnTo>
                    <a:pt x="1485820" y="88236"/>
                  </a:lnTo>
                  <a:lnTo>
                    <a:pt x="1487295" y="89084"/>
                  </a:lnTo>
                  <a:lnTo>
                    <a:pt x="1488769" y="89933"/>
                  </a:lnTo>
                  <a:lnTo>
                    <a:pt x="1490243" y="90781"/>
                  </a:lnTo>
                  <a:lnTo>
                    <a:pt x="1491717" y="91630"/>
                  </a:lnTo>
                  <a:lnTo>
                    <a:pt x="1493192" y="92536"/>
                  </a:lnTo>
                  <a:lnTo>
                    <a:pt x="1494666" y="93498"/>
                  </a:lnTo>
                  <a:lnTo>
                    <a:pt x="1496140" y="94405"/>
                  </a:lnTo>
                  <a:lnTo>
                    <a:pt x="1497614" y="95311"/>
                  </a:lnTo>
                  <a:lnTo>
                    <a:pt x="1499089" y="96273"/>
                  </a:lnTo>
                  <a:lnTo>
                    <a:pt x="1500563" y="97397"/>
                  </a:lnTo>
                  <a:lnTo>
                    <a:pt x="1502037" y="98737"/>
                  </a:lnTo>
                  <a:lnTo>
                    <a:pt x="1503511" y="100195"/>
                  </a:lnTo>
                  <a:lnTo>
                    <a:pt x="1504986" y="101798"/>
                  </a:lnTo>
                  <a:lnTo>
                    <a:pt x="1506460" y="103401"/>
                  </a:lnTo>
                  <a:lnTo>
                    <a:pt x="1507934" y="105353"/>
                  </a:lnTo>
                  <a:lnTo>
                    <a:pt x="1509408" y="107699"/>
                  </a:lnTo>
                  <a:lnTo>
                    <a:pt x="1510883" y="110479"/>
                  </a:lnTo>
                  <a:lnTo>
                    <a:pt x="1512357" y="112174"/>
                  </a:lnTo>
                  <a:lnTo>
                    <a:pt x="1513831" y="113791"/>
                  </a:lnTo>
                  <a:lnTo>
                    <a:pt x="1515305" y="115407"/>
                  </a:lnTo>
                  <a:lnTo>
                    <a:pt x="1516780" y="116880"/>
                  </a:lnTo>
                  <a:lnTo>
                    <a:pt x="1518254" y="118353"/>
                  </a:lnTo>
                  <a:lnTo>
                    <a:pt x="1519728" y="120435"/>
                  </a:lnTo>
                  <a:lnTo>
                    <a:pt x="1521202" y="122198"/>
                  </a:lnTo>
                  <a:lnTo>
                    <a:pt x="1522677" y="123247"/>
                  </a:lnTo>
                  <a:lnTo>
                    <a:pt x="1524151" y="124983"/>
                  </a:lnTo>
                  <a:lnTo>
                    <a:pt x="1525625" y="126678"/>
                  </a:lnTo>
                  <a:lnTo>
                    <a:pt x="1527099" y="128546"/>
                  </a:lnTo>
                  <a:lnTo>
                    <a:pt x="1528574" y="130414"/>
                  </a:lnTo>
                  <a:lnTo>
                    <a:pt x="1530048" y="132354"/>
                  </a:lnTo>
                  <a:lnTo>
                    <a:pt x="1531522" y="134294"/>
                  </a:lnTo>
                  <a:lnTo>
                    <a:pt x="1532996" y="136303"/>
                  </a:lnTo>
                  <a:lnTo>
                    <a:pt x="1534471" y="139478"/>
                  </a:lnTo>
                  <a:lnTo>
                    <a:pt x="1535945" y="142723"/>
                  </a:lnTo>
                  <a:lnTo>
                    <a:pt x="1537419" y="145968"/>
                  </a:lnTo>
                  <a:lnTo>
                    <a:pt x="1538893" y="150168"/>
                  </a:lnTo>
                  <a:lnTo>
                    <a:pt x="1540368" y="154818"/>
                  </a:lnTo>
                  <a:lnTo>
                    <a:pt x="1541842" y="158124"/>
                  </a:lnTo>
                  <a:lnTo>
                    <a:pt x="1543316" y="161431"/>
                  </a:lnTo>
                  <a:lnTo>
                    <a:pt x="1544790" y="165252"/>
                  </a:lnTo>
                  <a:lnTo>
                    <a:pt x="1546265" y="169072"/>
                  </a:lnTo>
                  <a:lnTo>
                    <a:pt x="1547612" y="17309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088595" y="5742820"/>
              <a:ext cx="21467" cy="17582"/>
            </a:xfrm>
            <a:custGeom>
              <a:avLst/>
              <a:pathLst>
                <a:path w="21467" h="17582">
                  <a:moveTo>
                    <a:pt x="0" y="17582"/>
                  </a:moveTo>
                  <a:lnTo>
                    <a:pt x="200" y="17088"/>
                  </a:lnTo>
                  <a:lnTo>
                    <a:pt x="1674" y="13458"/>
                  </a:lnTo>
                  <a:lnTo>
                    <a:pt x="3149" y="9394"/>
                  </a:lnTo>
                  <a:lnTo>
                    <a:pt x="4623" y="6323"/>
                  </a:lnTo>
                  <a:lnTo>
                    <a:pt x="6097" y="3563"/>
                  </a:lnTo>
                  <a:lnTo>
                    <a:pt x="7571" y="1781"/>
                  </a:lnTo>
                  <a:lnTo>
                    <a:pt x="9046" y="0"/>
                  </a:lnTo>
                  <a:lnTo>
                    <a:pt x="10520" y="350"/>
                  </a:lnTo>
                  <a:lnTo>
                    <a:pt x="11994" y="1330"/>
                  </a:lnTo>
                  <a:lnTo>
                    <a:pt x="13468" y="2191"/>
                  </a:lnTo>
                  <a:lnTo>
                    <a:pt x="14943" y="4310"/>
                  </a:lnTo>
                  <a:lnTo>
                    <a:pt x="16417" y="7860"/>
                  </a:lnTo>
                  <a:lnTo>
                    <a:pt x="17891" y="9582"/>
                  </a:lnTo>
                  <a:lnTo>
                    <a:pt x="19365" y="12768"/>
                  </a:lnTo>
                  <a:lnTo>
                    <a:pt x="20840" y="15955"/>
                  </a:lnTo>
                  <a:lnTo>
                    <a:pt x="21467" y="17582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200114" y="5615170"/>
              <a:ext cx="221499" cy="145232"/>
            </a:xfrm>
            <a:custGeom>
              <a:avLst/>
              <a:pathLst>
                <a:path w="221499" h="145232">
                  <a:moveTo>
                    <a:pt x="0" y="145232"/>
                  </a:moveTo>
                  <a:lnTo>
                    <a:pt x="724" y="142866"/>
                  </a:lnTo>
                  <a:lnTo>
                    <a:pt x="2198" y="138618"/>
                  </a:lnTo>
                  <a:lnTo>
                    <a:pt x="3672" y="134370"/>
                  </a:lnTo>
                  <a:lnTo>
                    <a:pt x="5146" y="130121"/>
                  </a:lnTo>
                  <a:lnTo>
                    <a:pt x="6621" y="125686"/>
                  </a:lnTo>
                  <a:lnTo>
                    <a:pt x="8095" y="121122"/>
                  </a:lnTo>
                  <a:lnTo>
                    <a:pt x="9569" y="116414"/>
                  </a:lnTo>
                  <a:lnTo>
                    <a:pt x="11043" y="111707"/>
                  </a:lnTo>
                  <a:lnTo>
                    <a:pt x="12518" y="108036"/>
                  </a:lnTo>
                  <a:lnTo>
                    <a:pt x="13992" y="105000"/>
                  </a:lnTo>
                  <a:lnTo>
                    <a:pt x="15466" y="102108"/>
                  </a:lnTo>
                  <a:lnTo>
                    <a:pt x="16940" y="99804"/>
                  </a:lnTo>
                  <a:lnTo>
                    <a:pt x="18415" y="97500"/>
                  </a:lnTo>
                  <a:lnTo>
                    <a:pt x="19889" y="95562"/>
                  </a:lnTo>
                  <a:lnTo>
                    <a:pt x="21363" y="93733"/>
                  </a:lnTo>
                  <a:lnTo>
                    <a:pt x="22837" y="92093"/>
                  </a:lnTo>
                  <a:lnTo>
                    <a:pt x="24312" y="90025"/>
                  </a:lnTo>
                  <a:lnTo>
                    <a:pt x="25786" y="89012"/>
                  </a:lnTo>
                  <a:lnTo>
                    <a:pt x="27260" y="87376"/>
                  </a:lnTo>
                  <a:lnTo>
                    <a:pt x="28734" y="85632"/>
                  </a:lnTo>
                  <a:lnTo>
                    <a:pt x="30209" y="84962"/>
                  </a:lnTo>
                  <a:lnTo>
                    <a:pt x="31683" y="84613"/>
                  </a:lnTo>
                  <a:lnTo>
                    <a:pt x="33157" y="84613"/>
                  </a:lnTo>
                  <a:lnTo>
                    <a:pt x="34631" y="83411"/>
                  </a:lnTo>
                  <a:lnTo>
                    <a:pt x="36106" y="82619"/>
                  </a:lnTo>
                  <a:lnTo>
                    <a:pt x="37580" y="81828"/>
                  </a:lnTo>
                  <a:lnTo>
                    <a:pt x="39054" y="81251"/>
                  </a:lnTo>
                  <a:lnTo>
                    <a:pt x="40528" y="80544"/>
                  </a:lnTo>
                  <a:lnTo>
                    <a:pt x="42003" y="79836"/>
                  </a:lnTo>
                  <a:lnTo>
                    <a:pt x="43477" y="79129"/>
                  </a:lnTo>
                  <a:lnTo>
                    <a:pt x="44951" y="77411"/>
                  </a:lnTo>
                  <a:lnTo>
                    <a:pt x="46425" y="75540"/>
                  </a:lnTo>
                  <a:lnTo>
                    <a:pt x="47900" y="73669"/>
                  </a:lnTo>
                  <a:lnTo>
                    <a:pt x="49374" y="72483"/>
                  </a:lnTo>
                  <a:lnTo>
                    <a:pt x="50848" y="71812"/>
                  </a:lnTo>
                  <a:lnTo>
                    <a:pt x="52322" y="70925"/>
                  </a:lnTo>
                  <a:lnTo>
                    <a:pt x="53797" y="69926"/>
                  </a:lnTo>
                  <a:lnTo>
                    <a:pt x="55271" y="68739"/>
                  </a:lnTo>
                  <a:lnTo>
                    <a:pt x="56745" y="67425"/>
                  </a:lnTo>
                  <a:lnTo>
                    <a:pt x="58219" y="65860"/>
                  </a:lnTo>
                  <a:lnTo>
                    <a:pt x="59694" y="63905"/>
                  </a:lnTo>
                  <a:lnTo>
                    <a:pt x="61168" y="61805"/>
                  </a:lnTo>
                  <a:lnTo>
                    <a:pt x="62642" y="59577"/>
                  </a:lnTo>
                  <a:lnTo>
                    <a:pt x="64116" y="57161"/>
                  </a:lnTo>
                  <a:lnTo>
                    <a:pt x="65591" y="54933"/>
                  </a:lnTo>
                  <a:lnTo>
                    <a:pt x="67065" y="53909"/>
                  </a:lnTo>
                  <a:lnTo>
                    <a:pt x="68539" y="53248"/>
                  </a:lnTo>
                  <a:lnTo>
                    <a:pt x="70013" y="52399"/>
                  </a:lnTo>
                  <a:lnTo>
                    <a:pt x="71488" y="51551"/>
                  </a:lnTo>
                  <a:lnTo>
                    <a:pt x="72962" y="50589"/>
                  </a:lnTo>
                  <a:lnTo>
                    <a:pt x="74436" y="49626"/>
                  </a:lnTo>
                  <a:lnTo>
                    <a:pt x="75910" y="48664"/>
                  </a:lnTo>
                  <a:lnTo>
                    <a:pt x="77385" y="47702"/>
                  </a:lnTo>
                  <a:lnTo>
                    <a:pt x="78859" y="46740"/>
                  </a:lnTo>
                  <a:lnTo>
                    <a:pt x="80333" y="45778"/>
                  </a:lnTo>
                  <a:lnTo>
                    <a:pt x="81807" y="45059"/>
                  </a:lnTo>
                  <a:lnTo>
                    <a:pt x="83282" y="44468"/>
                  </a:lnTo>
                  <a:lnTo>
                    <a:pt x="84756" y="44021"/>
                  </a:lnTo>
                  <a:lnTo>
                    <a:pt x="86230" y="43574"/>
                  </a:lnTo>
                  <a:lnTo>
                    <a:pt x="87704" y="43329"/>
                  </a:lnTo>
                  <a:lnTo>
                    <a:pt x="89179" y="42940"/>
                  </a:lnTo>
                  <a:lnTo>
                    <a:pt x="90653" y="42407"/>
                  </a:lnTo>
                  <a:lnTo>
                    <a:pt x="92127" y="41942"/>
                  </a:lnTo>
                  <a:lnTo>
                    <a:pt x="93601" y="41654"/>
                  </a:lnTo>
                  <a:lnTo>
                    <a:pt x="95076" y="41367"/>
                  </a:lnTo>
                  <a:lnTo>
                    <a:pt x="96550" y="41179"/>
                  </a:lnTo>
                  <a:lnTo>
                    <a:pt x="98024" y="41051"/>
                  </a:lnTo>
                  <a:lnTo>
                    <a:pt x="99498" y="40736"/>
                  </a:lnTo>
                  <a:lnTo>
                    <a:pt x="100972" y="40420"/>
                  </a:lnTo>
                  <a:lnTo>
                    <a:pt x="102447" y="40855"/>
                  </a:lnTo>
                  <a:lnTo>
                    <a:pt x="103921" y="41942"/>
                  </a:lnTo>
                  <a:lnTo>
                    <a:pt x="105395" y="42972"/>
                  </a:lnTo>
                  <a:lnTo>
                    <a:pt x="106869" y="43492"/>
                  </a:lnTo>
                  <a:lnTo>
                    <a:pt x="108344" y="44199"/>
                  </a:lnTo>
                  <a:lnTo>
                    <a:pt x="109818" y="44906"/>
                  </a:lnTo>
                  <a:lnTo>
                    <a:pt x="111292" y="45698"/>
                  </a:lnTo>
                  <a:lnTo>
                    <a:pt x="112766" y="46490"/>
                  </a:lnTo>
                  <a:lnTo>
                    <a:pt x="114241" y="47282"/>
                  </a:lnTo>
                  <a:lnTo>
                    <a:pt x="115715" y="48207"/>
                  </a:lnTo>
                  <a:lnTo>
                    <a:pt x="117189" y="49132"/>
                  </a:lnTo>
                  <a:lnTo>
                    <a:pt x="118663" y="49839"/>
                  </a:lnTo>
                  <a:lnTo>
                    <a:pt x="120138" y="51963"/>
                  </a:lnTo>
                  <a:lnTo>
                    <a:pt x="121612" y="54367"/>
                  </a:lnTo>
                  <a:lnTo>
                    <a:pt x="123086" y="56771"/>
                  </a:lnTo>
                  <a:lnTo>
                    <a:pt x="124560" y="58271"/>
                  </a:lnTo>
                  <a:lnTo>
                    <a:pt x="126035" y="58515"/>
                  </a:lnTo>
                  <a:lnTo>
                    <a:pt x="127509" y="58976"/>
                  </a:lnTo>
                  <a:lnTo>
                    <a:pt x="128983" y="59189"/>
                  </a:lnTo>
                  <a:lnTo>
                    <a:pt x="130457" y="58575"/>
                  </a:lnTo>
                  <a:lnTo>
                    <a:pt x="131932" y="58411"/>
                  </a:lnTo>
                  <a:lnTo>
                    <a:pt x="133406" y="58392"/>
                  </a:lnTo>
                  <a:lnTo>
                    <a:pt x="134880" y="58621"/>
                  </a:lnTo>
                  <a:lnTo>
                    <a:pt x="136354" y="57182"/>
                  </a:lnTo>
                  <a:lnTo>
                    <a:pt x="137829" y="54939"/>
                  </a:lnTo>
                  <a:lnTo>
                    <a:pt x="139303" y="52051"/>
                  </a:lnTo>
                  <a:lnTo>
                    <a:pt x="140777" y="48753"/>
                  </a:lnTo>
                  <a:lnTo>
                    <a:pt x="142251" y="44251"/>
                  </a:lnTo>
                  <a:lnTo>
                    <a:pt x="143726" y="39386"/>
                  </a:lnTo>
                  <a:lnTo>
                    <a:pt x="145200" y="34520"/>
                  </a:lnTo>
                  <a:lnTo>
                    <a:pt x="146674" y="29859"/>
                  </a:lnTo>
                  <a:lnTo>
                    <a:pt x="148148" y="25841"/>
                  </a:lnTo>
                  <a:lnTo>
                    <a:pt x="149623" y="21823"/>
                  </a:lnTo>
                  <a:lnTo>
                    <a:pt x="151097" y="17897"/>
                  </a:lnTo>
                  <a:lnTo>
                    <a:pt x="152571" y="14802"/>
                  </a:lnTo>
                  <a:lnTo>
                    <a:pt x="154045" y="11273"/>
                  </a:lnTo>
                  <a:lnTo>
                    <a:pt x="155520" y="7744"/>
                  </a:lnTo>
                  <a:lnTo>
                    <a:pt x="156994" y="3844"/>
                  </a:lnTo>
                  <a:lnTo>
                    <a:pt x="158468" y="1672"/>
                  </a:lnTo>
                  <a:lnTo>
                    <a:pt x="159942" y="411"/>
                  </a:lnTo>
                  <a:lnTo>
                    <a:pt x="161417" y="0"/>
                  </a:lnTo>
                  <a:lnTo>
                    <a:pt x="162891" y="245"/>
                  </a:lnTo>
                  <a:lnTo>
                    <a:pt x="164365" y="634"/>
                  </a:lnTo>
                  <a:lnTo>
                    <a:pt x="165839" y="1295"/>
                  </a:lnTo>
                  <a:lnTo>
                    <a:pt x="167314" y="1760"/>
                  </a:lnTo>
                  <a:lnTo>
                    <a:pt x="168788" y="2176"/>
                  </a:lnTo>
                  <a:lnTo>
                    <a:pt x="170262" y="2592"/>
                  </a:lnTo>
                  <a:lnTo>
                    <a:pt x="171736" y="2592"/>
                  </a:lnTo>
                  <a:lnTo>
                    <a:pt x="173211" y="2907"/>
                  </a:lnTo>
                  <a:lnTo>
                    <a:pt x="174685" y="3222"/>
                  </a:lnTo>
                  <a:lnTo>
                    <a:pt x="176159" y="3971"/>
                  </a:lnTo>
                  <a:lnTo>
                    <a:pt x="177633" y="5159"/>
                  </a:lnTo>
                  <a:lnTo>
                    <a:pt x="179108" y="6694"/>
                  </a:lnTo>
                  <a:lnTo>
                    <a:pt x="180582" y="8438"/>
                  </a:lnTo>
                  <a:lnTo>
                    <a:pt x="182056" y="10291"/>
                  </a:lnTo>
                  <a:lnTo>
                    <a:pt x="183530" y="11912"/>
                  </a:lnTo>
                  <a:lnTo>
                    <a:pt x="185005" y="14668"/>
                  </a:lnTo>
                  <a:lnTo>
                    <a:pt x="186479" y="17308"/>
                  </a:lnTo>
                  <a:lnTo>
                    <a:pt x="187953" y="18704"/>
                  </a:lnTo>
                  <a:lnTo>
                    <a:pt x="189427" y="20735"/>
                  </a:lnTo>
                  <a:lnTo>
                    <a:pt x="190902" y="22981"/>
                  </a:lnTo>
                  <a:lnTo>
                    <a:pt x="192376" y="25228"/>
                  </a:lnTo>
                  <a:lnTo>
                    <a:pt x="193850" y="28522"/>
                  </a:lnTo>
                  <a:lnTo>
                    <a:pt x="195324" y="31597"/>
                  </a:lnTo>
                  <a:lnTo>
                    <a:pt x="196799" y="34673"/>
                  </a:lnTo>
                  <a:lnTo>
                    <a:pt x="198273" y="37748"/>
                  </a:lnTo>
                  <a:lnTo>
                    <a:pt x="199747" y="41187"/>
                  </a:lnTo>
                  <a:lnTo>
                    <a:pt x="201221" y="45510"/>
                  </a:lnTo>
                  <a:lnTo>
                    <a:pt x="202696" y="49833"/>
                  </a:lnTo>
                  <a:lnTo>
                    <a:pt x="204170" y="55484"/>
                  </a:lnTo>
                  <a:lnTo>
                    <a:pt x="205644" y="61936"/>
                  </a:lnTo>
                  <a:lnTo>
                    <a:pt x="207118" y="68066"/>
                  </a:lnTo>
                  <a:lnTo>
                    <a:pt x="208593" y="73800"/>
                  </a:lnTo>
                  <a:lnTo>
                    <a:pt x="210067" y="81001"/>
                  </a:lnTo>
                  <a:lnTo>
                    <a:pt x="211541" y="89319"/>
                  </a:lnTo>
                  <a:lnTo>
                    <a:pt x="213015" y="97752"/>
                  </a:lnTo>
                  <a:lnTo>
                    <a:pt x="214490" y="106831"/>
                  </a:lnTo>
                  <a:lnTo>
                    <a:pt x="215964" y="116320"/>
                  </a:lnTo>
                  <a:lnTo>
                    <a:pt x="217438" y="125180"/>
                  </a:lnTo>
                  <a:lnTo>
                    <a:pt x="218912" y="132515"/>
                  </a:lnTo>
                  <a:lnTo>
                    <a:pt x="220387" y="139851"/>
                  </a:lnTo>
                  <a:lnTo>
                    <a:pt x="221499" y="145232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513477" y="5745494"/>
              <a:ext cx="19299" cy="14908"/>
            </a:xfrm>
            <a:custGeom>
              <a:avLst/>
              <a:pathLst>
                <a:path w="19299" h="14908">
                  <a:moveTo>
                    <a:pt x="0" y="14908"/>
                  </a:moveTo>
                  <a:lnTo>
                    <a:pt x="1375" y="11520"/>
                  </a:lnTo>
                  <a:lnTo>
                    <a:pt x="2850" y="6340"/>
                  </a:lnTo>
                  <a:lnTo>
                    <a:pt x="4324" y="1473"/>
                  </a:lnTo>
                  <a:lnTo>
                    <a:pt x="5798" y="0"/>
                  </a:lnTo>
                  <a:lnTo>
                    <a:pt x="7272" y="0"/>
                  </a:lnTo>
                  <a:lnTo>
                    <a:pt x="8747" y="688"/>
                  </a:lnTo>
                  <a:lnTo>
                    <a:pt x="10221" y="1376"/>
                  </a:lnTo>
                  <a:lnTo>
                    <a:pt x="11695" y="2510"/>
                  </a:lnTo>
                  <a:lnTo>
                    <a:pt x="13169" y="4252"/>
                  </a:lnTo>
                  <a:lnTo>
                    <a:pt x="14644" y="5994"/>
                  </a:lnTo>
                  <a:lnTo>
                    <a:pt x="16118" y="7736"/>
                  </a:lnTo>
                  <a:lnTo>
                    <a:pt x="17592" y="10215"/>
                  </a:lnTo>
                  <a:lnTo>
                    <a:pt x="19066" y="14209"/>
                  </a:lnTo>
                  <a:lnTo>
                    <a:pt x="19299" y="1490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874602" y="5670858"/>
              <a:ext cx="155202" cy="89544"/>
            </a:xfrm>
            <a:custGeom>
              <a:avLst/>
              <a:pathLst>
                <a:path w="155202" h="89544">
                  <a:moveTo>
                    <a:pt x="0" y="89544"/>
                  </a:moveTo>
                  <a:lnTo>
                    <a:pt x="1441" y="82182"/>
                  </a:lnTo>
                  <a:lnTo>
                    <a:pt x="2916" y="73632"/>
                  </a:lnTo>
                  <a:lnTo>
                    <a:pt x="4390" y="67447"/>
                  </a:lnTo>
                  <a:lnTo>
                    <a:pt x="5864" y="60952"/>
                  </a:lnTo>
                  <a:lnTo>
                    <a:pt x="7338" y="54196"/>
                  </a:lnTo>
                  <a:lnTo>
                    <a:pt x="8813" y="48302"/>
                  </a:lnTo>
                  <a:lnTo>
                    <a:pt x="10287" y="43172"/>
                  </a:lnTo>
                  <a:lnTo>
                    <a:pt x="11761" y="38390"/>
                  </a:lnTo>
                  <a:lnTo>
                    <a:pt x="13235" y="35094"/>
                  </a:lnTo>
                  <a:lnTo>
                    <a:pt x="14710" y="32620"/>
                  </a:lnTo>
                  <a:lnTo>
                    <a:pt x="16184" y="30145"/>
                  </a:lnTo>
                  <a:lnTo>
                    <a:pt x="17658" y="27671"/>
                  </a:lnTo>
                  <a:lnTo>
                    <a:pt x="19132" y="26112"/>
                  </a:lnTo>
                  <a:lnTo>
                    <a:pt x="20607" y="25349"/>
                  </a:lnTo>
                  <a:lnTo>
                    <a:pt x="22081" y="24586"/>
                  </a:lnTo>
                  <a:lnTo>
                    <a:pt x="23555" y="24190"/>
                  </a:lnTo>
                  <a:lnTo>
                    <a:pt x="25029" y="23739"/>
                  </a:lnTo>
                  <a:lnTo>
                    <a:pt x="26504" y="21732"/>
                  </a:lnTo>
                  <a:lnTo>
                    <a:pt x="27978" y="20433"/>
                  </a:lnTo>
                  <a:lnTo>
                    <a:pt x="29452" y="19712"/>
                  </a:lnTo>
                  <a:lnTo>
                    <a:pt x="30926" y="18423"/>
                  </a:lnTo>
                  <a:lnTo>
                    <a:pt x="32401" y="16656"/>
                  </a:lnTo>
                  <a:lnTo>
                    <a:pt x="33875" y="14889"/>
                  </a:lnTo>
                  <a:lnTo>
                    <a:pt x="35349" y="14448"/>
                  </a:lnTo>
                  <a:lnTo>
                    <a:pt x="36823" y="16340"/>
                  </a:lnTo>
                  <a:lnTo>
                    <a:pt x="38298" y="18111"/>
                  </a:lnTo>
                  <a:lnTo>
                    <a:pt x="39772" y="20571"/>
                  </a:lnTo>
                  <a:lnTo>
                    <a:pt x="41246" y="21898"/>
                  </a:lnTo>
                  <a:lnTo>
                    <a:pt x="42720" y="23378"/>
                  </a:lnTo>
                  <a:lnTo>
                    <a:pt x="44195" y="24856"/>
                  </a:lnTo>
                  <a:lnTo>
                    <a:pt x="45669" y="26769"/>
                  </a:lnTo>
                  <a:lnTo>
                    <a:pt x="47143" y="29225"/>
                  </a:lnTo>
                  <a:lnTo>
                    <a:pt x="48617" y="32290"/>
                  </a:lnTo>
                  <a:lnTo>
                    <a:pt x="50092" y="35801"/>
                  </a:lnTo>
                  <a:lnTo>
                    <a:pt x="51566" y="38659"/>
                  </a:lnTo>
                  <a:lnTo>
                    <a:pt x="53040" y="40074"/>
                  </a:lnTo>
                  <a:lnTo>
                    <a:pt x="54514" y="41057"/>
                  </a:lnTo>
                  <a:lnTo>
                    <a:pt x="55989" y="41755"/>
                  </a:lnTo>
                  <a:lnTo>
                    <a:pt x="57463" y="41757"/>
                  </a:lnTo>
                  <a:lnTo>
                    <a:pt x="58937" y="40014"/>
                  </a:lnTo>
                  <a:lnTo>
                    <a:pt x="60411" y="38938"/>
                  </a:lnTo>
                  <a:lnTo>
                    <a:pt x="61886" y="37862"/>
                  </a:lnTo>
                  <a:lnTo>
                    <a:pt x="63360" y="36748"/>
                  </a:lnTo>
                  <a:lnTo>
                    <a:pt x="64834" y="35083"/>
                  </a:lnTo>
                  <a:lnTo>
                    <a:pt x="66308" y="35506"/>
                  </a:lnTo>
                  <a:lnTo>
                    <a:pt x="67783" y="35487"/>
                  </a:lnTo>
                  <a:lnTo>
                    <a:pt x="69257" y="35885"/>
                  </a:lnTo>
                  <a:lnTo>
                    <a:pt x="70731" y="36283"/>
                  </a:lnTo>
                  <a:lnTo>
                    <a:pt x="72205" y="36292"/>
                  </a:lnTo>
                  <a:lnTo>
                    <a:pt x="73680" y="37021"/>
                  </a:lnTo>
                  <a:lnTo>
                    <a:pt x="75154" y="38579"/>
                  </a:lnTo>
                  <a:lnTo>
                    <a:pt x="76628" y="39683"/>
                  </a:lnTo>
                  <a:lnTo>
                    <a:pt x="78102" y="39792"/>
                  </a:lnTo>
                  <a:lnTo>
                    <a:pt x="79577" y="39400"/>
                  </a:lnTo>
                  <a:lnTo>
                    <a:pt x="81051" y="39299"/>
                  </a:lnTo>
                  <a:lnTo>
                    <a:pt x="82525" y="38378"/>
                  </a:lnTo>
                  <a:lnTo>
                    <a:pt x="83999" y="36598"/>
                  </a:lnTo>
                  <a:lnTo>
                    <a:pt x="85474" y="35857"/>
                  </a:lnTo>
                  <a:lnTo>
                    <a:pt x="86948" y="35676"/>
                  </a:lnTo>
                  <a:lnTo>
                    <a:pt x="88422" y="34048"/>
                  </a:lnTo>
                  <a:lnTo>
                    <a:pt x="89896" y="32377"/>
                  </a:lnTo>
                  <a:lnTo>
                    <a:pt x="91371" y="30779"/>
                  </a:lnTo>
                  <a:lnTo>
                    <a:pt x="92845" y="29180"/>
                  </a:lnTo>
                  <a:lnTo>
                    <a:pt x="94319" y="28285"/>
                  </a:lnTo>
                  <a:lnTo>
                    <a:pt x="95793" y="27029"/>
                  </a:lnTo>
                  <a:lnTo>
                    <a:pt x="97268" y="25772"/>
                  </a:lnTo>
                  <a:lnTo>
                    <a:pt x="98742" y="24988"/>
                  </a:lnTo>
                  <a:lnTo>
                    <a:pt x="100216" y="25893"/>
                  </a:lnTo>
                  <a:lnTo>
                    <a:pt x="101690" y="27395"/>
                  </a:lnTo>
                  <a:lnTo>
                    <a:pt x="103165" y="26811"/>
                  </a:lnTo>
                  <a:lnTo>
                    <a:pt x="104639" y="26228"/>
                  </a:lnTo>
                  <a:lnTo>
                    <a:pt x="106113" y="25972"/>
                  </a:lnTo>
                  <a:lnTo>
                    <a:pt x="107587" y="25624"/>
                  </a:lnTo>
                  <a:lnTo>
                    <a:pt x="109061" y="24724"/>
                  </a:lnTo>
                  <a:lnTo>
                    <a:pt x="110536" y="22691"/>
                  </a:lnTo>
                  <a:lnTo>
                    <a:pt x="112010" y="20657"/>
                  </a:lnTo>
                  <a:lnTo>
                    <a:pt x="113484" y="17392"/>
                  </a:lnTo>
                  <a:lnTo>
                    <a:pt x="114958" y="13878"/>
                  </a:lnTo>
                  <a:lnTo>
                    <a:pt x="116433" y="11043"/>
                  </a:lnTo>
                  <a:lnTo>
                    <a:pt x="117907" y="8259"/>
                  </a:lnTo>
                  <a:lnTo>
                    <a:pt x="119381" y="5475"/>
                  </a:lnTo>
                  <a:lnTo>
                    <a:pt x="120855" y="3236"/>
                  </a:lnTo>
                  <a:lnTo>
                    <a:pt x="122330" y="1507"/>
                  </a:lnTo>
                  <a:lnTo>
                    <a:pt x="123804" y="0"/>
                  </a:lnTo>
                  <a:lnTo>
                    <a:pt x="125278" y="0"/>
                  </a:lnTo>
                  <a:lnTo>
                    <a:pt x="126752" y="651"/>
                  </a:lnTo>
                  <a:lnTo>
                    <a:pt x="128227" y="2747"/>
                  </a:lnTo>
                  <a:lnTo>
                    <a:pt x="129701" y="4843"/>
                  </a:lnTo>
                  <a:lnTo>
                    <a:pt x="131175" y="8050"/>
                  </a:lnTo>
                  <a:lnTo>
                    <a:pt x="132649" y="11312"/>
                  </a:lnTo>
                  <a:lnTo>
                    <a:pt x="134124" y="15263"/>
                  </a:lnTo>
                  <a:lnTo>
                    <a:pt x="135598" y="20006"/>
                  </a:lnTo>
                  <a:lnTo>
                    <a:pt x="137072" y="25112"/>
                  </a:lnTo>
                  <a:lnTo>
                    <a:pt x="138546" y="30688"/>
                  </a:lnTo>
                  <a:lnTo>
                    <a:pt x="140021" y="37132"/>
                  </a:lnTo>
                  <a:lnTo>
                    <a:pt x="141495" y="42793"/>
                  </a:lnTo>
                  <a:lnTo>
                    <a:pt x="142969" y="49298"/>
                  </a:lnTo>
                  <a:lnTo>
                    <a:pt x="144443" y="54570"/>
                  </a:lnTo>
                  <a:lnTo>
                    <a:pt x="145918" y="59841"/>
                  </a:lnTo>
                  <a:lnTo>
                    <a:pt x="147392" y="65328"/>
                  </a:lnTo>
                  <a:lnTo>
                    <a:pt x="148866" y="70239"/>
                  </a:lnTo>
                  <a:lnTo>
                    <a:pt x="150340" y="74178"/>
                  </a:lnTo>
                  <a:lnTo>
                    <a:pt x="151815" y="78569"/>
                  </a:lnTo>
                  <a:lnTo>
                    <a:pt x="153289" y="83813"/>
                  </a:lnTo>
                  <a:lnTo>
                    <a:pt x="154763" y="88253"/>
                  </a:lnTo>
                  <a:lnTo>
                    <a:pt x="155202" y="8954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4075226" y="5719454"/>
              <a:ext cx="50173" cy="40948"/>
            </a:xfrm>
            <a:custGeom>
              <a:avLst/>
              <a:pathLst>
                <a:path w="50173" h="40948">
                  <a:moveTo>
                    <a:pt x="0" y="40948"/>
                  </a:moveTo>
                  <a:lnTo>
                    <a:pt x="1315" y="39136"/>
                  </a:lnTo>
                  <a:lnTo>
                    <a:pt x="2789" y="37104"/>
                  </a:lnTo>
                  <a:lnTo>
                    <a:pt x="4263" y="35072"/>
                  </a:lnTo>
                  <a:lnTo>
                    <a:pt x="5737" y="33041"/>
                  </a:lnTo>
                  <a:lnTo>
                    <a:pt x="7212" y="31009"/>
                  </a:lnTo>
                  <a:lnTo>
                    <a:pt x="8686" y="28289"/>
                  </a:lnTo>
                  <a:lnTo>
                    <a:pt x="10160" y="24226"/>
                  </a:lnTo>
                  <a:lnTo>
                    <a:pt x="11634" y="20705"/>
                  </a:lnTo>
                  <a:lnTo>
                    <a:pt x="13109" y="17985"/>
                  </a:lnTo>
                  <a:lnTo>
                    <a:pt x="14583" y="15699"/>
                  </a:lnTo>
                  <a:lnTo>
                    <a:pt x="16057" y="12979"/>
                  </a:lnTo>
                  <a:lnTo>
                    <a:pt x="17531" y="10259"/>
                  </a:lnTo>
                  <a:lnTo>
                    <a:pt x="19006" y="8228"/>
                  </a:lnTo>
                  <a:lnTo>
                    <a:pt x="20480" y="6629"/>
                  </a:lnTo>
                  <a:lnTo>
                    <a:pt x="21954" y="5476"/>
                  </a:lnTo>
                  <a:lnTo>
                    <a:pt x="23428" y="3891"/>
                  </a:lnTo>
                  <a:lnTo>
                    <a:pt x="24903" y="2305"/>
                  </a:lnTo>
                  <a:lnTo>
                    <a:pt x="26377" y="1152"/>
                  </a:lnTo>
                  <a:lnTo>
                    <a:pt x="27851" y="0"/>
                  </a:lnTo>
                  <a:lnTo>
                    <a:pt x="29325" y="696"/>
                  </a:lnTo>
                  <a:lnTo>
                    <a:pt x="30800" y="1795"/>
                  </a:lnTo>
                  <a:lnTo>
                    <a:pt x="32274" y="2894"/>
                  </a:lnTo>
                  <a:lnTo>
                    <a:pt x="33748" y="4601"/>
                  </a:lnTo>
                  <a:lnTo>
                    <a:pt x="35222" y="6917"/>
                  </a:lnTo>
                  <a:lnTo>
                    <a:pt x="36697" y="8625"/>
                  </a:lnTo>
                  <a:lnTo>
                    <a:pt x="38171" y="10877"/>
                  </a:lnTo>
                  <a:lnTo>
                    <a:pt x="39645" y="14170"/>
                  </a:lnTo>
                  <a:lnTo>
                    <a:pt x="41119" y="17030"/>
                  </a:lnTo>
                  <a:lnTo>
                    <a:pt x="42594" y="19890"/>
                  </a:lnTo>
                  <a:lnTo>
                    <a:pt x="44068" y="22652"/>
                  </a:lnTo>
                  <a:lnTo>
                    <a:pt x="45542" y="25958"/>
                  </a:lnTo>
                  <a:lnTo>
                    <a:pt x="47016" y="29952"/>
                  </a:lnTo>
                  <a:lnTo>
                    <a:pt x="48491" y="34857"/>
                  </a:lnTo>
                  <a:lnTo>
                    <a:pt x="49965" y="40331"/>
                  </a:lnTo>
                  <a:lnTo>
                    <a:pt x="50173" y="4094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4206800" y="5297678"/>
              <a:ext cx="964455" cy="462724"/>
            </a:xfrm>
            <a:custGeom>
              <a:avLst/>
              <a:pathLst>
                <a:path w="964455" h="462724">
                  <a:moveTo>
                    <a:pt x="0" y="462724"/>
                  </a:moveTo>
                  <a:lnTo>
                    <a:pt x="949" y="457026"/>
                  </a:lnTo>
                  <a:lnTo>
                    <a:pt x="2423" y="448110"/>
                  </a:lnTo>
                  <a:lnTo>
                    <a:pt x="3897" y="439179"/>
                  </a:lnTo>
                  <a:lnTo>
                    <a:pt x="5372" y="429660"/>
                  </a:lnTo>
                  <a:lnTo>
                    <a:pt x="6846" y="420894"/>
                  </a:lnTo>
                  <a:lnTo>
                    <a:pt x="8320" y="412186"/>
                  </a:lnTo>
                  <a:lnTo>
                    <a:pt x="9794" y="402119"/>
                  </a:lnTo>
                  <a:lnTo>
                    <a:pt x="11269" y="394146"/>
                  </a:lnTo>
                  <a:lnTo>
                    <a:pt x="12743" y="387300"/>
                  </a:lnTo>
                  <a:lnTo>
                    <a:pt x="14217" y="381517"/>
                  </a:lnTo>
                  <a:lnTo>
                    <a:pt x="15691" y="377292"/>
                  </a:lnTo>
                  <a:lnTo>
                    <a:pt x="17166" y="371794"/>
                  </a:lnTo>
                  <a:lnTo>
                    <a:pt x="18640" y="367339"/>
                  </a:lnTo>
                  <a:lnTo>
                    <a:pt x="20114" y="362935"/>
                  </a:lnTo>
                  <a:lnTo>
                    <a:pt x="21588" y="358840"/>
                  </a:lnTo>
                  <a:lnTo>
                    <a:pt x="23063" y="354677"/>
                  </a:lnTo>
                  <a:lnTo>
                    <a:pt x="24537" y="350063"/>
                  </a:lnTo>
                  <a:lnTo>
                    <a:pt x="26011" y="345018"/>
                  </a:lnTo>
                  <a:lnTo>
                    <a:pt x="27485" y="339615"/>
                  </a:lnTo>
                  <a:lnTo>
                    <a:pt x="28960" y="334212"/>
                  </a:lnTo>
                  <a:lnTo>
                    <a:pt x="30434" y="329167"/>
                  </a:lnTo>
                  <a:lnTo>
                    <a:pt x="31908" y="324374"/>
                  </a:lnTo>
                  <a:lnTo>
                    <a:pt x="33382" y="318717"/>
                  </a:lnTo>
                  <a:lnTo>
                    <a:pt x="34857" y="312445"/>
                  </a:lnTo>
                  <a:lnTo>
                    <a:pt x="36331" y="305343"/>
                  </a:lnTo>
                  <a:lnTo>
                    <a:pt x="37805" y="296557"/>
                  </a:lnTo>
                  <a:lnTo>
                    <a:pt x="39279" y="290406"/>
                  </a:lnTo>
                  <a:lnTo>
                    <a:pt x="40754" y="285441"/>
                  </a:lnTo>
                  <a:lnTo>
                    <a:pt x="42228" y="282825"/>
                  </a:lnTo>
                  <a:lnTo>
                    <a:pt x="43702" y="280806"/>
                  </a:lnTo>
                  <a:lnTo>
                    <a:pt x="45176" y="278787"/>
                  </a:lnTo>
                  <a:lnTo>
                    <a:pt x="46651" y="277175"/>
                  </a:lnTo>
                  <a:lnTo>
                    <a:pt x="48125" y="276187"/>
                  </a:lnTo>
                  <a:lnTo>
                    <a:pt x="49599" y="275595"/>
                  </a:lnTo>
                  <a:lnTo>
                    <a:pt x="51073" y="273949"/>
                  </a:lnTo>
                  <a:lnTo>
                    <a:pt x="52548" y="271393"/>
                  </a:lnTo>
                  <a:lnTo>
                    <a:pt x="54022" y="267769"/>
                  </a:lnTo>
                  <a:lnTo>
                    <a:pt x="55496" y="264145"/>
                  </a:lnTo>
                  <a:lnTo>
                    <a:pt x="56970" y="260380"/>
                  </a:lnTo>
                  <a:lnTo>
                    <a:pt x="58445" y="256684"/>
                  </a:lnTo>
                  <a:lnTo>
                    <a:pt x="59919" y="252847"/>
                  </a:lnTo>
                  <a:lnTo>
                    <a:pt x="61393" y="249719"/>
                  </a:lnTo>
                  <a:lnTo>
                    <a:pt x="62867" y="246294"/>
                  </a:lnTo>
                  <a:lnTo>
                    <a:pt x="64342" y="241993"/>
                  </a:lnTo>
                  <a:lnTo>
                    <a:pt x="65816" y="237228"/>
                  </a:lnTo>
                  <a:lnTo>
                    <a:pt x="67290" y="233580"/>
                  </a:lnTo>
                  <a:lnTo>
                    <a:pt x="68764" y="231127"/>
                  </a:lnTo>
                  <a:lnTo>
                    <a:pt x="70239" y="229924"/>
                  </a:lnTo>
                  <a:lnTo>
                    <a:pt x="71713" y="229472"/>
                  </a:lnTo>
                  <a:lnTo>
                    <a:pt x="73187" y="230072"/>
                  </a:lnTo>
                  <a:lnTo>
                    <a:pt x="74661" y="230278"/>
                  </a:lnTo>
                  <a:lnTo>
                    <a:pt x="76136" y="231693"/>
                  </a:lnTo>
                  <a:lnTo>
                    <a:pt x="77610" y="232960"/>
                  </a:lnTo>
                  <a:lnTo>
                    <a:pt x="79084" y="233505"/>
                  </a:lnTo>
                  <a:lnTo>
                    <a:pt x="80558" y="232958"/>
                  </a:lnTo>
                  <a:lnTo>
                    <a:pt x="82033" y="232724"/>
                  </a:lnTo>
                  <a:lnTo>
                    <a:pt x="83507" y="232431"/>
                  </a:lnTo>
                  <a:lnTo>
                    <a:pt x="84981" y="232810"/>
                  </a:lnTo>
                  <a:lnTo>
                    <a:pt x="86455" y="233081"/>
                  </a:lnTo>
                  <a:lnTo>
                    <a:pt x="87930" y="233357"/>
                  </a:lnTo>
                  <a:lnTo>
                    <a:pt x="89404" y="232572"/>
                  </a:lnTo>
                  <a:lnTo>
                    <a:pt x="90878" y="230550"/>
                  </a:lnTo>
                  <a:lnTo>
                    <a:pt x="92352" y="228823"/>
                  </a:lnTo>
                  <a:lnTo>
                    <a:pt x="93827" y="225541"/>
                  </a:lnTo>
                  <a:lnTo>
                    <a:pt x="95301" y="221799"/>
                  </a:lnTo>
                  <a:lnTo>
                    <a:pt x="96775" y="218518"/>
                  </a:lnTo>
                  <a:lnTo>
                    <a:pt x="98249" y="214992"/>
                  </a:lnTo>
                  <a:lnTo>
                    <a:pt x="99724" y="211916"/>
                  </a:lnTo>
                  <a:lnTo>
                    <a:pt x="101198" y="210143"/>
                  </a:lnTo>
                  <a:lnTo>
                    <a:pt x="102672" y="210504"/>
                  </a:lnTo>
                  <a:lnTo>
                    <a:pt x="104146" y="209760"/>
                  </a:lnTo>
                  <a:lnTo>
                    <a:pt x="105621" y="208067"/>
                  </a:lnTo>
                  <a:lnTo>
                    <a:pt x="107095" y="206123"/>
                  </a:lnTo>
                  <a:lnTo>
                    <a:pt x="108569" y="203961"/>
                  </a:lnTo>
                  <a:lnTo>
                    <a:pt x="110043" y="201798"/>
                  </a:lnTo>
                  <a:lnTo>
                    <a:pt x="111518" y="199636"/>
                  </a:lnTo>
                  <a:lnTo>
                    <a:pt x="112992" y="198384"/>
                  </a:lnTo>
                  <a:lnTo>
                    <a:pt x="114466" y="196647"/>
                  </a:lnTo>
                  <a:lnTo>
                    <a:pt x="115940" y="196764"/>
                  </a:lnTo>
                  <a:lnTo>
                    <a:pt x="117415" y="196928"/>
                  </a:lnTo>
                  <a:lnTo>
                    <a:pt x="118889" y="197371"/>
                  </a:lnTo>
                  <a:lnTo>
                    <a:pt x="120363" y="197958"/>
                  </a:lnTo>
                  <a:lnTo>
                    <a:pt x="121837" y="198977"/>
                  </a:lnTo>
                  <a:lnTo>
                    <a:pt x="123312" y="199230"/>
                  </a:lnTo>
                  <a:lnTo>
                    <a:pt x="124786" y="198841"/>
                  </a:lnTo>
                  <a:lnTo>
                    <a:pt x="126260" y="200674"/>
                  </a:lnTo>
                  <a:lnTo>
                    <a:pt x="127734" y="204023"/>
                  </a:lnTo>
                  <a:lnTo>
                    <a:pt x="129209" y="208374"/>
                  </a:lnTo>
                  <a:lnTo>
                    <a:pt x="130683" y="212725"/>
                  </a:lnTo>
                  <a:lnTo>
                    <a:pt x="132157" y="217216"/>
                  </a:lnTo>
                  <a:lnTo>
                    <a:pt x="133631" y="221639"/>
                  </a:lnTo>
                  <a:lnTo>
                    <a:pt x="135106" y="225989"/>
                  </a:lnTo>
                  <a:lnTo>
                    <a:pt x="136580" y="229964"/>
                  </a:lnTo>
                  <a:lnTo>
                    <a:pt x="138054" y="232848"/>
                  </a:lnTo>
                  <a:lnTo>
                    <a:pt x="139528" y="236532"/>
                  </a:lnTo>
                  <a:lnTo>
                    <a:pt x="141003" y="240777"/>
                  </a:lnTo>
                  <a:lnTo>
                    <a:pt x="142477" y="245268"/>
                  </a:lnTo>
                  <a:lnTo>
                    <a:pt x="143951" y="249759"/>
                  </a:lnTo>
                  <a:lnTo>
                    <a:pt x="145425" y="254250"/>
                  </a:lnTo>
                  <a:lnTo>
                    <a:pt x="146900" y="258598"/>
                  </a:lnTo>
                  <a:lnTo>
                    <a:pt x="148374" y="262650"/>
                  </a:lnTo>
                  <a:lnTo>
                    <a:pt x="149848" y="266514"/>
                  </a:lnTo>
                  <a:lnTo>
                    <a:pt x="151322" y="269167"/>
                  </a:lnTo>
                  <a:lnTo>
                    <a:pt x="152797" y="272166"/>
                  </a:lnTo>
                  <a:lnTo>
                    <a:pt x="154271" y="275901"/>
                  </a:lnTo>
                  <a:lnTo>
                    <a:pt x="155745" y="281317"/>
                  </a:lnTo>
                  <a:lnTo>
                    <a:pt x="157219" y="286354"/>
                  </a:lnTo>
                  <a:lnTo>
                    <a:pt x="158694" y="291392"/>
                  </a:lnTo>
                  <a:lnTo>
                    <a:pt x="160168" y="296617"/>
                  </a:lnTo>
                  <a:lnTo>
                    <a:pt x="161642" y="300912"/>
                  </a:lnTo>
                  <a:lnTo>
                    <a:pt x="163116" y="304725"/>
                  </a:lnTo>
                  <a:lnTo>
                    <a:pt x="164591" y="308538"/>
                  </a:lnTo>
                  <a:lnTo>
                    <a:pt x="166065" y="312029"/>
                  </a:lnTo>
                  <a:lnTo>
                    <a:pt x="167539" y="316498"/>
                  </a:lnTo>
                  <a:lnTo>
                    <a:pt x="169013" y="321479"/>
                  </a:lnTo>
                  <a:lnTo>
                    <a:pt x="170487" y="326681"/>
                  </a:lnTo>
                  <a:lnTo>
                    <a:pt x="171962" y="331474"/>
                  </a:lnTo>
                  <a:lnTo>
                    <a:pt x="173436" y="336699"/>
                  </a:lnTo>
                  <a:lnTo>
                    <a:pt x="174910" y="341924"/>
                  </a:lnTo>
                  <a:lnTo>
                    <a:pt x="176384" y="346277"/>
                  </a:lnTo>
                  <a:lnTo>
                    <a:pt x="177859" y="349072"/>
                  </a:lnTo>
                  <a:lnTo>
                    <a:pt x="179333" y="352972"/>
                  </a:lnTo>
                  <a:lnTo>
                    <a:pt x="180807" y="357463"/>
                  </a:lnTo>
                  <a:lnTo>
                    <a:pt x="182281" y="361955"/>
                  </a:lnTo>
                  <a:lnTo>
                    <a:pt x="183756" y="366446"/>
                  </a:lnTo>
                  <a:lnTo>
                    <a:pt x="185230" y="370936"/>
                  </a:lnTo>
                  <a:lnTo>
                    <a:pt x="186704" y="375645"/>
                  </a:lnTo>
                  <a:lnTo>
                    <a:pt x="188178" y="380757"/>
                  </a:lnTo>
                  <a:lnTo>
                    <a:pt x="189653" y="383707"/>
                  </a:lnTo>
                  <a:lnTo>
                    <a:pt x="191127" y="385390"/>
                  </a:lnTo>
                  <a:lnTo>
                    <a:pt x="192601" y="386116"/>
                  </a:lnTo>
                  <a:lnTo>
                    <a:pt x="194075" y="386983"/>
                  </a:lnTo>
                  <a:lnTo>
                    <a:pt x="195550" y="388140"/>
                  </a:lnTo>
                  <a:lnTo>
                    <a:pt x="197024" y="389842"/>
                  </a:lnTo>
                  <a:lnTo>
                    <a:pt x="198498" y="392295"/>
                  </a:lnTo>
                  <a:lnTo>
                    <a:pt x="199972" y="393149"/>
                  </a:lnTo>
                  <a:lnTo>
                    <a:pt x="201447" y="391701"/>
                  </a:lnTo>
                  <a:lnTo>
                    <a:pt x="202921" y="389835"/>
                  </a:lnTo>
                  <a:lnTo>
                    <a:pt x="204395" y="387469"/>
                  </a:lnTo>
                  <a:lnTo>
                    <a:pt x="205869" y="385103"/>
                  </a:lnTo>
                  <a:lnTo>
                    <a:pt x="207344" y="382737"/>
                  </a:lnTo>
                  <a:lnTo>
                    <a:pt x="208818" y="380371"/>
                  </a:lnTo>
                  <a:lnTo>
                    <a:pt x="210292" y="378006"/>
                  </a:lnTo>
                  <a:lnTo>
                    <a:pt x="211766" y="375873"/>
                  </a:lnTo>
                  <a:lnTo>
                    <a:pt x="213241" y="374182"/>
                  </a:lnTo>
                  <a:lnTo>
                    <a:pt x="214715" y="372737"/>
                  </a:lnTo>
                  <a:lnTo>
                    <a:pt x="216189" y="369485"/>
                  </a:lnTo>
                  <a:lnTo>
                    <a:pt x="217663" y="365476"/>
                  </a:lnTo>
                  <a:lnTo>
                    <a:pt x="219138" y="360855"/>
                  </a:lnTo>
                  <a:lnTo>
                    <a:pt x="220612" y="355848"/>
                  </a:lnTo>
                  <a:lnTo>
                    <a:pt x="222086" y="351607"/>
                  </a:lnTo>
                  <a:lnTo>
                    <a:pt x="223560" y="348437"/>
                  </a:lnTo>
                  <a:lnTo>
                    <a:pt x="225035" y="344172"/>
                  </a:lnTo>
                  <a:lnTo>
                    <a:pt x="226509" y="340494"/>
                  </a:lnTo>
                  <a:lnTo>
                    <a:pt x="227983" y="336689"/>
                  </a:lnTo>
                  <a:lnTo>
                    <a:pt x="229457" y="333145"/>
                  </a:lnTo>
                  <a:lnTo>
                    <a:pt x="230932" y="329430"/>
                  </a:lnTo>
                  <a:lnTo>
                    <a:pt x="232406" y="325714"/>
                  </a:lnTo>
                  <a:lnTo>
                    <a:pt x="233880" y="322714"/>
                  </a:lnTo>
                  <a:lnTo>
                    <a:pt x="235354" y="320464"/>
                  </a:lnTo>
                  <a:lnTo>
                    <a:pt x="236829" y="318314"/>
                  </a:lnTo>
                  <a:lnTo>
                    <a:pt x="238303" y="318287"/>
                  </a:lnTo>
                  <a:lnTo>
                    <a:pt x="239777" y="318015"/>
                  </a:lnTo>
                  <a:lnTo>
                    <a:pt x="241251" y="317565"/>
                  </a:lnTo>
                  <a:lnTo>
                    <a:pt x="242726" y="317537"/>
                  </a:lnTo>
                  <a:lnTo>
                    <a:pt x="244200" y="317509"/>
                  </a:lnTo>
                  <a:lnTo>
                    <a:pt x="245674" y="317669"/>
                  </a:lnTo>
                  <a:lnTo>
                    <a:pt x="247148" y="319685"/>
                  </a:lnTo>
                  <a:lnTo>
                    <a:pt x="248623" y="321513"/>
                  </a:lnTo>
                  <a:lnTo>
                    <a:pt x="250097" y="323342"/>
                  </a:lnTo>
                  <a:lnTo>
                    <a:pt x="251571" y="325594"/>
                  </a:lnTo>
                  <a:lnTo>
                    <a:pt x="253045" y="326599"/>
                  </a:lnTo>
                  <a:lnTo>
                    <a:pt x="254520" y="326483"/>
                  </a:lnTo>
                  <a:lnTo>
                    <a:pt x="255994" y="325622"/>
                  </a:lnTo>
                  <a:lnTo>
                    <a:pt x="257468" y="324209"/>
                  </a:lnTo>
                  <a:lnTo>
                    <a:pt x="258942" y="323014"/>
                  </a:lnTo>
                  <a:lnTo>
                    <a:pt x="260417" y="321820"/>
                  </a:lnTo>
                  <a:lnTo>
                    <a:pt x="261891" y="319943"/>
                  </a:lnTo>
                  <a:lnTo>
                    <a:pt x="263365" y="318794"/>
                  </a:lnTo>
                  <a:lnTo>
                    <a:pt x="264839" y="319107"/>
                  </a:lnTo>
                  <a:lnTo>
                    <a:pt x="266314" y="319636"/>
                  </a:lnTo>
                  <a:lnTo>
                    <a:pt x="267788" y="320312"/>
                  </a:lnTo>
                  <a:lnTo>
                    <a:pt x="269262" y="319995"/>
                  </a:lnTo>
                  <a:lnTo>
                    <a:pt x="270736" y="318116"/>
                  </a:lnTo>
                  <a:lnTo>
                    <a:pt x="272211" y="315643"/>
                  </a:lnTo>
                  <a:lnTo>
                    <a:pt x="273685" y="312612"/>
                  </a:lnTo>
                  <a:lnTo>
                    <a:pt x="275159" y="312496"/>
                  </a:lnTo>
                  <a:lnTo>
                    <a:pt x="276633" y="314611"/>
                  </a:lnTo>
                  <a:lnTo>
                    <a:pt x="278108" y="317400"/>
                  </a:lnTo>
                  <a:lnTo>
                    <a:pt x="279582" y="320757"/>
                  </a:lnTo>
                  <a:lnTo>
                    <a:pt x="281056" y="324114"/>
                  </a:lnTo>
                  <a:lnTo>
                    <a:pt x="282530" y="327116"/>
                  </a:lnTo>
                  <a:lnTo>
                    <a:pt x="284005" y="328448"/>
                  </a:lnTo>
                  <a:lnTo>
                    <a:pt x="285479" y="329779"/>
                  </a:lnTo>
                  <a:lnTo>
                    <a:pt x="286953" y="330877"/>
                  </a:lnTo>
                  <a:lnTo>
                    <a:pt x="288427" y="331146"/>
                  </a:lnTo>
                  <a:lnTo>
                    <a:pt x="289902" y="331614"/>
                  </a:lnTo>
                  <a:lnTo>
                    <a:pt x="291376" y="333954"/>
                  </a:lnTo>
                  <a:lnTo>
                    <a:pt x="292850" y="338208"/>
                  </a:lnTo>
                  <a:lnTo>
                    <a:pt x="294324" y="341286"/>
                  </a:lnTo>
                  <a:lnTo>
                    <a:pt x="295799" y="342363"/>
                  </a:lnTo>
                  <a:lnTo>
                    <a:pt x="297273" y="341932"/>
                  </a:lnTo>
                  <a:lnTo>
                    <a:pt x="298747" y="339574"/>
                  </a:lnTo>
                  <a:lnTo>
                    <a:pt x="300221" y="338312"/>
                  </a:lnTo>
                  <a:lnTo>
                    <a:pt x="301696" y="336461"/>
                  </a:lnTo>
                  <a:lnTo>
                    <a:pt x="303170" y="335219"/>
                  </a:lnTo>
                  <a:lnTo>
                    <a:pt x="304644" y="334239"/>
                  </a:lnTo>
                  <a:lnTo>
                    <a:pt x="306118" y="334102"/>
                  </a:lnTo>
                  <a:lnTo>
                    <a:pt x="307593" y="333903"/>
                  </a:lnTo>
                  <a:lnTo>
                    <a:pt x="309067" y="332990"/>
                  </a:lnTo>
                  <a:lnTo>
                    <a:pt x="310541" y="330762"/>
                  </a:lnTo>
                  <a:lnTo>
                    <a:pt x="312015" y="327990"/>
                  </a:lnTo>
                  <a:lnTo>
                    <a:pt x="313490" y="322408"/>
                  </a:lnTo>
                  <a:lnTo>
                    <a:pt x="314964" y="316454"/>
                  </a:lnTo>
                  <a:lnTo>
                    <a:pt x="316438" y="311616"/>
                  </a:lnTo>
                  <a:lnTo>
                    <a:pt x="317912" y="308261"/>
                  </a:lnTo>
                  <a:lnTo>
                    <a:pt x="319387" y="306397"/>
                  </a:lnTo>
                  <a:lnTo>
                    <a:pt x="320861" y="304584"/>
                  </a:lnTo>
                  <a:lnTo>
                    <a:pt x="322335" y="300374"/>
                  </a:lnTo>
                  <a:lnTo>
                    <a:pt x="323809" y="296518"/>
                  </a:lnTo>
                  <a:lnTo>
                    <a:pt x="325284" y="291819"/>
                  </a:lnTo>
                  <a:lnTo>
                    <a:pt x="326758" y="285483"/>
                  </a:lnTo>
                  <a:lnTo>
                    <a:pt x="328232" y="280646"/>
                  </a:lnTo>
                  <a:lnTo>
                    <a:pt x="329706" y="277631"/>
                  </a:lnTo>
                  <a:lnTo>
                    <a:pt x="331181" y="275361"/>
                  </a:lnTo>
                  <a:lnTo>
                    <a:pt x="332655" y="274033"/>
                  </a:lnTo>
                  <a:lnTo>
                    <a:pt x="334129" y="273201"/>
                  </a:lnTo>
                  <a:lnTo>
                    <a:pt x="335603" y="271733"/>
                  </a:lnTo>
                  <a:lnTo>
                    <a:pt x="337078" y="272130"/>
                  </a:lnTo>
                  <a:lnTo>
                    <a:pt x="338552" y="271783"/>
                  </a:lnTo>
                  <a:lnTo>
                    <a:pt x="340026" y="271436"/>
                  </a:lnTo>
                  <a:lnTo>
                    <a:pt x="341500" y="270899"/>
                  </a:lnTo>
                  <a:lnTo>
                    <a:pt x="342975" y="270983"/>
                  </a:lnTo>
                  <a:lnTo>
                    <a:pt x="344449" y="272353"/>
                  </a:lnTo>
                  <a:lnTo>
                    <a:pt x="345923" y="274879"/>
                  </a:lnTo>
                  <a:lnTo>
                    <a:pt x="347397" y="278098"/>
                  </a:lnTo>
                  <a:lnTo>
                    <a:pt x="348872" y="282078"/>
                  </a:lnTo>
                  <a:lnTo>
                    <a:pt x="350346" y="286361"/>
                  </a:lnTo>
                  <a:lnTo>
                    <a:pt x="351820" y="288182"/>
                  </a:lnTo>
                  <a:lnTo>
                    <a:pt x="353294" y="288545"/>
                  </a:lnTo>
                  <a:lnTo>
                    <a:pt x="354769" y="289124"/>
                  </a:lnTo>
                  <a:lnTo>
                    <a:pt x="356243" y="288894"/>
                  </a:lnTo>
                  <a:lnTo>
                    <a:pt x="357717" y="287329"/>
                  </a:lnTo>
                  <a:lnTo>
                    <a:pt x="359191" y="286816"/>
                  </a:lnTo>
                  <a:lnTo>
                    <a:pt x="360665" y="286304"/>
                  </a:lnTo>
                  <a:lnTo>
                    <a:pt x="362140" y="285791"/>
                  </a:lnTo>
                  <a:lnTo>
                    <a:pt x="363614" y="285584"/>
                  </a:lnTo>
                  <a:lnTo>
                    <a:pt x="365088" y="282365"/>
                  </a:lnTo>
                  <a:lnTo>
                    <a:pt x="366562" y="278207"/>
                  </a:lnTo>
                  <a:lnTo>
                    <a:pt x="368037" y="273269"/>
                  </a:lnTo>
                  <a:lnTo>
                    <a:pt x="369511" y="270220"/>
                  </a:lnTo>
                  <a:lnTo>
                    <a:pt x="370985" y="269573"/>
                  </a:lnTo>
                  <a:lnTo>
                    <a:pt x="372459" y="269669"/>
                  </a:lnTo>
                  <a:lnTo>
                    <a:pt x="373934" y="270836"/>
                  </a:lnTo>
                  <a:lnTo>
                    <a:pt x="375408" y="272999"/>
                  </a:lnTo>
                  <a:lnTo>
                    <a:pt x="376882" y="275348"/>
                  </a:lnTo>
                  <a:lnTo>
                    <a:pt x="378356" y="276987"/>
                  </a:lnTo>
                  <a:lnTo>
                    <a:pt x="379831" y="278917"/>
                  </a:lnTo>
                  <a:lnTo>
                    <a:pt x="381305" y="279632"/>
                  </a:lnTo>
                  <a:lnTo>
                    <a:pt x="382779" y="280304"/>
                  </a:lnTo>
                  <a:lnTo>
                    <a:pt x="384253" y="280975"/>
                  </a:lnTo>
                  <a:lnTo>
                    <a:pt x="385728" y="281657"/>
                  </a:lnTo>
                  <a:lnTo>
                    <a:pt x="387202" y="285062"/>
                  </a:lnTo>
                  <a:lnTo>
                    <a:pt x="388676" y="290238"/>
                  </a:lnTo>
                  <a:lnTo>
                    <a:pt x="390150" y="295854"/>
                  </a:lnTo>
                  <a:lnTo>
                    <a:pt x="391625" y="300860"/>
                  </a:lnTo>
                  <a:lnTo>
                    <a:pt x="393099" y="304597"/>
                  </a:lnTo>
                  <a:lnTo>
                    <a:pt x="394573" y="306843"/>
                  </a:lnTo>
                  <a:lnTo>
                    <a:pt x="396047" y="309037"/>
                  </a:lnTo>
                  <a:lnTo>
                    <a:pt x="397522" y="310672"/>
                  </a:lnTo>
                  <a:lnTo>
                    <a:pt x="398996" y="311245"/>
                  </a:lnTo>
                  <a:lnTo>
                    <a:pt x="400470" y="312089"/>
                  </a:lnTo>
                  <a:lnTo>
                    <a:pt x="401944" y="314763"/>
                  </a:lnTo>
                  <a:lnTo>
                    <a:pt x="403419" y="317018"/>
                  </a:lnTo>
                  <a:lnTo>
                    <a:pt x="404893" y="318049"/>
                  </a:lnTo>
                  <a:lnTo>
                    <a:pt x="406367" y="319079"/>
                  </a:lnTo>
                  <a:lnTo>
                    <a:pt x="407841" y="319273"/>
                  </a:lnTo>
                  <a:lnTo>
                    <a:pt x="409316" y="318971"/>
                  </a:lnTo>
                  <a:lnTo>
                    <a:pt x="410790" y="319139"/>
                  </a:lnTo>
                  <a:lnTo>
                    <a:pt x="412264" y="316612"/>
                  </a:lnTo>
                  <a:lnTo>
                    <a:pt x="413738" y="313682"/>
                  </a:lnTo>
                  <a:lnTo>
                    <a:pt x="415213" y="310753"/>
                  </a:lnTo>
                  <a:lnTo>
                    <a:pt x="416687" y="307481"/>
                  </a:lnTo>
                  <a:lnTo>
                    <a:pt x="418161" y="303099"/>
                  </a:lnTo>
                  <a:lnTo>
                    <a:pt x="419635" y="299618"/>
                  </a:lnTo>
                  <a:lnTo>
                    <a:pt x="421110" y="297228"/>
                  </a:lnTo>
                  <a:lnTo>
                    <a:pt x="422584" y="293588"/>
                  </a:lnTo>
                  <a:lnTo>
                    <a:pt x="424058" y="288074"/>
                  </a:lnTo>
                  <a:lnTo>
                    <a:pt x="425532" y="280952"/>
                  </a:lnTo>
                  <a:lnTo>
                    <a:pt x="427007" y="274873"/>
                  </a:lnTo>
                  <a:lnTo>
                    <a:pt x="428481" y="269709"/>
                  </a:lnTo>
                  <a:lnTo>
                    <a:pt x="429955" y="264679"/>
                  </a:lnTo>
                  <a:lnTo>
                    <a:pt x="431429" y="260456"/>
                  </a:lnTo>
                  <a:lnTo>
                    <a:pt x="432904" y="257490"/>
                  </a:lnTo>
                  <a:lnTo>
                    <a:pt x="434378" y="256500"/>
                  </a:lnTo>
                  <a:lnTo>
                    <a:pt x="435852" y="255753"/>
                  </a:lnTo>
                  <a:lnTo>
                    <a:pt x="437326" y="254658"/>
                  </a:lnTo>
                  <a:lnTo>
                    <a:pt x="438801" y="254051"/>
                  </a:lnTo>
                  <a:lnTo>
                    <a:pt x="440275" y="255519"/>
                  </a:lnTo>
                  <a:lnTo>
                    <a:pt x="441749" y="257523"/>
                  </a:lnTo>
                  <a:lnTo>
                    <a:pt x="443223" y="259514"/>
                  </a:lnTo>
                  <a:lnTo>
                    <a:pt x="444698" y="261844"/>
                  </a:lnTo>
                  <a:lnTo>
                    <a:pt x="446172" y="265629"/>
                  </a:lnTo>
                  <a:lnTo>
                    <a:pt x="447646" y="270343"/>
                  </a:lnTo>
                  <a:lnTo>
                    <a:pt x="449120" y="274553"/>
                  </a:lnTo>
                  <a:lnTo>
                    <a:pt x="450595" y="277768"/>
                  </a:lnTo>
                  <a:lnTo>
                    <a:pt x="452069" y="280796"/>
                  </a:lnTo>
                  <a:lnTo>
                    <a:pt x="453543" y="283927"/>
                  </a:lnTo>
                  <a:lnTo>
                    <a:pt x="455017" y="287333"/>
                  </a:lnTo>
                  <a:lnTo>
                    <a:pt x="456492" y="291672"/>
                  </a:lnTo>
                  <a:lnTo>
                    <a:pt x="457966" y="296115"/>
                  </a:lnTo>
                  <a:lnTo>
                    <a:pt x="459440" y="300557"/>
                  </a:lnTo>
                  <a:lnTo>
                    <a:pt x="460914" y="304169"/>
                  </a:lnTo>
                  <a:lnTo>
                    <a:pt x="462389" y="305765"/>
                  </a:lnTo>
                  <a:lnTo>
                    <a:pt x="463863" y="306668"/>
                  </a:lnTo>
                  <a:lnTo>
                    <a:pt x="465337" y="307314"/>
                  </a:lnTo>
                  <a:lnTo>
                    <a:pt x="466811" y="307632"/>
                  </a:lnTo>
                  <a:lnTo>
                    <a:pt x="468286" y="307314"/>
                  </a:lnTo>
                  <a:lnTo>
                    <a:pt x="469760" y="306602"/>
                  </a:lnTo>
                  <a:lnTo>
                    <a:pt x="471234" y="306284"/>
                  </a:lnTo>
                  <a:lnTo>
                    <a:pt x="472708" y="306673"/>
                  </a:lnTo>
                  <a:lnTo>
                    <a:pt x="474183" y="307768"/>
                  </a:lnTo>
                  <a:lnTo>
                    <a:pt x="475657" y="309436"/>
                  </a:lnTo>
                  <a:lnTo>
                    <a:pt x="477131" y="310487"/>
                  </a:lnTo>
                  <a:lnTo>
                    <a:pt x="478605" y="311488"/>
                  </a:lnTo>
                  <a:lnTo>
                    <a:pt x="480080" y="313012"/>
                  </a:lnTo>
                  <a:lnTo>
                    <a:pt x="481554" y="314931"/>
                  </a:lnTo>
                  <a:lnTo>
                    <a:pt x="483028" y="318640"/>
                  </a:lnTo>
                  <a:lnTo>
                    <a:pt x="484502" y="323238"/>
                  </a:lnTo>
                  <a:lnTo>
                    <a:pt x="485977" y="325266"/>
                  </a:lnTo>
                  <a:lnTo>
                    <a:pt x="487451" y="329199"/>
                  </a:lnTo>
                  <a:lnTo>
                    <a:pt x="488925" y="333334"/>
                  </a:lnTo>
                  <a:lnTo>
                    <a:pt x="490399" y="337470"/>
                  </a:lnTo>
                  <a:lnTo>
                    <a:pt x="491874" y="342583"/>
                  </a:lnTo>
                  <a:lnTo>
                    <a:pt x="493348" y="347577"/>
                  </a:lnTo>
                  <a:lnTo>
                    <a:pt x="494822" y="351591"/>
                  </a:lnTo>
                  <a:lnTo>
                    <a:pt x="496296" y="354487"/>
                  </a:lnTo>
                  <a:lnTo>
                    <a:pt x="497771" y="356138"/>
                  </a:lnTo>
                  <a:lnTo>
                    <a:pt x="499245" y="357622"/>
                  </a:lnTo>
                  <a:lnTo>
                    <a:pt x="500719" y="359343"/>
                  </a:lnTo>
                  <a:lnTo>
                    <a:pt x="502193" y="361386"/>
                  </a:lnTo>
                  <a:lnTo>
                    <a:pt x="503668" y="362673"/>
                  </a:lnTo>
                  <a:lnTo>
                    <a:pt x="505142" y="362989"/>
                  </a:lnTo>
                  <a:lnTo>
                    <a:pt x="506616" y="362583"/>
                  </a:lnTo>
                  <a:lnTo>
                    <a:pt x="508090" y="364185"/>
                  </a:lnTo>
                  <a:lnTo>
                    <a:pt x="509565" y="364428"/>
                  </a:lnTo>
                  <a:lnTo>
                    <a:pt x="511039" y="363757"/>
                  </a:lnTo>
                  <a:lnTo>
                    <a:pt x="512513" y="363068"/>
                  </a:lnTo>
                  <a:lnTo>
                    <a:pt x="513987" y="360082"/>
                  </a:lnTo>
                  <a:lnTo>
                    <a:pt x="515462" y="357435"/>
                  </a:lnTo>
                  <a:lnTo>
                    <a:pt x="516936" y="354556"/>
                  </a:lnTo>
                  <a:lnTo>
                    <a:pt x="518410" y="349906"/>
                  </a:lnTo>
                  <a:lnTo>
                    <a:pt x="519884" y="344617"/>
                  </a:lnTo>
                  <a:lnTo>
                    <a:pt x="521359" y="337880"/>
                  </a:lnTo>
                  <a:lnTo>
                    <a:pt x="522833" y="330172"/>
                  </a:lnTo>
                  <a:lnTo>
                    <a:pt x="524307" y="321931"/>
                  </a:lnTo>
                  <a:lnTo>
                    <a:pt x="525781" y="313766"/>
                  </a:lnTo>
                  <a:lnTo>
                    <a:pt x="527256" y="305845"/>
                  </a:lnTo>
                  <a:lnTo>
                    <a:pt x="528730" y="296803"/>
                  </a:lnTo>
                  <a:lnTo>
                    <a:pt x="530204" y="285651"/>
                  </a:lnTo>
                  <a:lnTo>
                    <a:pt x="531678" y="273780"/>
                  </a:lnTo>
                  <a:lnTo>
                    <a:pt x="533153" y="261664"/>
                  </a:lnTo>
                  <a:lnTo>
                    <a:pt x="534627" y="249858"/>
                  </a:lnTo>
                  <a:lnTo>
                    <a:pt x="536101" y="240462"/>
                  </a:lnTo>
                  <a:lnTo>
                    <a:pt x="537575" y="230910"/>
                  </a:lnTo>
                  <a:lnTo>
                    <a:pt x="539050" y="221194"/>
                  </a:lnTo>
                  <a:lnTo>
                    <a:pt x="540524" y="212062"/>
                  </a:lnTo>
                  <a:lnTo>
                    <a:pt x="541998" y="201458"/>
                  </a:lnTo>
                  <a:lnTo>
                    <a:pt x="543472" y="190951"/>
                  </a:lnTo>
                  <a:lnTo>
                    <a:pt x="544947" y="180807"/>
                  </a:lnTo>
                  <a:lnTo>
                    <a:pt x="546421" y="170907"/>
                  </a:lnTo>
                  <a:lnTo>
                    <a:pt x="547895" y="160994"/>
                  </a:lnTo>
                  <a:lnTo>
                    <a:pt x="549369" y="151216"/>
                  </a:lnTo>
                  <a:lnTo>
                    <a:pt x="550844" y="142462"/>
                  </a:lnTo>
                  <a:lnTo>
                    <a:pt x="552318" y="134839"/>
                  </a:lnTo>
                  <a:lnTo>
                    <a:pt x="553792" y="127982"/>
                  </a:lnTo>
                  <a:lnTo>
                    <a:pt x="555266" y="118722"/>
                  </a:lnTo>
                  <a:lnTo>
                    <a:pt x="556740" y="107866"/>
                  </a:lnTo>
                  <a:lnTo>
                    <a:pt x="558215" y="95666"/>
                  </a:lnTo>
                  <a:lnTo>
                    <a:pt x="559689" y="82577"/>
                  </a:lnTo>
                  <a:lnTo>
                    <a:pt x="561163" y="72223"/>
                  </a:lnTo>
                  <a:lnTo>
                    <a:pt x="562637" y="61875"/>
                  </a:lnTo>
                  <a:lnTo>
                    <a:pt x="564112" y="53761"/>
                  </a:lnTo>
                  <a:lnTo>
                    <a:pt x="565586" y="46527"/>
                  </a:lnTo>
                  <a:lnTo>
                    <a:pt x="567060" y="39384"/>
                  </a:lnTo>
                  <a:lnTo>
                    <a:pt x="568534" y="32759"/>
                  </a:lnTo>
                  <a:lnTo>
                    <a:pt x="570009" y="25253"/>
                  </a:lnTo>
                  <a:lnTo>
                    <a:pt x="571483" y="18111"/>
                  </a:lnTo>
                  <a:lnTo>
                    <a:pt x="572957" y="12018"/>
                  </a:lnTo>
                  <a:lnTo>
                    <a:pt x="574431" y="7069"/>
                  </a:lnTo>
                  <a:lnTo>
                    <a:pt x="575906" y="2120"/>
                  </a:lnTo>
                  <a:lnTo>
                    <a:pt x="577380" y="0"/>
                  </a:lnTo>
                  <a:lnTo>
                    <a:pt x="578854" y="403"/>
                  </a:lnTo>
                  <a:lnTo>
                    <a:pt x="580328" y="1209"/>
                  </a:lnTo>
                  <a:lnTo>
                    <a:pt x="581803" y="2738"/>
                  </a:lnTo>
                  <a:lnTo>
                    <a:pt x="583277" y="2694"/>
                  </a:lnTo>
                  <a:lnTo>
                    <a:pt x="584751" y="2650"/>
                  </a:lnTo>
                  <a:lnTo>
                    <a:pt x="586225" y="2411"/>
                  </a:lnTo>
                  <a:lnTo>
                    <a:pt x="587700" y="2101"/>
                  </a:lnTo>
                  <a:lnTo>
                    <a:pt x="589174" y="3739"/>
                  </a:lnTo>
                  <a:lnTo>
                    <a:pt x="590648" y="5652"/>
                  </a:lnTo>
                  <a:lnTo>
                    <a:pt x="592122" y="9259"/>
                  </a:lnTo>
                  <a:lnTo>
                    <a:pt x="593597" y="14204"/>
                  </a:lnTo>
                  <a:lnTo>
                    <a:pt x="595071" y="20413"/>
                  </a:lnTo>
                  <a:lnTo>
                    <a:pt x="596545" y="26649"/>
                  </a:lnTo>
                  <a:lnTo>
                    <a:pt x="598019" y="31672"/>
                  </a:lnTo>
                  <a:lnTo>
                    <a:pt x="599494" y="36877"/>
                  </a:lnTo>
                  <a:lnTo>
                    <a:pt x="600968" y="42006"/>
                  </a:lnTo>
                  <a:lnTo>
                    <a:pt x="602442" y="46890"/>
                  </a:lnTo>
                  <a:lnTo>
                    <a:pt x="603916" y="52896"/>
                  </a:lnTo>
                  <a:lnTo>
                    <a:pt x="605391" y="59777"/>
                  </a:lnTo>
                  <a:lnTo>
                    <a:pt x="606865" y="65870"/>
                  </a:lnTo>
                  <a:lnTo>
                    <a:pt x="608339" y="72852"/>
                  </a:lnTo>
                  <a:lnTo>
                    <a:pt x="609813" y="77526"/>
                  </a:lnTo>
                  <a:lnTo>
                    <a:pt x="611288" y="79934"/>
                  </a:lnTo>
                  <a:lnTo>
                    <a:pt x="612762" y="82089"/>
                  </a:lnTo>
                  <a:lnTo>
                    <a:pt x="614236" y="84019"/>
                  </a:lnTo>
                  <a:lnTo>
                    <a:pt x="615710" y="85798"/>
                  </a:lnTo>
                  <a:lnTo>
                    <a:pt x="617185" y="88944"/>
                  </a:lnTo>
                  <a:lnTo>
                    <a:pt x="618659" y="91122"/>
                  </a:lnTo>
                  <a:lnTo>
                    <a:pt x="620133" y="93026"/>
                  </a:lnTo>
                  <a:lnTo>
                    <a:pt x="621607" y="94609"/>
                  </a:lnTo>
                  <a:lnTo>
                    <a:pt x="623082" y="96600"/>
                  </a:lnTo>
                  <a:lnTo>
                    <a:pt x="624556" y="98457"/>
                  </a:lnTo>
                  <a:lnTo>
                    <a:pt x="626030" y="99432"/>
                  </a:lnTo>
                  <a:lnTo>
                    <a:pt x="627504" y="99277"/>
                  </a:lnTo>
                  <a:lnTo>
                    <a:pt x="628979" y="98399"/>
                  </a:lnTo>
                  <a:lnTo>
                    <a:pt x="630453" y="98327"/>
                  </a:lnTo>
                  <a:lnTo>
                    <a:pt x="631927" y="100268"/>
                  </a:lnTo>
                  <a:lnTo>
                    <a:pt x="633401" y="102821"/>
                  </a:lnTo>
                  <a:lnTo>
                    <a:pt x="634876" y="103129"/>
                  </a:lnTo>
                  <a:lnTo>
                    <a:pt x="636350" y="102413"/>
                  </a:lnTo>
                  <a:lnTo>
                    <a:pt x="637824" y="101300"/>
                  </a:lnTo>
                  <a:lnTo>
                    <a:pt x="639298" y="98168"/>
                  </a:lnTo>
                  <a:lnTo>
                    <a:pt x="640773" y="94658"/>
                  </a:lnTo>
                  <a:lnTo>
                    <a:pt x="642247" y="91542"/>
                  </a:lnTo>
                  <a:lnTo>
                    <a:pt x="643721" y="87987"/>
                  </a:lnTo>
                  <a:lnTo>
                    <a:pt x="645195" y="84635"/>
                  </a:lnTo>
                  <a:lnTo>
                    <a:pt x="646670" y="79746"/>
                  </a:lnTo>
                  <a:lnTo>
                    <a:pt x="648144" y="74681"/>
                  </a:lnTo>
                  <a:lnTo>
                    <a:pt x="649618" y="69665"/>
                  </a:lnTo>
                  <a:lnTo>
                    <a:pt x="651092" y="64842"/>
                  </a:lnTo>
                  <a:lnTo>
                    <a:pt x="652567" y="58680"/>
                  </a:lnTo>
                  <a:lnTo>
                    <a:pt x="654041" y="50968"/>
                  </a:lnTo>
                  <a:lnTo>
                    <a:pt x="655515" y="43033"/>
                  </a:lnTo>
                  <a:lnTo>
                    <a:pt x="656989" y="37050"/>
                  </a:lnTo>
                  <a:lnTo>
                    <a:pt x="658464" y="32372"/>
                  </a:lnTo>
                  <a:lnTo>
                    <a:pt x="659938" y="27421"/>
                  </a:lnTo>
                  <a:lnTo>
                    <a:pt x="661412" y="23192"/>
                  </a:lnTo>
                  <a:lnTo>
                    <a:pt x="662886" y="19403"/>
                  </a:lnTo>
                  <a:lnTo>
                    <a:pt x="664361" y="16133"/>
                  </a:lnTo>
                  <a:lnTo>
                    <a:pt x="665835" y="13083"/>
                  </a:lnTo>
                  <a:lnTo>
                    <a:pt x="667309" y="8225"/>
                  </a:lnTo>
                  <a:lnTo>
                    <a:pt x="668783" y="5575"/>
                  </a:lnTo>
                  <a:lnTo>
                    <a:pt x="670258" y="3374"/>
                  </a:lnTo>
                  <a:lnTo>
                    <a:pt x="671732" y="1480"/>
                  </a:lnTo>
                  <a:lnTo>
                    <a:pt x="673206" y="841"/>
                  </a:lnTo>
                  <a:lnTo>
                    <a:pt x="674680" y="553"/>
                  </a:lnTo>
                  <a:lnTo>
                    <a:pt x="676155" y="479"/>
                  </a:lnTo>
                  <a:lnTo>
                    <a:pt x="677629" y="1814"/>
                  </a:lnTo>
                  <a:lnTo>
                    <a:pt x="679103" y="3421"/>
                  </a:lnTo>
                  <a:lnTo>
                    <a:pt x="680577" y="5359"/>
                  </a:lnTo>
                  <a:lnTo>
                    <a:pt x="682052" y="8338"/>
                  </a:lnTo>
                  <a:lnTo>
                    <a:pt x="683526" y="9272"/>
                  </a:lnTo>
                  <a:lnTo>
                    <a:pt x="685000" y="12421"/>
                  </a:lnTo>
                  <a:lnTo>
                    <a:pt x="686474" y="16625"/>
                  </a:lnTo>
                  <a:lnTo>
                    <a:pt x="687949" y="21113"/>
                  </a:lnTo>
                  <a:lnTo>
                    <a:pt x="689423" y="26722"/>
                  </a:lnTo>
                  <a:lnTo>
                    <a:pt x="690897" y="32331"/>
                  </a:lnTo>
                  <a:lnTo>
                    <a:pt x="692371" y="38045"/>
                  </a:lnTo>
                  <a:lnTo>
                    <a:pt x="693846" y="44631"/>
                  </a:lnTo>
                  <a:lnTo>
                    <a:pt x="695320" y="51740"/>
                  </a:lnTo>
                  <a:lnTo>
                    <a:pt x="696794" y="58531"/>
                  </a:lnTo>
                  <a:lnTo>
                    <a:pt x="698268" y="65322"/>
                  </a:lnTo>
                  <a:lnTo>
                    <a:pt x="699743" y="71939"/>
                  </a:lnTo>
                  <a:lnTo>
                    <a:pt x="701217" y="77323"/>
                  </a:lnTo>
                  <a:lnTo>
                    <a:pt x="702691" y="82492"/>
                  </a:lnTo>
                  <a:lnTo>
                    <a:pt x="704165" y="87686"/>
                  </a:lnTo>
                  <a:lnTo>
                    <a:pt x="705640" y="95887"/>
                  </a:lnTo>
                  <a:lnTo>
                    <a:pt x="707114" y="103058"/>
                  </a:lnTo>
                  <a:lnTo>
                    <a:pt x="708588" y="109617"/>
                  </a:lnTo>
                  <a:lnTo>
                    <a:pt x="710062" y="118422"/>
                  </a:lnTo>
                  <a:lnTo>
                    <a:pt x="711537" y="128468"/>
                  </a:lnTo>
                  <a:lnTo>
                    <a:pt x="713011" y="138139"/>
                  </a:lnTo>
                  <a:lnTo>
                    <a:pt x="714485" y="146272"/>
                  </a:lnTo>
                  <a:lnTo>
                    <a:pt x="715959" y="153906"/>
                  </a:lnTo>
                  <a:lnTo>
                    <a:pt x="717434" y="161268"/>
                  </a:lnTo>
                  <a:lnTo>
                    <a:pt x="718908" y="169161"/>
                  </a:lnTo>
                  <a:lnTo>
                    <a:pt x="720382" y="177123"/>
                  </a:lnTo>
                  <a:lnTo>
                    <a:pt x="721856" y="186177"/>
                  </a:lnTo>
                  <a:lnTo>
                    <a:pt x="723331" y="196424"/>
                  </a:lnTo>
                  <a:lnTo>
                    <a:pt x="724805" y="206357"/>
                  </a:lnTo>
                  <a:lnTo>
                    <a:pt x="726279" y="215426"/>
                  </a:lnTo>
                  <a:lnTo>
                    <a:pt x="727753" y="221205"/>
                  </a:lnTo>
                  <a:lnTo>
                    <a:pt x="729228" y="226661"/>
                  </a:lnTo>
                  <a:lnTo>
                    <a:pt x="730702" y="232557"/>
                  </a:lnTo>
                  <a:lnTo>
                    <a:pt x="732176" y="236501"/>
                  </a:lnTo>
                  <a:lnTo>
                    <a:pt x="733650" y="239141"/>
                  </a:lnTo>
                  <a:lnTo>
                    <a:pt x="735125" y="242409"/>
                  </a:lnTo>
                  <a:lnTo>
                    <a:pt x="736599" y="246876"/>
                  </a:lnTo>
                  <a:lnTo>
                    <a:pt x="738073" y="250629"/>
                  </a:lnTo>
                  <a:lnTo>
                    <a:pt x="739547" y="252354"/>
                  </a:lnTo>
                  <a:lnTo>
                    <a:pt x="741022" y="253491"/>
                  </a:lnTo>
                  <a:lnTo>
                    <a:pt x="742496" y="255254"/>
                  </a:lnTo>
                  <a:lnTo>
                    <a:pt x="743970" y="254468"/>
                  </a:lnTo>
                  <a:lnTo>
                    <a:pt x="745444" y="251402"/>
                  </a:lnTo>
                  <a:lnTo>
                    <a:pt x="746919" y="248514"/>
                  </a:lnTo>
                  <a:lnTo>
                    <a:pt x="748393" y="246097"/>
                  </a:lnTo>
                  <a:lnTo>
                    <a:pt x="749867" y="245228"/>
                  </a:lnTo>
                  <a:lnTo>
                    <a:pt x="751341" y="244147"/>
                  </a:lnTo>
                  <a:lnTo>
                    <a:pt x="752815" y="241656"/>
                  </a:lnTo>
                  <a:lnTo>
                    <a:pt x="754290" y="238571"/>
                  </a:lnTo>
                  <a:lnTo>
                    <a:pt x="755764" y="235298"/>
                  </a:lnTo>
                  <a:lnTo>
                    <a:pt x="757238" y="231859"/>
                  </a:lnTo>
                  <a:lnTo>
                    <a:pt x="758712" y="229821"/>
                  </a:lnTo>
                  <a:lnTo>
                    <a:pt x="760187" y="228251"/>
                  </a:lnTo>
                  <a:lnTo>
                    <a:pt x="761661" y="227410"/>
                  </a:lnTo>
                  <a:lnTo>
                    <a:pt x="763135" y="226182"/>
                  </a:lnTo>
                  <a:lnTo>
                    <a:pt x="764609" y="222316"/>
                  </a:lnTo>
                  <a:lnTo>
                    <a:pt x="766084" y="218609"/>
                  </a:lnTo>
                  <a:lnTo>
                    <a:pt x="767558" y="216197"/>
                  </a:lnTo>
                  <a:lnTo>
                    <a:pt x="769032" y="213631"/>
                  </a:lnTo>
                  <a:lnTo>
                    <a:pt x="770506" y="210630"/>
                  </a:lnTo>
                  <a:lnTo>
                    <a:pt x="771981" y="207629"/>
                  </a:lnTo>
                  <a:lnTo>
                    <a:pt x="773455" y="204627"/>
                  </a:lnTo>
                  <a:lnTo>
                    <a:pt x="774929" y="201799"/>
                  </a:lnTo>
                  <a:lnTo>
                    <a:pt x="776403" y="200036"/>
                  </a:lnTo>
                  <a:lnTo>
                    <a:pt x="777878" y="197564"/>
                  </a:lnTo>
                  <a:lnTo>
                    <a:pt x="779352" y="194170"/>
                  </a:lnTo>
                  <a:lnTo>
                    <a:pt x="780826" y="188839"/>
                  </a:lnTo>
                  <a:lnTo>
                    <a:pt x="782300" y="182919"/>
                  </a:lnTo>
                  <a:lnTo>
                    <a:pt x="783775" y="176698"/>
                  </a:lnTo>
                  <a:lnTo>
                    <a:pt x="785249" y="169698"/>
                  </a:lnTo>
                  <a:lnTo>
                    <a:pt x="786723" y="163780"/>
                  </a:lnTo>
                  <a:lnTo>
                    <a:pt x="788197" y="158428"/>
                  </a:lnTo>
                  <a:lnTo>
                    <a:pt x="789672" y="154719"/>
                  </a:lnTo>
                  <a:lnTo>
                    <a:pt x="791146" y="150339"/>
                  </a:lnTo>
                  <a:lnTo>
                    <a:pt x="792620" y="145528"/>
                  </a:lnTo>
                  <a:lnTo>
                    <a:pt x="794094" y="140016"/>
                  </a:lnTo>
                  <a:lnTo>
                    <a:pt x="795569" y="134384"/>
                  </a:lnTo>
                  <a:lnTo>
                    <a:pt x="797043" y="128834"/>
                  </a:lnTo>
                  <a:lnTo>
                    <a:pt x="798517" y="123227"/>
                  </a:lnTo>
                  <a:lnTo>
                    <a:pt x="799991" y="117006"/>
                  </a:lnTo>
                  <a:lnTo>
                    <a:pt x="801466" y="111388"/>
                  </a:lnTo>
                  <a:lnTo>
                    <a:pt x="802940" y="108141"/>
                  </a:lnTo>
                  <a:lnTo>
                    <a:pt x="804414" y="105174"/>
                  </a:lnTo>
                  <a:lnTo>
                    <a:pt x="805888" y="103073"/>
                  </a:lnTo>
                  <a:lnTo>
                    <a:pt x="807363" y="101910"/>
                  </a:lnTo>
                  <a:lnTo>
                    <a:pt x="808837" y="100747"/>
                  </a:lnTo>
                  <a:lnTo>
                    <a:pt x="810311" y="99228"/>
                  </a:lnTo>
                  <a:lnTo>
                    <a:pt x="811785" y="96485"/>
                  </a:lnTo>
                  <a:lnTo>
                    <a:pt x="813260" y="93725"/>
                  </a:lnTo>
                  <a:lnTo>
                    <a:pt x="814734" y="93097"/>
                  </a:lnTo>
                  <a:lnTo>
                    <a:pt x="816208" y="93408"/>
                  </a:lnTo>
                  <a:lnTo>
                    <a:pt x="817682" y="93635"/>
                  </a:lnTo>
                  <a:lnTo>
                    <a:pt x="819157" y="93595"/>
                  </a:lnTo>
                  <a:lnTo>
                    <a:pt x="820631" y="94249"/>
                  </a:lnTo>
                  <a:lnTo>
                    <a:pt x="822105" y="96490"/>
                  </a:lnTo>
                  <a:lnTo>
                    <a:pt x="823579" y="98674"/>
                  </a:lnTo>
                  <a:lnTo>
                    <a:pt x="825054" y="99363"/>
                  </a:lnTo>
                  <a:lnTo>
                    <a:pt x="826528" y="100540"/>
                  </a:lnTo>
                  <a:lnTo>
                    <a:pt x="828002" y="101716"/>
                  </a:lnTo>
                  <a:lnTo>
                    <a:pt x="829476" y="103214"/>
                  </a:lnTo>
                  <a:lnTo>
                    <a:pt x="830951" y="104713"/>
                  </a:lnTo>
                  <a:lnTo>
                    <a:pt x="832425" y="106456"/>
                  </a:lnTo>
                  <a:lnTo>
                    <a:pt x="833899" y="107990"/>
                  </a:lnTo>
                  <a:lnTo>
                    <a:pt x="835373" y="110881"/>
                  </a:lnTo>
                  <a:lnTo>
                    <a:pt x="836848" y="112853"/>
                  </a:lnTo>
                  <a:lnTo>
                    <a:pt x="838322" y="115468"/>
                  </a:lnTo>
                  <a:lnTo>
                    <a:pt x="839796" y="119555"/>
                  </a:lnTo>
                  <a:lnTo>
                    <a:pt x="841270" y="125006"/>
                  </a:lnTo>
                  <a:lnTo>
                    <a:pt x="842745" y="128002"/>
                  </a:lnTo>
                  <a:lnTo>
                    <a:pt x="844219" y="130438"/>
                  </a:lnTo>
                  <a:lnTo>
                    <a:pt x="845693" y="133806"/>
                  </a:lnTo>
                  <a:lnTo>
                    <a:pt x="847167" y="137590"/>
                  </a:lnTo>
                  <a:lnTo>
                    <a:pt x="848642" y="141052"/>
                  </a:lnTo>
                  <a:lnTo>
                    <a:pt x="850116" y="144513"/>
                  </a:lnTo>
                  <a:lnTo>
                    <a:pt x="851590" y="148000"/>
                  </a:lnTo>
                  <a:lnTo>
                    <a:pt x="853064" y="152411"/>
                  </a:lnTo>
                  <a:lnTo>
                    <a:pt x="854539" y="156587"/>
                  </a:lnTo>
                  <a:lnTo>
                    <a:pt x="856013" y="160660"/>
                  </a:lnTo>
                  <a:lnTo>
                    <a:pt x="857487" y="166275"/>
                  </a:lnTo>
                  <a:lnTo>
                    <a:pt x="858961" y="172320"/>
                  </a:lnTo>
                  <a:lnTo>
                    <a:pt x="860436" y="179832"/>
                  </a:lnTo>
                  <a:lnTo>
                    <a:pt x="861910" y="185744"/>
                  </a:lnTo>
                  <a:lnTo>
                    <a:pt x="863384" y="191045"/>
                  </a:lnTo>
                  <a:lnTo>
                    <a:pt x="864858" y="196609"/>
                  </a:lnTo>
                  <a:lnTo>
                    <a:pt x="866333" y="203349"/>
                  </a:lnTo>
                  <a:lnTo>
                    <a:pt x="867807" y="210670"/>
                  </a:lnTo>
                  <a:lnTo>
                    <a:pt x="869281" y="218079"/>
                  </a:lnTo>
                  <a:lnTo>
                    <a:pt x="870755" y="225186"/>
                  </a:lnTo>
                  <a:lnTo>
                    <a:pt x="872230" y="231911"/>
                  </a:lnTo>
                  <a:lnTo>
                    <a:pt x="873704" y="237023"/>
                  </a:lnTo>
                  <a:lnTo>
                    <a:pt x="875178" y="242229"/>
                  </a:lnTo>
                  <a:lnTo>
                    <a:pt x="876652" y="247890"/>
                  </a:lnTo>
                  <a:lnTo>
                    <a:pt x="878127" y="252400"/>
                  </a:lnTo>
                  <a:lnTo>
                    <a:pt x="879601" y="255873"/>
                  </a:lnTo>
                  <a:lnTo>
                    <a:pt x="881075" y="258581"/>
                  </a:lnTo>
                  <a:lnTo>
                    <a:pt x="882549" y="260119"/>
                  </a:lnTo>
                  <a:lnTo>
                    <a:pt x="884024" y="262191"/>
                  </a:lnTo>
                  <a:lnTo>
                    <a:pt x="885498" y="264401"/>
                  </a:lnTo>
                  <a:lnTo>
                    <a:pt x="886972" y="267167"/>
                  </a:lnTo>
                  <a:lnTo>
                    <a:pt x="888446" y="271756"/>
                  </a:lnTo>
                  <a:lnTo>
                    <a:pt x="889921" y="275915"/>
                  </a:lnTo>
                  <a:lnTo>
                    <a:pt x="891395" y="279907"/>
                  </a:lnTo>
                  <a:lnTo>
                    <a:pt x="892869" y="284246"/>
                  </a:lnTo>
                  <a:lnTo>
                    <a:pt x="894343" y="288695"/>
                  </a:lnTo>
                  <a:lnTo>
                    <a:pt x="895818" y="294443"/>
                  </a:lnTo>
                  <a:lnTo>
                    <a:pt x="897292" y="299153"/>
                  </a:lnTo>
                  <a:lnTo>
                    <a:pt x="898766" y="303278"/>
                  </a:lnTo>
                  <a:lnTo>
                    <a:pt x="900240" y="308657"/>
                  </a:lnTo>
                  <a:lnTo>
                    <a:pt x="901715" y="314127"/>
                  </a:lnTo>
                  <a:lnTo>
                    <a:pt x="903189" y="320428"/>
                  </a:lnTo>
                  <a:lnTo>
                    <a:pt x="904663" y="326374"/>
                  </a:lnTo>
                  <a:lnTo>
                    <a:pt x="906137" y="331684"/>
                  </a:lnTo>
                  <a:lnTo>
                    <a:pt x="907612" y="336443"/>
                  </a:lnTo>
                  <a:lnTo>
                    <a:pt x="909086" y="340722"/>
                  </a:lnTo>
                  <a:lnTo>
                    <a:pt x="910560" y="342514"/>
                  </a:lnTo>
                  <a:lnTo>
                    <a:pt x="912034" y="344494"/>
                  </a:lnTo>
                  <a:lnTo>
                    <a:pt x="913509" y="345471"/>
                  </a:lnTo>
                  <a:lnTo>
                    <a:pt x="914983" y="346492"/>
                  </a:lnTo>
                  <a:lnTo>
                    <a:pt x="916457" y="346027"/>
                  </a:lnTo>
                  <a:lnTo>
                    <a:pt x="917931" y="346791"/>
                  </a:lnTo>
                  <a:lnTo>
                    <a:pt x="919406" y="349150"/>
                  </a:lnTo>
                  <a:lnTo>
                    <a:pt x="920880" y="352449"/>
                  </a:lnTo>
                  <a:lnTo>
                    <a:pt x="922354" y="355878"/>
                  </a:lnTo>
                  <a:lnTo>
                    <a:pt x="923828" y="358609"/>
                  </a:lnTo>
                  <a:lnTo>
                    <a:pt x="925303" y="361706"/>
                  </a:lnTo>
                  <a:lnTo>
                    <a:pt x="926777" y="364803"/>
                  </a:lnTo>
                  <a:lnTo>
                    <a:pt x="928251" y="367285"/>
                  </a:lnTo>
                  <a:lnTo>
                    <a:pt x="929725" y="369990"/>
                  </a:lnTo>
                  <a:lnTo>
                    <a:pt x="931200" y="373327"/>
                  </a:lnTo>
                  <a:lnTo>
                    <a:pt x="932674" y="376617"/>
                  </a:lnTo>
                  <a:lnTo>
                    <a:pt x="934148" y="379777"/>
                  </a:lnTo>
                  <a:lnTo>
                    <a:pt x="935622" y="382248"/>
                  </a:lnTo>
                  <a:lnTo>
                    <a:pt x="937097" y="385572"/>
                  </a:lnTo>
                  <a:lnTo>
                    <a:pt x="938571" y="389735"/>
                  </a:lnTo>
                  <a:lnTo>
                    <a:pt x="940045" y="393313"/>
                  </a:lnTo>
                  <a:lnTo>
                    <a:pt x="941519" y="397216"/>
                  </a:lnTo>
                  <a:lnTo>
                    <a:pt x="942994" y="400752"/>
                  </a:lnTo>
                  <a:lnTo>
                    <a:pt x="944468" y="404073"/>
                  </a:lnTo>
                  <a:lnTo>
                    <a:pt x="945942" y="408679"/>
                  </a:lnTo>
                  <a:lnTo>
                    <a:pt x="947416" y="411049"/>
                  </a:lnTo>
                  <a:lnTo>
                    <a:pt x="948890" y="414687"/>
                  </a:lnTo>
                  <a:lnTo>
                    <a:pt x="950365" y="419698"/>
                  </a:lnTo>
                  <a:lnTo>
                    <a:pt x="951839" y="425123"/>
                  </a:lnTo>
                  <a:lnTo>
                    <a:pt x="953313" y="431130"/>
                  </a:lnTo>
                  <a:lnTo>
                    <a:pt x="954787" y="437677"/>
                  </a:lnTo>
                  <a:lnTo>
                    <a:pt x="956262" y="443573"/>
                  </a:lnTo>
                  <a:lnTo>
                    <a:pt x="957736" y="449699"/>
                  </a:lnTo>
                  <a:lnTo>
                    <a:pt x="959210" y="454603"/>
                  </a:lnTo>
                  <a:lnTo>
                    <a:pt x="960684" y="458316"/>
                  </a:lnTo>
                  <a:lnTo>
                    <a:pt x="962159" y="461096"/>
                  </a:lnTo>
                  <a:lnTo>
                    <a:pt x="963633" y="462352"/>
                  </a:lnTo>
                  <a:lnTo>
                    <a:pt x="964455" y="46272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5215522" y="5170596"/>
              <a:ext cx="2489143" cy="589806"/>
            </a:xfrm>
            <a:custGeom>
              <a:avLst/>
              <a:pathLst>
                <a:path w="2489143" h="589806">
                  <a:moveTo>
                    <a:pt x="0" y="589806"/>
                  </a:moveTo>
                  <a:lnTo>
                    <a:pt x="612" y="587494"/>
                  </a:lnTo>
                  <a:lnTo>
                    <a:pt x="2087" y="581680"/>
                  </a:lnTo>
                  <a:lnTo>
                    <a:pt x="3561" y="575827"/>
                  </a:lnTo>
                  <a:lnTo>
                    <a:pt x="5035" y="569933"/>
                  </a:lnTo>
                  <a:lnTo>
                    <a:pt x="6509" y="565282"/>
                  </a:lnTo>
                  <a:lnTo>
                    <a:pt x="7984" y="559480"/>
                  </a:lnTo>
                  <a:lnTo>
                    <a:pt x="9458" y="553434"/>
                  </a:lnTo>
                  <a:lnTo>
                    <a:pt x="10932" y="548461"/>
                  </a:lnTo>
                  <a:lnTo>
                    <a:pt x="12406" y="542380"/>
                  </a:lnTo>
                  <a:lnTo>
                    <a:pt x="13881" y="538916"/>
                  </a:lnTo>
                  <a:lnTo>
                    <a:pt x="15355" y="535638"/>
                  </a:lnTo>
                  <a:lnTo>
                    <a:pt x="16829" y="531642"/>
                  </a:lnTo>
                  <a:lnTo>
                    <a:pt x="18303" y="526370"/>
                  </a:lnTo>
                  <a:lnTo>
                    <a:pt x="19778" y="520051"/>
                  </a:lnTo>
                  <a:lnTo>
                    <a:pt x="21252" y="514324"/>
                  </a:lnTo>
                  <a:lnTo>
                    <a:pt x="22726" y="510951"/>
                  </a:lnTo>
                  <a:lnTo>
                    <a:pt x="24200" y="508185"/>
                  </a:lnTo>
                  <a:lnTo>
                    <a:pt x="25675" y="506321"/>
                  </a:lnTo>
                  <a:lnTo>
                    <a:pt x="27149" y="505513"/>
                  </a:lnTo>
                  <a:lnTo>
                    <a:pt x="28623" y="505493"/>
                  </a:lnTo>
                  <a:lnTo>
                    <a:pt x="30097" y="505907"/>
                  </a:lnTo>
                  <a:lnTo>
                    <a:pt x="31572" y="506715"/>
                  </a:lnTo>
                  <a:lnTo>
                    <a:pt x="33046" y="507278"/>
                  </a:lnTo>
                  <a:lnTo>
                    <a:pt x="34520" y="506519"/>
                  </a:lnTo>
                  <a:lnTo>
                    <a:pt x="35994" y="503341"/>
                  </a:lnTo>
                  <a:lnTo>
                    <a:pt x="37469" y="498551"/>
                  </a:lnTo>
                  <a:lnTo>
                    <a:pt x="38943" y="493621"/>
                  </a:lnTo>
                  <a:lnTo>
                    <a:pt x="40417" y="488642"/>
                  </a:lnTo>
                  <a:lnTo>
                    <a:pt x="41891" y="484647"/>
                  </a:lnTo>
                  <a:lnTo>
                    <a:pt x="43366" y="480652"/>
                  </a:lnTo>
                  <a:lnTo>
                    <a:pt x="44840" y="476049"/>
                  </a:lnTo>
                  <a:lnTo>
                    <a:pt x="46314" y="471838"/>
                  </a:lnTo>
                  <a:lnTo>
                    <a:pt x="47788" y="465461"/>
                  </a:lnTo>
                  <a:lnTo>
                    <a:pt x="49263" y="459164"/>
                  </a:lnTo>
                  <a:lnTo>
                    <a:pt x="50737" y="452460"/>
                  </a:lnTo>
                  <a:lnTo>
                    <a:pt x="52211" y="445945"/>
                  </a:lnTo>
                  <a:lnTo>
                    <a:pt x="53685" y="439429"/>
                  </a:lnTo>
                  <a:lnTo>
                    <a:pt x="55160" y="432913"/>
                  </a:lnTo>
                  <a:lnTo>
                    <a:pt x="56634" y="427946"/>
                  </a:lnTo>
                  <a:lnTo>
                    <a:pt x="58108" y="424685"/>
                  </a:lnTo>
                  <a:lnTo>
                    <a:pt x="59582" y="423983"/>
                  </a:lnTo>
                  <a:lnTo>
                    <a:pt x="61057" y="423437"/>
                  </a:lnTo>
                  <a:lnTo>
                    <a:pt x="62531" y="422891"/>
                  </a:lnTo>
                  <a:lnTo>
                    <a:pt x="64005" y="421881"/>
                  </a:lnTo>
                  <a:lnTo>
                    <a:pt x="65479" y="419856"/>
                  </a:lnTo>
                  <a:lnTo>
                    <a:pt x="66954" y="418657"/>
                  </a:lnTo>
                  <a:lnTo>
                    <a:pt x="68428" y="417459"/>
                  </a:lnTo>
                  <a:lnTo>
                    <a:pt x="69902" y="417798"/>
                  </a:lnTo>
                  <a:lnTo>
                    <a:pt x="71376" y="418078"/>
                  </a:lnTo>
                  <a:lnTo>
                    <a:pt x="72851" y="418358"/>
                  </a:lnTo>
                  <a:lnTo>
                    <a:pt x="74325" y="419546"/>
                  </a:lnTo>
                  <a:lnTo>
                    <a:pt x="75799" y="422339"/>
                  </a:lnTo>
                  <a:lnTo>
                    <a:pt x="77273" y="425387"/>
                  </a:lnTo>
                  <a:lnTo>
                    <a:pt x="78748" y="428137"/>
                  </a:lnTo>
                  <a:lnTo>
                    <a:pt x="80222" y="430537"/>
                  </a:lnTo>
                  <a:lnTo>
                    <a:pt x="81696" y="431449"/>
                  </a:lnTo>
                  <a:lnTo>
                    <a:pt x="83170" y="432683"/>
                  </a:lnTo>
                  <a:lnTo>
                    <a:pt x="84645" y="434162"/>
                  </a:lnTo>
                  <a:lnTo>
                    <a:pt x="86119" y="434706"/>
                  </a:lnTo>
                  <a:lnTo>
                    <a:pt x="87593" y="436185"/>
                  </a:lnTo>
                  <a:lnTo>
                    <a:pt x="89067" y="437664"/>
                  </a:lnTo>
                  <a:lnTo>
                    <a:pt x="90542" y="439076"/>
                  </a:lnTo>
                  <a:lnTo>
                    <a:pt x="92016" y="439536"/>
                  </a:lnTo>
                  <a:lnTo>
                    <a:pt x="93490" y="440793"/>
                  </a:lnTo>
                  <a:lnTo>
                    <a:pt x="94964" y="442361"/>
                  </a:lnTo>
                  <a:lnTo>
                    <a:pt x="96439" y="443117"/>
                  </a:lnTo>
                  <a:lnTo>
                    <a:pt x="97913" y="442465"/>
                  </a:lnTo>
                  <a:lnTo>
                    <a:pt x="99387" y="441208"/>
                  </a:lnTo>
                  <a:lnTo>
                    <a:pt x="100861" y="438976"/>
                  </a:lnTo>
                  <a:lnTo>
                    <a:pt x="102336" y="435941"/>
                  </a:lnTo>
                  <a:lnTo>
                    <a:pt x="103810" y="432661"/>
                  </a:lnTo>
                  <a:lnTo>
                    <a:pt x="105284" y="429382"/>
                  </a:lnTo>
                  <a:lnTo>
                    <a:pt x="106758" y="426496"/>
                  </a:lnTo>
                  <a:lnTo>
                    <a:pt x="108233" y="424720"/>
                  </a:lnTo>
                  <a:lnTo>
                    <a:pt x="109707" y="423246"/>
                  </a:lnTo>
                  <a:lnTo>
                    <a:pt x="111181" y="421378"/>
                  </a:lnTo>
                  <a:lnTo>
                    <a:pt x="112655" y="421099"/>
                  </a:lnTo>
                  <a:lnTo>
                    <a:pt x="114130" y="420737"/>
                  </a:lnTo>
                  <a:lnTo>
                    <a:pt x="115604" y="418337"/>
                  </a:lnTo>
                  <a:lnTo>
                    <a:pt x="117078" y="414734"/>
                  </a:lnTo>
                  <a:lnTo>
                    <a:pt x="118552" y="411028"/>
                  </a:lnTo>
                  <a:lnTo>
                    <a:pt x="120027" y="407077"/>
                  </a:lnTo>
                  <a:lnTo>
                    <a:pt x="121501" y="402683"/>
                  </a:lnTo>
                  <a:lnTo>
                    <a:pt x="122975" y="399428"/>
                  </a:lnTo>
                  <a:lnTo>
                    <a:pt x="124449" y="396361"/>
                  </a:lnTo>
                  <a:lnTo>
                    <a:pt x="125924" y="393699"/>
                  </a:lnTo>
                  <a:lnTo>
                    <a:pt x="127398" y="390208"/>
                  </a:lnTo>
                  <a:lnTo>
                    <a:pt x="128872" y="386717"/>
                  </a:lnTo>
                  <a:lnTo>
                    <a:pt x="130346" y="383226"/>
                  </a:lnTo>
                  <a:lnTo>
                    <a:pt x="131821" y="379735"/>
                  </a:lnTo>
                  <a:lnTo>
                    <a:pt x="133295" y="376244"/>
                  </a:lnTo>
                  <a:lnTo>
                    <a:pt x="134769" y="371431"/>
                  </a:lnTo>
                  <a:lnTo>
                    <a:pt x="136243" y="367476"/>
                  </a:lnTo>
                  <a:lnTo>
                    <a:pt x="137718" y="364525"/>
                  </a:lnTo>
                  <a:lnTo>
                    <a:pt x="139192" y="363251"/>
                  </a:lnTo>
                  <a:lnTo>
                    <a:pt x="140666" y="363295"/>
                  </a:lnTo>
                  <a:lnTo>
                    <a:pt x="142140" y="362351"/>
                  </a:lnTo>
                  <a:lnTo>
                    <a:pt x="143615" y="361645"/>
                  </a:lnTo>
                  <a:lnTo>
                    <a:pt x="145089" y="360431"/>
                  </a:lnTo>
                  <a:lnTo>
                    <a:pt x="146563" y="359412"/>
                  </a:lnTo>
                  <a:lnTo>
                    <a:pt x="148037" y="358393"/>
                  </a:lnTo>
                  <a:lnTo>
                    <a:pt x="149512" y="359175"/>
                  </a:lnTo>
                  <a:lnTo>
                    <a:pt x="150986" y="359958"/>
                  </a:lnTo>
                  <a:lnTo>
                    <a:pt x="152460" y="360418"/>
                  </a:lnTo>
                  <a:lnTo>
                    <a:pt x="153934" y="360295"/>
                  </a:lnTo>
                  <a:lnTo>
                    <a:pt x="155409" y="358815"/>
                  </a:lnTo>
                  <a:lnTo>
                    <a:pt x="156883" y="357336"/>
                  </a:lnTo>
                  <a:lnTo>
                    <a:pt x="158357" y="355858"/>
                  </a:lnTo>
                  <a:lnTo>
                    <a:pt x="159831" y="354379"/>
                  </a:lnTo>
                  <a:lnTo>
                    <a:pt x="161306" y="353835"/>
                  </a:lnTo>
                  <a:lnTo>
                    <a:pt x="162780" y="352600"/>
                  </a:lnTo>
                  <a:lnTo>
                    <a:pt x="164254" y="352183"/>
                  </a:lnTo>
                  <a:lnTo>
                    <a:pt x="165728" y="353166"/>
                  </a:lnTo>
                  <a:lnTo>
                    <a:pt x="167203" y="354583"/>
                  </a:lnTo>
                  <a:lnTo>
                    <a:pt x="168677" y="355760"/>
                  </a:lnTo>
                  <a:lnTo>
                    <a:pt x="170151" y="358217"/>
                  </a:lnTo>
                  <a:lnTo>
                    <a:pt x="171625" y="360350"/>
                  </a:lnTo>
                  <a:lnTo>
                    <a:pt x="173099" y="362087"/>
                  </a:lnTo>
                  <a:lnTo>
                    <a:pt x="174574" y="363825"/>
                  </a:lnTo>
                  <a:lnTo>
                    <a:pt x="176048" y="366961"/>
                  </a:lnTo>
                  <a:lnTo>
                    <a:pt x="177522" y="371661"/>
                  </a:lnTo>
                  <a:lnTo>
                    <a:pt x="178996" y="374961"/>
                  </a:lnTo>
                  <a:lnTo>
                    <a:pt x="180471" y="378260"/>
                  </a:lnTo>
                  <a:lnTo>
                    <a:pt x="181945" y="381709"/>
                  </a:lnTo>
                  <a:lnTo>
                    <a:pt x="183419" y="384295"/>
                  </a:lnTo>
                  <a:lnTo>
                    <a:pt x="184893" y="386577"/>
                  </a:lnTo>
                  <a:lnTo>
                    <a:pt x="186368" y="389253"/>
                  </a:lnTo>
                  <a:lnTo>
                    <a:pt x="187842" y="391137"/>
                  </a:lnTo>
                  <a:lnTo>
                    <a:pt x="189316" y="393900"/>
                  </a:lnTo>
                  <a:lnTo>
                    <a:pt x="190790" y="397851"/>
                  </a:lnTo>
                  <a:lnTo>
                    <a:pt x="192265" y="402021"/>
                  </a:lnTo>
                  <a:lnTo>
                    <a:pt x="193739" y="405971"/>
                  </a:lnTo>
                  <a:lnTo>
                    <a:pt x="195213" y="410489"/>
                  </a:lnTo>
                  <a:lnTo>
                    <a:pt x="196687" y="415157"/>
                  </a:lnTo>
                  <a:lnTo>
                    <a:pt x="198162" y="419354"/>
                  </a:lnTo>
                  <a:lnTo>
                    <a:pt x="199636" y="423655"/>
                  </a:lnTo>
                  <a:lnTo>
                    <a:pt x="201110" y="427850"/>
                  </a:lnTo>
                  <a:lnTo>
                    <a:pt x="202584" y="433414"/>
                  </a:lnTo>
                  <a:lnTo>
                    <a:pt x="204059" y="438180"/>
                  </a:lnTo>
                  <a:lnTo>
                    <a:pt x="205533" y="441270"/>
                  </a:lnTo>
                  <a:lnTo>
                    <a:pt x="207007" y="443222"/>
                  </a:lnTo>
                  <a:lnTo>
                    <a:pt x="208481" y="444480"/>
                  </a:lnTo>
                  <a:lnTo>
                    <a:pt x="209956" y="445064"/>
                  </a:lnTo>
                  <a:lnTo>
                    <a:pt x="211430" y="444286"/>
                  </a:lnTo>
                  <a:lnTo>
                    <a:pt x="212904" y="442502"/>
                  </a:lnTo>
                  <a:lnTo>
                    <a:pt x="214378" y="439477"/>
                  </a:lnTo>
                  <a:lnTo>
                    <a:pt x="215853" y="436148"/>
                  </a:lnTo>
                  <a:lnTo>
                    <a:pt x="217327" y="432704"/>
                  </a:lnTo>
                  <a:lnTo>
                    <a:pt x="218801" y="428828"/>
                  </a:lnTo>
                  <a:lnTo>
                    <a:pt x="220275" y="423834"/>
                  </a:lnTo>
                  <a:lnTo>
                    <a:pt x="221750" y="418631"/>
                  </a:lnTo>
                  <a:lnTo>
                    <a:pt x="223224" y="413500"/>
                  </a:lnTo>
                  <a:lnTo>
                    <a:pt x="224698" y="406415"/>
                  </a:lnTo>
                  <a:lnTo>
                    <a:pt x="226172" y="399622"/>
                  </a:lnTo>
                  <a:lnTo>
                    <a:pt x="227647" y="392165"/>
                  </a:lnTo>
                  <a:lnTo>
                    <a:pt x="229121" y="384915"/>
                  </a:lnTo>
                  <a:lnTo>
                    <a:pt x="230595" y="378718"/>
                  </a:lnTo>
                  <a:lnTo>
                    <a:pt x="232069" y="372685"/>
                  </a:lnTo>
                  <a:lnTo>
                    <a:pt x="233544" y="367045"/>
                  </a:lnTo>
                  <a:lnTo>
                    <a:pt x="235018" y="361405"/>
                  </a:lnTo>
                  <a:lnTo>
                    <a:pt x="236492" y="355187"/>
                  </a:lnTo>
                  <a:lnTo>
                    <a:pt x="237966" y="348257"/>
                  </a:lnTo>
                  <a:lnTo>
                    <a:pt x="239441" y="341580"/>
                  </a:lnTo>
                  <a:lnTo>
                    <a:pt x="240915" y="334005"/>
                  </a:lnTo>
                  <a:lnTo>
                    <a:pt x="242389" y="327770"/>
                  </a:lnTo>
                  <a:lnTo>
                    <a:pt x="243863" y="321218"/>
                  </a:lnTo>
                  <a:lnTo>
                    <a:pt x="245338" y="313491"/>
                  </a:lnTo>
                  <a:lnTo>
                    <a:pt x="246812" y="304986"/>
                  </a:lnTo>
                  <a:lnTo>
                    <a:pt x="248286" y="296131"/>
                  </a:lnTo>
                  <a:lnTo>
                    <a:pt x="249760" y="289427"/>
                  </a:lnTo>
                  <a:lnTo>
                    <a:pt x="251235" y="282796"/>
                  </a:lnTo>
                  <a:lnTo>
                    <a:pt x="252709" y="276219"/>
                  </a:lnTo>
                  <a:lnTo>
                    <a:pt x="254183" y="271194"/>
                  </a:lnTo>
                  <a:lnTo>
                    <a:pt x="255657" y="266192"/>
                  </a:lnTo>
                  <a:lnTo>
                    <a:pt x="257132" y="259093"/>
                  </a:lnTo>
                  <a:lnTo>
                    <a:pt x="258606" y="252474"/>
                  </a:lnTo>
                  <a:lnTo>
                    <a:pt x="260080" y="245982"/>
                  </a:lnTo>
                  <a:lnTo>
                    <a:pt x="261554" y="238548"/>
                  </a:lnTo>
                  <a:lnTo>
                    <a:pt x="263029" y="231095"/>
                  </a:lnTo>
                  <a:lnTo>
                    <a:pt x="264503" y="222909"/>
                  </a:lnTo>
                  <a:lnTo>
                    <a:pt x="265977" y="214881"/>
                  </a:lnTo>
                  <a:lnTo>
                    <a:pt x="267451" y="207363"/>
                  </a:lnTo>
                  <a:lnTo>
                    <a:pt x="268926" y="200253"/>
                  </a:lnTo>
                  <a:lnTo>
                    <a:pt x="270400" y="191097"/>
                  </a:lnTo>
                  <a:lnTo>
                    <a:pt x="271874" y="182448"/>
                  </a:lnTo>
                  <a:lnTo>
                    <a:pt x="273348" y="174018"/>
                  </a:lnTo>
                  <a:lnTo>
                    <a:pt x="274823" y="163986"/>
                  </a:lnTo>
                  <a:lnTo>
                    <a:pt x="276297" y="153742"/>
                  </a:lnTo>
                  <a:lnTo>
                    <a:pt x="277771" y="142139"/>
                  </a:lnTo>
                  <a:lnTo>
                    <a:pt x="279245" y="131962"/>
                  </a:lnTo>
                  <a:lnTo>
                    <a:pt x="280720" y="123214"/>
                  </a:lnTo>
                  <a:lnTo>
                    <a:pt x="282194" y="116021"/>
                  </a:lnTo>
                  <a:lnTo>
                    <a:pt x="283668" y="109439"/>
                  </a:lnTo>
                  <a:lnTo>
                    <a:pt x="285142" y="103768"/>
                  </a:lnTo>
                  <a:lnTo>
                    <a:pt x="286617" y="97469"/>
                  </a:lnTo>
                  <a:lnTo>
                    <a:pt x="288091" y="89561"/>
                  </a:lnTo>
                  <a:lnTo>
                    <a:pt x="289565" y="81263"/>
                  </a:lnTo>
                  <a:lnTo>
                    <a:pt x="291039" y="73519"/>
                  </a:lnTo>
                  <a:lnTo>
                    <a:pt x="292514" y="67678"/>
                  </a:lnTo>
                  <a:lnTo>
                    <a:pt x="293988" y="62031"/>
                  </a:lnTo>
                  <a:lnTo>
                    <a:pt x="295462" y="57013"/>
                  </a:lnTo>
                  <a:lnTo>
                    <a:pt x="296936" y="53233"/>
                  </a:lnTo>
                  <a:lnTo>
                    <a:pt x="298411" y="49726"/>
                  </a:lnTo>
                  <a:lnTo>
                    <a:pt x="299885" y="47331"/>
                  </a:lnTo>
                  <a:lnTo>
                    <a:pt x="301359" y="44273"/>
                  </a:lnTo>
                  <a:lnTo>
                    <a:pt x="302833" y="42223"/>
                  </a:lnTo>
                  <a:lnTo>
                    <a:pt x="304308" y="39983"/>
                  </a:lnTo>
                  <a:lnTo>
                    <a:pt x="305782" y="38316"/>
                  </a:lnTo>
                  <a:lnTo>
                    <a:pt x="307256" y="36917"/>
                  </a:lnTo>
                  <a:lnTo>
                    <a:pt x="308730" y="36722"/>
                  </a:lnTo>
                  <a:lnTo>
                    <a:pt x="310205" y="38540"/>
                  </a:lnTo>
                  <a:lnTo>
                    <a:pt x="311679" y="41434"/>
                  </a:lnTo>
                  <a:lnTo>
                    <a:pt x="313153" y="45647"/>
                  </a:lnTo>
                  <a:lnTo>
                    <a:pt x="314627" y="48790"/>
                  </a:lnTo>
                  <a:lnTo>
                    <a:pt x="316102" y="51744"/>
                  </a:lnTo>
                  <a:lnTo>
                    <a:pt x="317576" y="54031"/>
                  </a:lnTo>
                  <a:lnTo>
                    <a:pt x="319050" y="55592"/>
                  </a:lnTo>
                  <a:lnTo>
                    <a:pt x="320524" y="55749"/>
                  </a:lnTo>
                  <a:lnTo>
                    <a:pt x="321999" y="56173"/>
                  </a:lnTo>
                  <a:lnTo>
                    <a:pt x="323473" y="55987"/>
                  </a:lnTo>
                  <a:lnTo>
                    <a:pt x="324947" y="52881"/>
                  </a:lnTo>
                  <a:lnTo>
                    <a:pt x="326421" y="49056"/>
                  </a:lnTo>
                  <a:lnTo>
                    <a:pt x="327896" y="44706"/>
                  </a:lnTo>
                  <a:lnTo>
                    <a:pt x="329370" y="40207"/>
                  </a:lnTo>
                  <a:lnTo>
                    <a:pt x="330844" y="35362"/>
                  </a:lnTo>
                  <a:lnTo>
                    <a:pt x="332318" y="32489"/>
                  </a:lnTo>
                  <a:lnTo>
                    <a:pt x="333793" y="28816"/>
                  </a:lnTo>
                  <a:lnTo>
                    <a:pt x="335267" y="23621"/>
                  </a:lnTo>
                  <a:lnTo>
                    <a:pt x="336741" y="18681"/>
                  </a:lnTo>
                  <a:lnTo>
                    <a:pt x="338215" y="14102"/>
                  </a:lnTo>
                  <a:lnTo>
                    <a:pt x="339690" y="9776"/>
                  </a:lnTo>
                  <a:lnTo>
                    <a:pt x="341164" y="5984"/>
                  </a:lnTo>
                  <a:lnTo>
                    <a:pt x="342638" y="2719"/>
                  </a:lnTo>
                  <a:lnTo>
                    <a:pt x="344112" y="0"/>
                  </a:lnTo>
                  <a:lnTo>
                    <a:pt x="345587" y="111"/>
                  </a:lnTo>
                  <a:lnTo>
                    <a:pt x="347061" y="1022"/>
                  </a:lnTo>
                  <a:lnTo>
                    <a:pt x="348535" y="1953"/>
                  </a:lnTo>
                  <a:lnTo>
                    <a:pt x="350009" y="3606"/>
                  </a:lnTo>
                  <a:lnTo>
                    <a:pt x="351484" y="4832"/>
                  </a:lnTo>
                  <a:lnTo>
                    <a:pt x="352958" y="6855"/>
                  </a:lnTo>
                  <a:lnTo>
                    <a:pt x="354432" y="7925"/>
                  </a:lnTo>
                  <a:lnTo>
                    <a:pt x="355906" y="9760"/>
                  </a:lnTo>
                  <a:lnTo>
                    <a:pt x="357381" y="12751"/>
                  </a:lnTo>
                  <a:lnTo>
                    <a:pt x="358855" y="16930"/>
                  </a:lnTo>
                  <a:lnTo>
                    <a:pt x="360329" y="20433"/>
                  </a:lnTo>
                  <a:lnTo>
                    <a:pt x="361803" y="24422"/>
                  </a:lnTo>
                  <a:lnTo>
                    <a:pt x="363278" y="30019"/>
                  </a:lnTo>
                  <a:lnTo>
                    <a:pt x="364752" y="35972"/>
                  </a:lnTo>
                  <a:lnTo>
                    <a:pt x="366226" y="40452"/>
                  </a:lnTo>
                  <a:lnTo>
                    <a:pt x="367700" y="42663"/>
                  </a:lnTo>
                  <a:lnTo>
                    <a:pt x="369174" y="44543"/>
                  </a:lnTo>
                  <a:lnTo>
                    <a:pt x="370649" y="46234"/>
                  </a:lnTo>
                  <a:lnTo>
                    <a:pt x="372123" y="47248"/>
                  </a:lnTo>
                  <a:lnTo>
                    <a:pt x="373597" y="48822"/>
                  </a:lnTo>
                  <a:lnTo>
                    <a:pt x="375071" y="49124"/>
                  </a:lnTo>
                  <a:lnTo>
                    <a:pt x="376546" y="48821"/>
                  </a:lnTo>
                  <a:lnTo>
                    <a:pt x="378020" y="48305"/>
                  </a:lnTo>
                  <a:lnTo>
                    <a:pt x="379494" y="48124"/>
                  </a:lnTo>
                  <a:lnTo>
                    <a:pt x="380968" y="46883"/>
                  </a:lnTo>
                  <a:lnTo>
                    <a:pt x="382443" y="45121"/>
                  </a:lnTo>
                  <a:lnTo>
                    <a:pt x="383917" y="41973"/>
                  </a:lnTo>
                  <a:lnTo>
                    <a:pt x="385391" y="37058"/>
                  </a:lnTo>
                  <a:lnTo>
                    <a:pt x="386865" y="31587"/>
                  </a:lnTo>
                  <a:lnTo>
                    <a:pt x="388340" y="26352"/>
                  </a:lnTo>
                  <a:lnTo>
                    <a:pt x="389814" y="22481"/>
                  </a:lnTo>
                  <a:lnTo>
                    <a:pt x="391288" y="18754"/>
                  </a:lnTo>
                  <a:lnTo>
                    <a:pt x="392762" y="15086"/>
                  </a:lnTo>
                  <a:lnTo>
                    <a:pt x="394237" y="12380"/>
                  </a:lnTo>
                  <a:lnTo>
                    <a:pt x="395711" y="11709"/>
                  </a:lnTo>
                  <a:lnTo>
                    <a:pt x="397185" y="11478"/>
                  </a:lnTo>
                  <a:lnTo>
                    <a:pt x="398659" y="13143"/>
                  </a:lnTo>
                  <a:lnTo>
                    <a:pt x="400134" y="15460"/>
                  </a:lnTo>
                  <a:lnTo>
                    <a:pt x="401608" y="17485"/>
                  </a:lnTo>
                  <a:lnTo>
                    <a:pt x="403082" y="19400"/>
                  </a:lnTo>
                  <a:lnTo>
                    <a:pt x="404556" y="21551"/>
                  </a:lnTo>
                  <a:lnTo>
                    <a:pt x="406031" y="24023"/>
                  </a:lnTo>
                  <a:lnTo>
                    <a:pt x="407505" y="25686"/>
                  </a:lnTo>
                  <a:lnTo>
                    <a:pt x="408979" y="25525"/>
                  </a:lnTo>
                  <a:lnTo>
                    <a:pt x="410453" y="26145"/>
                  </a:lnTo>
                  <a:lnTo>
                    <a:pt x="411928" y="27482"/>
                  </a:lnTo>
                  <a:lnTo>
                    <a:pt x="413402" y="28677"/>
                  </a:lnTo>
                  <a:lnTo>
                    <a:pt x="414876" y="28910"/>
                  </a:lnTo>
                  <a:lnTo>
                    <a:pt x="416350" y="28394"/>
                  </a:lnTo>
                  <a:lnTo>
                    <a:pt x="417825" y="27177"/>
                  </a:lnTo>
                  <a:lnTo>
                    <a:pt x="419299" y="26594"/>
                  </a:lnTo>
                  <a:lnTo>
                    <a:pt x="420773" y="26257"/>
                  </a:lnTo>
                  <a:lnTo>
                    <a:pt x="422247" y="24795"/>
                  </a:lnTo>
                  <a:lnTo>
                    <a:pt x="423722" y="24283"/>
                  </a:lnTo>
                  <a:lnTo>
                    <a:pt x="425196" y="24172"/>
                  </a:lnTo>
                  <a:lnTo>
                    <a:pt x="426670" y="24777"/>
                  </a:lnTo>
                  <a:lnTo>
                    <a:pt x="428144" y="24923"/>
                  </a:lnTo>
                  <a:lnTo>
                    <a:pt x="429619" y="25663"/>
                  </a:lnTo>
                  <a:lnTo>
                    <a:pt x="431093" y="27699"/>
                  </a:lnTo>
                  <a:lnTo>
                    <a:pt x="432567" y="28486"/>
                  </a:lnTo>
                  <a:lnTo>
                    <a:pt x="434041" y="27813"/>
                  </a:lnTo>
                  <a:lnTo>
                    <a:pt x="435516" y="28368"/>
                  </a:lnTo>
                  <a:lnTo>
                    <a:pt x="436990" y="30449"/>
                  </a:lnTo>
                  <a:lnTo>
                    <a:pt x="438464" y="33188"/>
                  </a:lnTo>
                  <a:lnTo>
                    <a:pt x="439938" y="35617"/>
                  </a:lnTo>
                  <a:lnTo>
                    <a:pt x="441413" y="38113"/>
                  </a:lnTo>
                  <a:lnTo>
                    <a:pt x="442887" y="41539"/>
                  </a:lnTo>
                  <a:lnTo>
                    <a:pt x="444361" y="46122"/>
                  </a:lnTo>
                  <a:lnTo>
                    <a:pt x="445835" y="50703"/>
                  </a:lnTo>
                  <a:lnTo>
                    <a:pt x="447310" y="55063"/>
                  </a:lnTo>
                  <a:lnTo>
                    <a:pt x="448784" y="59124"/>
                  </a:lnTo>
                  <a:lnTo>
                    <a:pt x="450258" y="62188"/>
                  </a:lnTo>
                  <a:lnTo>
                    <a:pt x="451732" y="65410"/>
                  </a:lnTo>
                  <a:lnTo>
                    <a:pt x="453207" y="69602"/>
                  </a:lnTo>
                  <a:lnTo>
                    <a:pt x="454681" y="73812"/>
                  </a:lnTo>
                  <a:lnTo>
                    <a:pt x="456155" y="78455"/>
                  </a:lnTo>
                  <a:lnTo>
                    <a:pt x="457629" y="83195"/>
                  </a:lnTo>
                  <a:lnTo>
                    <a:pt x="459104" y="87576"/>
                  </a:lnTo>
                  <a:lnTo>
                    <a:pt x="460578" y="91204"/>
                  </a:lnTo>
                  <a:lnTo>
                    <a:pt x="462052" y="93279"/>
                  </a:lnTo>
                  <a:lnTo>
                    <a:pt x="463526" y="95211"/>
                  </a:lnTo>
                  <a:lnTo>
                    <a:pt x="465001" y="96100"/>
                  </a:lnTo>
                  <a:lnTo>
                    <a:pt x="466475" y="96600"/>
                  </a:lnTo>
                  <a:lnTo>
                    <a:pt x="467949" y="97101"/>
                  </a:lnTo>
                  <a:lnTo>
                    <a:pt x="469423" y="97899"/>
                  </a:lnTo>
                  <a:lnTo>
                    <a:pt x="470898" y="98400"/>
                  </a:lnTo>
                  <a:lnTo>
                    <a:pt x="472372" y="100575"/>
                  </a:lnTo>
                  <a:lnTo>
                    <a:pt x="473846" y="101220"/>
                  </a:lnTo>
                  <a:lnTo>
                    <a:pt x="475320" y="100791"/>
                  </a:lnTo>
                  <a:lnTo>
                    <a:pt x="476795" y="100753"/>
                  </a:lnTo>
                  <a:lnTo>
                    <a:pt x="478269" y="100845"/>
                  </a:lnTo>
                  <a:lnTo>
                    <a:pt x="479743" y="100087"/>
                  </a:lnTo>
                  <a:lnTo>
                    <a:pt x="481217" y="99419"/>
                  </a:lnTo>
                  <a:lnTo>
                    <a:pt x="482692" y="99110"/>
                  </a:lnTo>
                  <a:lnTo>
                    <a:pt x="484166" y="102188"/>
                  </a:lnTo>
                  <a:lnTo>
                    <a:pt x="485640" y="105513"/>
                  </a:lnTo>
                  <a:lnTo>
                    <a:pt x="487114" y="108071"/>
                  </a:lnTo>
                  <a:lnTo>
                    <a:pt x="488589" y="111204"/>
                  </a:lnTo>
                  <a:lnTo>
                    <a:pt x="490063" y="114111"/>
                  </a:lnTo>
                  <a:lnTo>
                    <a:pt x="491537" y="117403"/>
                  </a:lnTo>
                  <a:lnTo>
                    <a:pt x="493011" y="119738"/>
                  </a:lnTo>
                  <a:lnTo>
                    <a:pt x="494486" y="120978"/>
                  </a:lnTo>
                  <a:lnTo>
                    <a:pt x="495960" y="121814"/>
                  </a:lnTo>
                  <a:lnTo>
                    <a:pt x="497434" y="123495"/>
                  </a:lnTo>
                  <a:lnTo>
                    <a:pt x="498908" y="124739"/>
                  </a:lnTo>
                  <a:lnTo>
                    <a:pt x="500383" y="125955"/>
                  </a:lnTo>
                  <a:lnTo>
                    <a:pt x="501857" y="127062"/>
                  </a:lnTo>
                  <a:lnTo>
                    <a:pt x="503331" y="128382"/>
                  </a:lnTo>
                  <a:lnTo>
                    <a:pt x="504805" y="129789"/>
                  </a:lnTo>
                  <a:lnTo>
                    <a:pt x="506280" y="129436"/>
                  </a:lnTo>
                  <a:lnTo>
                    <a:pt x="507754" y="129013"/>
                  </a:lnTo>
                  <a:lnTo>
                    <a:pt x="509228" y="127729"/>
                  </a:lnTo>
                  <a:lnTo>
                    <a:pt x="510702" y="125574"/>
                  </a:lnTo>
                  <a:lnTo>
                    <a:pt x="512177" y="122984"/>
                  </a:lnTo>
                  <a:lnTo>
                    <a:pt x="513651" y="120116"/>
                  </a:lnTo>
                  <a:lnTo>
                    <a:pt x="515125" y="118061"/>
                  </a:lnTo>
                  <a:lnTo>
                    <a:pt x="516599" y="116612"/>
                  </a:lnTo>
                  <a:lnTo>
                    <a:pt x="518074" y="115054"/>
                  </a:lnTo>
                  <a:lnTo>
                    <a:pt x="519548" y="113100"/>
                  </a:lnTo>
                  <a:lnTo>
                    <a:pt x="521022" y="110779"/>
                  </a:lnTo>
                  <a:lnTo>
                    <a:pt x="522496" y="108551"/>
                  </a:lnTo>
                  <a:lnTo>
                    <a:pt x="523971" y="107062"/>
                  </a:lnTo>
                  <a:lnTo>
                    <a:pt x="525445" y="107746"/>
                  </a:lnTo>
                  <a:lnTo>
                    <a:pt x="526919" y="109352"/>
                  </a:lnTo>
                  <a:lnTo>
                    <a:pt x="528393" y="109588"/>
                  </a:lnTo>
                  <a:lnTo>
                    <a:pt x="529868" y="109872"/>
                  </a:lnTo>
                  <a:lnTo>
                    <a:pt x="531342" y="111181"/>
                  </a:lnTo>
                  <a:lnTo>
                    <a:pt x="532816" y="114084"/>
                  </a:lnTo>
                  <a:lnTo>
                    <a:pt x="534290" y="118252"/>
                  </a:lnTo>
                  <a:lnTo>
                    <a:pt x="535765" y="122928"/>
                  </a:lnTo>
                  <a:lnTo>
                    <a:pt x="537239" y="129761"/>
                  </a:lnTo>
                  <a:lnTo>
                    <a:pt x="538713" y="135046"/>
                  </a:lnTo>
                  <a:lnTo>
                    <a:pt x="540187" y="138083"/>
                  </a:lnTo>
                  <a:lnTo>
                    <a:pt x="541662" y="140928"/>
                  </a:lnTo>
                  <a:lnTo>
                    <a:pt x="543136" y="142622"/>
                  </a:lnTo>
                  <a:lnTo>
                    <a:pt x="544610" y="142535"/>
                  </a:lnTo>
                  <a:lnTo>
                    <a:pt x="546084" y="142705"/>
                  </a:lnTo>
                  <a:lnTo>
                    <a:pt x="547559" y="141659"/>
                  </a:lnTo>
                  <a:lnTo>
                    <a:pt x="549033" y="140599"/>
                  </a:lnTo>
                  <a:lnTo>
                    <a:pt x="550507" y="140767"/>
                  </a:lnTo>
                  <a:lnTo>
                    <a:pt x="551981" y="140806"/>
                  </a:lnTo>
                  <a:lnTo>
                    <a:pt x="553456" y="140533"/>
                  </a:lnTo>
                  <a:lnTo>
                    <a:pt x="554930" y="140230"/>
                  </a:lnTo>
                  <a:lnTo>
                    <a:pt x="556404" y="140093"/>
                  </a:lnTo>
                  <a:lnTo>
                    <a:pt x="557878" y="138751"/>
                  </a:lnTo>
                  <a:lnTo>
                    <a:pt x="559353" y="136168"/>
                  </a:lnTo>
                  <a:lnTo>
                    <a:pt x="560827" y="134356"/>
                  </a:lnTo>
                  <a:lnTo>
                    <a:pt x="562301" y="133508"/>
                  </a:lnTo>
                  <a:lnTo>
                    <a:pt x="563775" y="132267"/>
                  </a:lnTo>
                  <a:lnTo>
                    <a:pt x="565249" y="132445"/>
                  </a:lnTo>
                  <a:lnTo>
                    <a:pt x="566724" y="133046"/>
                  </a:lnTo>
                  <a:lnTo>
                    <a:pt x="568198" y="133978"/>
                  </a:lnTo>
                  <a:lnTo>
                    <a:pt x="569672" y="134455"/>
                  </a:lnTo>
                  <a:lnTo>
                    <a:pt x="571146" y="134559"/>
                  </a:lnTo>
                  <a:lnTo>
                    <a:pt x="572621" y="133996"/>
                  </a:lnTo>
                  <a:lnTo>
                    <a:pt x="574095" y="133720"/>
                  </a:lnTo>
                  <a:lnTo>
                    <a:pt x="575569" y="132475"/>
                  </a:lnTo>
                  <a:lnTo>
                    <a:pt x="577043" y="131366"/>
                  </a:lnTo>
                  <a:lnTo>
                    <a:pt x="578518" y="130476"/>
                  </a:lnTo>
                  <a:lnTo>
                    <a:pt x="579992" y="130396"/>
                  </a:lnTo>
                  <a:lnTo>
                    <a:pt x="581466" y="130046"/>
                  </a:lnTo>
                  <a:lnTo>
                    <a:pt x="582940" y="129886"/>
                  </a:lnTo>
                  <a:lnTo>
                    <a:pt x="584415" y="131943"/>
                  </a:lnTo>
                  <a:lnTo>
                    <a:pt x="585889" y="134126"/>
                  </a:lnTo>
                  <a:lnTo>
                    <a:pt x="587363" y="136238"/>
                  </a:lnTo>
                  <a:lnTo>
                    <a:pt x="588837" y="139088"/>
                  </a:lnTo>
                  <a:lnTo>
                    <a:pt x="590312" y="141722"/>
                  </a:lnTo>
                  <a:lnTo>
                    <a:pt x="591786" y="145315"/>
                  </a:lnTo>
                  <a:lnTo>
                    <a:pt x="593260" y="148125"/>
                  </a:lnTo>
                  <a:lnTo>
                    <a:pt x="594734" y="151312"/>
                  </a:lnTo>
                  <a:lnTo>
                    <a:pt x="596209" y="153990"/>
                  </a:lnTo>
                  <a:lnTo>
                    <a:pt x="597683" y="157260"/>
                  </a:lnTo>
                  <a:lnTo>
                    <a:pt x="599157" y="160365"/>
                  </a:lnTo>
                  <a:lnTo>
                    <a:pt x="600631" y="162606"/>
                  </a:lnTo>
                  <a:lnTo>
                    <a:pt x="602106" y="164340"/>
                  </a:lnTo>
                  <a:lnTo>
                    <a:pt x="603580" y="165448"/>
                  </a:lnTo>
                  <a:lnTo>
                    <a:pt x="605054" y="164072"/>
                  </a:lnTo>
                  <a:lnTo>
                    <a:pt x="606528" y="159862"/>
                  </a:lnTo>
                  <a:lnTo>
                    <a:pt x="608003" y="154179"/>
                  </a:lnTo>
                  <a:lnTo>
                    <a:pt x="609477" y="146876"/>
                  </a:lnTo>
                  <a:lnTo>
                    <a:pt x="610951" y="139310"/>
                  </a:lnTo>
                  <a:lnTo>
                    <a:pt x="612425" y="130955"/>
                  </a:lnTo>
                  <a:lnTo>
                    <a:pt x="613900" y="122835"/>
                  </a:lnTo>
                  <a:lnTo>
                    <a:pt x="615374" y="116503"/>
                  </a:lnTo>
                  <a:lnTo>
                    <a:pt x="616848" y="110052"/>
                  </a:lnTo>
                  <a:lnTo>
                    <a:pt x="618322" y="104786"/>
                  </a:lnTo>
                  <a:lnTo>
                    <a:pt x="619797" y="101211"/>
                  </a:lnTo>
                  <a:lnTo>
                    <a:pt x="621271" y="97675"/>
                  </a:lnTo>
                  <a:lnTo>
                    <a:pt x="622745" y="94296"/>
                  </a:lnTo>
                  <a:lnTo>
                    <a:pt x="624219" y="91734"/>
                  </a:lnTo>
                  <a:lnTo>
                    <a:pt x="625694" y="89829"/>
                  </a:lnTo>
                  <a:lnTo>
                    <a:pt x="627168" y="89785"/>
                  </a:lnTo>
                  <a:lnTo>
                    <a:pt x="628642" y="91801"/>
                  </a:lnTo>
                  <a:lnTo>
                    <a:pt x="630116" y="94627"/>
                  </a:lnTo>
                  <a:lnTo>
                    <a:pt x="631591" y="97940"/>
                  </a:lnTo>
                  <a:lnTo>
                    <a:pt x="633065" y="102912"/>
                  </a:lnTo>
                  <a:lnTo>
                    <a:pt x="634539" y="107840"/>
                  </a:lnTo>
                  <a:lnTo>
                    <a:pt x="636013" y="113559"/>
                  </a:lnTo>
                  <a:lnTo>
                    <a:pt x="637488" y="120737"/>
                  </a:lnTo>
                  <a:lnTo>
                    <a:pt x="638962" y="128296"/>
                  </a:lnTo>
                  <a:lnTo>
                    <a:pt x="640436" y="133809"/>
                  </a:lnTo>
                  <a:lnTo>
                    <a:pt x="641910" y="138924"/>
                  </a:lnTo>
                  <a:lnTo>
                    <a:pt x="643385" y="144329"/>
                  </a:lnTo>
                  <a:lnTo>
                    <a:pt x="644859" y="150020"/>
                  </a:lnTo>
                  <a:lnTo>
                    <a:pt x="646333" y="155202"/>
                  </a:lnTo>
                  <a:lnTo>
                    <a:pt x="647807" y="160531"/>
                  </a:lnTo>
                  <a:lnTo>
                    <a:pt x="649282" y="165714"/>
                  </a:lnTo>
                  <a:lnTo>
                    <a:pt x="650756" y="171009"/>
                  </a:lnTo>
                  <a:lnTo>
                    <a:pt x="652230" y="175993"/>
                  </a:lnTo>
                  <a:lnTo>
                    <a:pt x="653704" y="180770"/>
                  </a:lnTo>
                  <a:lnTo>
                    <a:pt x="655179" y="184382"/>
                  </a:lnTo>
                  <a:lnTo>
                    <a:pt x="656653" y="187669"/>
                  </a:lnTo>
                  <a:lnTo>
                    <a:pt x="658127" y="188999"/>
                  </a:lnTo>
                  <a:lnTo>
                    <a:pt x="659601" y="189407"/>
                  </a:lnTo>
                  <a:lnTo>
                    <a:pt x="661076" y="190022"/>
                  </a:lnTo>
                  <a:lnTo>
                    <a:pt x="662550" y="192122"/>
                  </a:lnTo>
                  <a:lnTo>
                    <a:pt x="664024" y="191351"/>
                  </a:lnTo>
                  <a:lnTo>
                    <a:pt x="665498" y="190259"/>
                  </a:lnTo>
                  <a:lnTo>
                    <a:pt x="666973" y="188452"/>
                  </a:lnTo>
                  <a:lnTo>
                    <a:pt x="668447" y="188049"/>
                  </a:lnTo>
                  <a:lnTo>
                    <a:pt x="669921" y="185966"/>
                  </a:lnTo>
                  <a:lnTo>
                    <a:pt x="671395" y="183864"/>
                  </a:lnTo>
                  <a:lnTo>
                    <a:pt x="672870" y="180639"/>
                  </a:lnTo>
                  <a:lnTo>
                    <a:pt x="674344" y="175503"/>
                  </a:lnTo>
                  <a:lnTo>
                    <a:pt x="675818" y="169707"/>
                  </a:lnTo>
                  <a:lnTo>
                    <a:pt x="677292" y="162779"/>
                  </a:lnTo>
                  <a:lnTo>
                    <a:pt x="678767" y="156794"/>
                  </a:lnTo>
                  <a:lnTo>
                    <a:pt x="680241" y="154146"/>
                  </a:lnTo>
                  <a:lnTo>
                    <a:pt x="681715" y="153479"/>
                  </a:lnTo>
                  <a:lnTo>
                    <a:pt x="683189" y="153280"/>
                  </a:lnTo>
                  <a:lnTo>
                    <a:pt x="684664" y="153367"/>
                  </a:lnTo>
                  <a:lnTo>
                    <a:pt x="686138" y="154715"/>
                  </a:lnTo>
                  <a:lnTo>
                    <a:pt x="687612" y="155603"/>
                  </a:lnTo>
                  <a:lnTo>
                    <a:pt x="689086" y="157101"/>
                  </a:lnTo>
                  <a:lnTo>
                    <a:pt x="690561" y="158533"/>
                  </a:lnTo>
                  <a:lnTo>
                    <a:pt x="692035" y="159776"/>
                  </a:lnTo>
                  <a:lnTo>
                    <a:pt x="693509" y="160541"/>
                  </a:lnTo>
                  <a:lnTo>
                    <a:pt x="694983" y="160913"/>
                  </a:lnTo>
                  <a:lnTo>
                    <a:pt x="696458" y="161693"/>
                  </a:lnTo>
                  <a:lnTo>
                    <a:pt x="697932" y="162975"/>
                  </a:lnTo>
                  <a:lnTo>
                    <a:pt x="699406" y="165128"/>
                  </a:lnTo>
                  <a:lnTo>
                    <a:pt x="700880" y="165714"/>
                  </a:lnTo>
                  <a:lnTo>
                    <a:pt x="702355" y="163130"/>
                  </a:lnTo>
                  <a:lnTo>
                    <a:pt x="703829" y="158180"/>
                  </a:lnTo>
                  <a:lnTo>
                    <a:pt x="705303" y="152631"/>
                  </a:lnTo>
                  <a:lnTo>
                    <a:pt x="706777" y="145958"/>
                  </a:lnTo>
                  <a:lnTo>
                    <a:pt x="708252" y="138774"/>
                  </a:lnTo>
                  <a:lnTo>
                    <a:pt x="709726" y="131019"/>
                  </a:lnTo>
                  <a:lnTo>
                    <a:pt x="711200" y="121574"/>
                  </a:lnTo>
                  <a:lnTo>
                    <a:pt x="712674" y="110471"/>
                  </a:lnTo>
                  <a:lnTo>
                    <a:pt x="714149" y="100071"/>
                  </a:lnTo>
                  <a:lnTo>
                    <a:pt x="715623" y="91180"/>
                  </a:lnTo>
                  <a:lnTo>
                    <a:pt x="717097" y="82132"/>
                  </a:lnTo>
                  <a:lnTo>
                    <a:pt x="718571" y="73212"/>
                  </a:lnTo>
                  <a:lnTo>
                    <a:pt x="720046" y="64558"/>
                  </a:lnTo>
                  <a:lnTo>
                    <a:pt x="721520" y="56368"/>
                  </a:lnTo>
                  <a:lnTo>
                    <a:pt x="722994" y="49506"/>
                  </a:lnTo>
                  <a:lnTo>
                    <a:pt x="724468" y="43549"/>
                  </a:lnTo>
                  <a:lnTo>
                    <a:pt x="725943" y="38094"/>
                  </a:lnTo>
                  <a:lnTo>
                    <a:pt x="727417" y="32613"/>
                  </a:lnTo>
                  <a:lnTo>
                    <a:pt x="728891" y="27965"/>
                  </a:lnTo>
                  <a:lnTo>
                    <a:pt x="730365" y="23460"/>
                  </a:lnTo>
                  <a:lnTo>
                    <a:pt x="731840" y="20414"/>
                  </a:lnTo>
                  <a:lnTo>
                    <a:pt x="733314" y="19014"/>
                  </a:lnTo>
                  <a:lnTo>
                    <a:pt x="734788" y="17164"/>
                  </a:lnTo>
                  <a:lnTo>
                    <a:pt x="736262" y="14890"/>
                  </a:lnTo>
                  <a:lnTo>
                    <a:pt x="737737" y="11385"/>
                  </a:lnTo>
                  <a:lnTo>
                    <a:pt x="739211" y="11012"/>
                  </a:lnTo>
                  <a:lnTo>
                    <a:pt x="740685" y="9725"/>
                  </a:lnTo>
                  <a:lnTo>
                    <a:pt x="742159" y="8346"/>
                  </a:lnTo>
                  <a:lnTo>
                    <a:pt x="743634" y="6923"/>
                  </a:lnTo>
                  <a:lnTo>
                    <a:pt x="745108" y="6366"/>
                  </a:lnTo>
                  <a:lnTo>
                    <a:pt x="746582" y="7181"/>
                  </a:lnTo>
                  <a:lnTo>
                    <a:pt x="748056" y="8875"/>
                  </a:lnTo>
                  <a:lnTo>
                    <a:pt x="749531" y="11788"/>
                  </a:lnTo>
                  <a:lnTo>
                    <a:pt x="751005" y="14912"/>
                  </a:lnTo>
                  <a:lnTo>
                    <a:pt x="752479" y="19241"/>
                  </a:lnTo>
                  <a:lnTo>
                    <a:pt x="753953" y="24304"/>
                  </a:lnTo>
                  <a:lnTo>
                    <a:pt x="755428" y="28812"/>
                  </a:lnTo>
                  <a:lnTo>
                    <a:pt x="756902" y="33690"/>
                  </a:lnTo>
                  <a:lnTo>
                    <a:pt x="758376" y="37704"/>
                  </a:lnTo>
                  <a:lnTo>
                    <a:pt x="759850" y="41445"/>
                  </a:lnTo>
                  <a:lnTo>
                    <a:pt x="761324" y="44136"/>
                  </a:lnTo>
                  <a:lnTo>
                    <a:pt x="762799" y="48177"/>
                  </a:lnTo>
                  <a:lnTo>
                    <a:pt x="764273" y="51327"/>
                  </a:lnTo>
                  <a:lnTo>
                    <a:pt x="765747" y="54683"/>
                  </a:lnTo>
                  <a:lnTo>
                    <a:pt x="767221" y="58537"/>
                  </a:lnTo>
                  <a:lnTo>
                    <a:pt x="768696" y="62837"/>
                  </a:lnTo>
                  <a:lnTo>
                    <a:pt x="770170" y="67322"/>
                  </a:lnTo>
                  <a:lnTo>
                    <a:pt x="771644" y="70483"/>
                  </a:lnTo>
                  <a:lnTo>
                    <a:pt x="773118" y="72642"/>
                  </a:lnTo>
                  <a:lnTo>
                    <a:pt x="774593" y="73060"/>
                  </a:lnTo>
                  <a:lnTo>
                    <a:pt x="776067" y="74071"/>
                  </a:lnTo>
                  <a:lnTo>
                    <a:pt x="777541" y="76024"/>
                  </a:lnTo>
                  <a:lnTo>
                    <a:pt x="779015" y="77895"/>
                  </a:lnTo>
                  <a:lnTo>
                    <a:pt x="780490" y="80900"/>
                  </a:lnTo>
                  <a:lnTo>
                    <a:pt x="781964" y="85156"/>
                  </a:lnTo>
                  <a:lnTo>
                    <a:pt x="783438" y="88376"/>
                  </a:lnTo>
                  <a:lnTo>
                    <a:pt x="784912" y="91348"/>
                  </a:lnTo>
                  <a:lnTo>
                    <a:pt x="786387" y="93581"/>
                  </a:lnTo>
                  <a:lnTo>
                    <a:pt x="787861" y="94332"/>
                  </a:lnTo>
                  <a:lnTo>
                    <a:pt x="789335" y="93453"/>
                  </a:lnTo>
                  <a:lnTo>
                    <a:pt x="790809" y="93033"/>
                  </a:lnTo>
                  <a:lnTo>
                    <a:pt x="792284" y="92283"/>
                  </a:lnTo>
                  <a:lnTo>
                    <a:pt x="793758" y="92045"/>
                  </a:lnTo>
                  <a:lnTo>
                    <a:pt x="795232" y="91941"/>
                  </a:lnTo>
                  <a:lnTo>
                    <a:pt x="796706" y="92607"/>
                  </a:lnTo>
                  <a:lnTo>
                    <a:pt x="798181" y="92369"/>
                  </a:lnTo>
                  <a:lnTo>
                    <a:pt x="799655" y="91296"/>
                  </a:lnTo>
                  <a:lnTo>
                    <a:pt x="801129" y="89985"/>
                  </a:lnTo>
                  <a:lnTo>
                    <a:pt x="802603" y="88451"/>
                  </a:lnTo>
                  <a:lnTo>
                    <a:pt x="804078" y="86106"/>
                  </a:lnTo>
                  <a:lnTo>
                    <a:pt x="805552" y="83686"/>
                  </a:lnTo>
                  <a:lnTo>
                    <a:pt x="807026" y="80020"/>
                  </a:lnTo>
                  <a:lnTo>
                    <a:pt x="808500" y="76272"/>
                  </a:lnTo>
                  <a:lnTo>
                    <a:pt x="809975" y="73575"/>
                  </a:lnTo>
                  <a:lnTo>
                    <a:pt x="811449" y="71570"/>
                  </a:lnTo>
                  <a:lnTo>
                    <a:pt x="812923" y="68819"/>
                  </a:lnTo>
                  <a:lnTo>
                    <a:pt x="814397" y="65126"/>
                  </a:lnTo>
                  <a:lnTo>
                    <a:pt x="815872" y="62712"/>
                  </a:lnTo>
                  <a:lnTo>
                    <a:pt x="817346" y="60371"/>
                  </a:lnTo>
                  <a:lnTo>
                    <a:pt x="818820" y="57531"/>
                  </a:lnTo>
                  <a:lnTo>
                    <a:pt x="820294" y="55229"/>
                  </a:lnTo>
                  <a:lnTo>
                    <a:pt x="821769" y="52834"/>
                  </a:lnTo>
                  <a:lnTo>
                    <a:pt x="823243" y="51143"/>
                  </a:lnTo>
                  <a:lnTo>
                    <a:pt x="824717" y="49450"/>
                  </a:lnTo>
                  <a:lnTo>
                    <a:pt x="826191" y="47719"/>
                  </a:lnTo>
                  <a:lnTo>
                    <a:pt x="827666" y="47166"/>
                  </a:lnTo>
                  <a:lnTo>
                    <a:pt x="829140" y="46639"/>
                  </a:lnTo>
                  <a:lnTo>
                    <a:pt x="830614" y="47292"/>
                  </a:lnTo>
                  <a:lnTo>
                    <a:pt x="832088" y="46896"/>
                  </a:lnTo>
                  <a:lnTo>
                    <a:pt x="833563" y="46778"/>
                  </a:lnTo>
                  <a:lnTo>
                    <a:pt x="835037" y="46987"/>
                  </a:lnTo>
                  <a:lnTo>
                    <a:pt x="836511" y="46547"/>
                  </a:lnTo>
                  <a:lnTo>
                    <a:pt x="837985" y="44242"/>
                  </a:lnTo>
                  <a:lnTo>
                    <a:pt x="839460" y="42680"/>
                  </a:lnTo>
                  <a:lnTo>
                    <a:pt x="840934" y="41000"/>
                  </a:lnTo>
                  <a:lnTo>
                    <a:pt x="842408" y="39538"/>
                  </a:lnTo>
                  <a:lnTo>
                    <a:pt x="843882" y="39026"/>
                  </a:lnTo>
                  <a:lnTo>
                    <a:pt x="845357" y="39552"/>
                  </a:lnTo>
                  <a:lnTo>
                    <a:pt x="846831" y="41733"/>
                  </a:lnTo>
                  <a:lnTo>
                    <a:pt x="848305" y="44860"/>
                  </a:lnTo>
                  <a:lnTo>
                    <a:pt x="849779" y="49064"/>
                  </a:lnTo>
                  <a:lnTo>
                    <a:pt x="851254" y="54653"/>
                  </a:lnTo>
                  <a:lnTo>
                    <a:pt x="852728" y="59820"/>
                  </a:lnTo>
                  <a:lnTo>
                    <a:pt x="854202" y="65375"/>
                  </a:lnTo>
                  <a:lnTo>
                    <a:pt x="855676" y="70303"/>
                  </a:lnTo>
                  <a:lnTo>
                    <a:pt x="857151" y="75069"/>
                  </a:lnTo>
                  <a:lnTo>
                    <a:pt x="858625" y="82463"/>
                  </a:lnTo>
                  <a:lnTo>
                    <a:pt x="860099" y="91743"/>
                  </a:lnTo>
                  <a:lnTo>
                    <a:pt x="861573" y="102651"/>
                  </a:lnTo>
                  <a:lnTo>
                    <a:pt x="863048" y="115014"/>
                  </a:lnTo>
                  <a:lnTo>
                    <a:pt x="864522" y="127982"/>
                  </a:lnTo>
                  <a:lnTo>
                    <a:pt x="865996" y="140619"/>
                  </a:lnTo>
                  <a:lnTo>
                    <a:pt x="867470" y="153604"/>
                  </a:lnTo>
                  <a:lnTo>
                    <a:pt x="868945" y="165949"/>
                  </a:lnTo>
                  <a:lnTo>
                    <a:pt x="870419" y="177893"/>
                  </a:lnTo>
                  <a:lnTo>
                    <a:pt x="871893" y="188477"/>
                  </a:lnTo>
                  <a:lnTo>
                    <a:pt x="873367" y="198582"/>
                  </a:lnTo>
                  <a:lnTo>
                    <a:pt x="874842" y="208616"/>
                  </a:lnTo>
                  <a:lnTo>
                    <a:pt x="876316" y="219435"/>
                  </a:lnTo>
                  <a:lnTo>
                    <a:pt x="877790" y="230941"/>
                  </a:lnTo>
                  <a:lnTo>
                    <a:pt x="879264" y="242566"/>
                  </a:lnTo>
                  <a:lnTo>
                    <a:pt x="880739" y="254121"/>
                  </a:lnTo>
                  <a:lnTo>
                    <a:pt x="882213" y="266006"/>
                  </a:lnTo>
                  <a:lnTo>
                    <a:pt x="883687" y="277840"/>
                  </a:lnTo>
                  <a:lnTo>
                    <a:pt x="885161" y="289101"/>
                  </a:lnTo>
                  <a:lnTo>
                    <a:pt x="886636" y="299839"/>
                  </a:lnTo>
                  <a:lnTo>
                    <a:pt x="888110" y="310540"/>
                  </a:lnTo>
                  <a:lnTo>
                    <a:pt x="889584" y="321091"/>
                  </a:lnTo>
                  <a:lnTo>
                    <a:pt x="891058" y="331378"/>
                  </a:lnTo>
                  <a:lnTo>
                    <a:pt x="892533" y="341684"/>
                  </a:lnTo>
                  <a:lnTo>
                    <a:pt x="894007" y="352346"/>
                  </a:lnTo>
                  <a:lnTo>
                    <a:pt x="895481" y="362789"/>
                  </a:lnTo>
                  <a:lnTo>
                    <a:pt x="896955" y="372500"/>
                  </a:lnTo>
                  <a:lnTo>
                    <a:pt x="898430" y="380797"/>
                  </a:lnTo>
                  <a:lnTo>
                    <a:pt x="899904" y="388608"/>
                  </a:lnTo>
                  <a:lnTo>
                    <a:pt x="901378" y="396905"/>
                  </a:lnTo>
                  <a:lnTo>
                    <a:pt x="902852" y="404577"/>
                  </a:lnTo>
                  <a:lnTo>
                    <a:pt x="904327" y="411760"/>
                  </a:lnTo>
                  <a:lnTo>
                    <a:pt x="905801" y="417633"/>
                  </a:lnTo>
                  <a:lnTo>
                    <a:pt x="907275" y="424121"/>
                  </a:lnTo>
                  <a:lnTo>
                    <a:pt x="908749" y="430844"/>
                  </a:lnTo>
                  <a:lnTo>
                    <a:pt x="910224" y="437977"/>
                  </a:lnTo>
                  <a:lnTo>
                    <a:pt x="911698" y="445564"/>
                  </a:lnTo>
                  <a:lnTo>
                    <a:pt x="913172" y="454125"/>
                  </a:lnTo>
                  <a:lnTo>
                    <a:pt x="914646" y="462833"/>
                  </a:lnTo>
                  <a:lnTo>
                    <a:pt x="916121" y="471659"/>
                  </a:lnTo>
                  <a:lnTo>
                    <a:pt x="917595" y="480053"/>
                  </a:lnTo>
                  <a:lnTo>
                    <a:pt x="919069" y="487279"/>
                  </a:lnTo>
                  <a:lnTo>
                    <a:pt x="920543" y="493467"/>
                  </a:lnTo>
                  <a:lnTo>
                    <a:pt x="922018" y="498917"/>
                  </a:lnTo>
                  <a:lnTo>
                    <a:pt x="923492" y="503920"/>
                  </a:lnTo>
                  <a:lnTo>
                    <a:pt x="924966" y="508320"/>
                  </a:lnTo>
                  <a:lnTo>
                    <a:pt x="926440" y="511486"/>
                  </a:lnTo>
                  <a:lnTo>
                    <a:pt x="927915" y="515480"/>
                  </a:lnTo>
                  <a:lnTo>
                    <a:pt x="929389" y="519330"/>
                  </a:lnTo>
                  <a:lnTo>
                    <a:pt x="930863" y="523106"/>
                  </a:lnTo>
                  <a:lnTo>
                    <a:pt x="932337" y="526030"/>
                  </a:lnTo>
                  <a:lnTo>
                    <a:pt x="933812" y="527450"/>
                  </a:lnTo>
                  <a:lnTo>
                    <a:pt x="935286" y="527848"/>
                  </a:lnTo>
                  <a:lnTo>
                    <a:pt x="936760" y="527848"/>
                  </a:lnTo>
                  <a:lnTo>
                    <a:pt x="938234" y="527848"/>
                  </a:lnTo>
                  <a:lnTo>
                    <a:pt x="939709" y="527848"/>
                  </a:lnTo>
                  <a:lnTo>
                    <a:pt x="941183" y="527848"/>
                  </a:lnTo>
                  <a:lnTo>
                    <a:pt x="942657" y="527988"/>
                  </a:lnTo>
                  <a:lnTo>
                    <a:pt x="944131" y="528129"/>
                  </a:lnTo>
                  <a:lnTo>
                    <a:pt x="945606" y="528197"/>
                  </a:lnTo>
                  <a:lnTo>
                    <a:pt x="947080" y="528323"/>
                  </a:lnTo>
                  <a:lnTo>
                    <a:pt x="948554" y="528577"/>
                  </a:lnTo>
                  <a:lnTo>
                    <a:pt x="950028" y="528831"/>
                  </a:lnTo>
                  <a:lnTo>
                    <a:pt x="951503" y="529030"/>
                  </a:lnTo>
                  <a:lnTo>
                    <a:pt x="952977" y="529030"/>
                  </a:lnTo>
                  <a:lnTo>
                    <a:pt x="954451" y="529135"/>
                  </a:lnTo>
                  <a:lnTo>
                    <a:pt x="955925" y="529240"/>
                  </a:lnTo>
                  <a:lnTo>
                    <a:pt x="957399" y="529489"/>
                  </a:lnTo>
                  <a:lnTo>
                    <a:pt x="958874" y="529737"/>
                  </a:lnTo>
                  <a:lnTo>
                    <a:pt x="960348" y="529880"/>
                  </a:lnTo>
                  <a:lnTo>
                    <a:pt x="961822" y="530024"/>
                  </a:lnTo>
                  <a:lnTo>
                    <a:pt x="963296" y="528862"/>
                  </a:lnTo>
                  <a:lnTo>
                    <a:pt x="964771" y="527011"/>
                  </a:lnTo>
                  <a:lnTo>
                    <a:pt x="966245" y="525159"/>
                  </a:lnTo>
                  <a:lnTo>
                    <a:pt x="967719" y="523452"/>
                  </a:lnTo>
                  <a:lnTo>
                    <a:pt x="969193" y="521744"/>
                  </a:lnTo>
                  <a:lnTo>
                    <a:pt x="970668" y="519578"/>
                  </a:lnTo>
                  <a:lnTo>
                    <a:pt x="972142" y="517410"/>
                  </a:lnTo>
                  <a:lnTo>
                    <a:pt x="973616" y="515243"/>
                  </a:lnTo>
                  <a:lnTo>
                    <a:pt x="975090" y="513077"/>
                  </a:lnTo>
                  <a:lnTo>
                    <a:pt x="976565" y="510766"/>
                  </a:lnTo>
                  <a:lnTo>
                    <a:pt x="978039" y="506898"/>
                  </a:lnTo>
                  <a:lnTo>
                    <a:pt x="979513" y="502891"/>
                  </a:lnTo>
                  <a:lnTo>
                    <a:pt x="980987" y="498669"/>
                  </a:lnTo>
                  <a:lnTo>
                    <a:pt x="982462" y="494734"/>
                  </a:lnTo>
                  <a:lnTo>
                    <a:pt x="983936" y="491114"/>
                  </a:lnTo>
                  <a:lnTo>
                    <a:pt x="985410" y="488558"/>
                  </a:lnTo>
                  <a:lnTo>
                    <a:pt x="986884" y="487095"/>
                  </a:lnTo>
                  <a:lnTo>
                    <a:pt x="988359" y="485954"/>
                  </a:lnTo>
                  <a:lnTo>
                    <a:pt x="989833" y="485163"/>
                  </a:lnTo>
                  <a:lnTo>
                    <a:pt x="991307" y="484371"/>
                  </a:lnTo>
                  <a:lnTo>
                    <a:pt x="992781" y="483794"/>
                  </a:lnTo>
                  <a:lnTo>
                    <a:pt x="994256" y="483436"/>
                  </a:lnTo>
                  <a:lnTo>
                    <a:pt x="995730" y="483077"/>
                  </a:lnTo>
                  <a:lnTo>
                    <a:pt x="997204" y="482719"/>
                  </a:lnTo>
                  <a:lnTo>
                    <a:pt x="998678" y="482360"/>
                  </a:lnTo>
                  <a:lnTo>
                    <a:pt x="1000153" y="483713"/>
                  </a:lnTo>
                  <a:lnTo>
                    <a:pt x="1001627" y="485377"/>
                  </a:lnTo>
                  <a:lnTo>
                    <a:pt x="1003101" y="487041"/>
                  </a:lnTo>
                  <a:lnTo>
                    <a:pt x="1004575" y="488850"/>
                  </a:lnTo>
                  <a:lnTo>
                    <a:pt x="1006050" y="490309"/>
                  </a:lnTo>
                  <a:lnTo>
                    <a:pt x="1007524" y="491590"/>
                  </a:lnTo>
                  <a:lnTo>
                    <a:pt x="1008998" y="492626"/>
                  </a:lnTo>
                  <a:lnTo>
                    <a:pt x="1010472" y="493447"/>
                  </a:lnTo>
                  <a:lnTo>
                    <a:pt x="1011947" y="493734"/>
                  </a:lnTo>
                  <a:lnTo>
                    <a:pt x="1013421" y="493878"/>
                  </a:lnTo>
                  <a:lnTo>
                    <a:pt x="1014895" y="494126"/>
                  </a:lnTo>
                  <a:lnTo>
                    <a:pt x="1016369" y="494231"/>
                  </a:lnTo>
                  <a:lnTo>
                    <a:pt x="1017844" y="494336"/>
                  </a:lnTo>
                  <a:lnTo>
                    <a:pt x="1019318" y="494336"/>
                  </a:lnTo>
                  <a:lnTo>
                    <a:pt x="1020792" y="494513"/>
                  </a:lnTo>
                  <a:lnTo>
                    <a:pt x="1022266" y="494690"/>
                  </a:lnTo>
                  <a:lnTo>
                    <a:pt x="1023741" y="494795"/>
                  </a:lnTo>
                  <a:lnTo>
                    <a:pt x="1025215" y="494901"/>
                  </a:lnTo>
                  <a:lnTo>
                    <a:pt x="1026689" y="494828"/>
                  </a:lnTo>
                  <a:lnTo>
                    <a:pt x="1028163" y="494760"/>
                  </a:lnTo>
                  <a:lnTo>
                    <a:pt x="1029638" y="494401"/>
                  </a:lnTo>
                  <a:lnTo>
                    <a:pt x="1031112" y="494097"/>
                  </a:lnTo>
                  <a:lnTo>
                    <a:pt x="1032586" y="493954"/>
                  </a:lnTo>
                  <a:lnTo>
                    <a:pt x="1034060" y="493811"/>
                  </a:lnTo>
                  <a:lnTo>
                    <a:pt x="1035535" y="493955"/>
                  </a:lnTo>
                  <a:lnTo>
                    <a:pt x="1037009" y="494227"/>
                  </a:lnTo>
                  <a:lnTo>
                    <a:pt x="1038483" y="495991"/>
                  </a:lnTo>
                  <a:lnTo>
                    <a:pt x="1039957" y="498376"/>
                  </a:lnTo>
                  <a:lnTo>
                    <a:pt x="1041432" y="500761"/>
                  </a:lnTo>
                  <a:lnTo>
                    <a:pt x="1042906" y="503001"/>
                  </a:lnTo>
                  <a:lnTo>
                    <a:pt x="1044380" y="505242"/>
                  </a:lnTo>
                  <a:lnTo>
                    <a:pt x="1045854" y="507627"/>
                  </a:lnTo>
                  <a:lnTo>
                    <a:pt x="1047329" y="510012"/>
                  </a:lnTo>
                  <a:lnTo>
                    <a:pt x="1048803" y="512396"/>
                  </a:lnTo>
                  <a:lnTo>
                    <a:pt x="1050277" y="514997"/>
                  </a:lnTo>
                  <a:lnTo>
                    <a:pt x="1051751" y="517740"/>
                  </a:lnTo>
                  <a:lnTo>
                    <a:pt x="1053226" y="521823"/>
                  </a:lnTo>
                  <a:lnTo>
                    <a:pt x="1054700" y="525831"/>
                  </a:lnTo>
                  <a:lnTo>
                    <a:pt x="1056174" y="529838"/>
                  </a:lnTo>
                  <a:lnTo>
                    <a:pt x="1057648" y="533339"/>
                  </a:lnTo>
                  <a:lnTo>
                    <a:pt x="1059123" y="536526"/>
                  </a:lnTo>
                  <a:lnTo>
                    <a:pt x="1060597" y="538089"/>
                  </a:lnTo>
                  <a:lnTo>
                    <a:pt x="1062071" y="538659"/>
                  </a:lnTo>
                  <a:lnTo>
                    <a:pt x="1063545" y="538906"/>
                  </a:lnTo>
                  <a:lnTo>
                    <a:pt x="1065020" y="538805"/>
                  </a:lnTo>
                  <a:lnTo>
                    <a:pt x="1066494" y="538704"/>
                  </a:lnTo>
                  <a:lnTo>
                    <a:pt x="1067968" y="538460"/>
                  </a:lnTo>
                  <a:lnTo>
                    <a:pt x="1069442" y="538215"/>
                  </a:lnTo>
                  <a:lnTo>
                    <a:pt x="1070917" y="537971"/>
                  </a:lnTo>
                  <a:lnTo>
                    <a:pt x="1072391" y="537481"/>
                  </a:lnTo>
                  <a:lnTo>
                    <a:pt x="1073865" y="536992"/>
                  </a:lnTo>
                  <a:lnTo>
                    <a:pt x="1075339" y="534864"/>
                  </a:lnTo>
                  <a:lnTo>
                    <a:pt x="1076814" y="532553"/>
                  </a:lnTo>
                  <a:lnTo>
                    <a:pt x="1078288" y="530198"/>
                  </a:lnTo>
                  <a:lnTo>
                    <a:pt x="1079762" y="527843"/>
                  </a:lnTo>
                  <a:lnTo>
                    <a:pt x="1081236" y="525837"/>
                  </a:lnTo>
                  <a:lnTo>
                    <a:pt x="1082711" y="524153"/>
                  </a:lnTo>
                  <a:lnTo>
                    <a:pt x="1084185" y="522648"/>
                  </a:lnTo>
                  <a:lnTo>
                    <a:pt x="1085659" y="521357"/>
                  </a:lnTo>
                  <a:lnTo>
                    <a:pt x="1087133" y="520600"/>
                  </a:lnTo>
                  <a:lnTo>
                    <a:pt x="1088608" y="519987"/>
                  </a:lnTo>
                  <a:lnTo>
                    <a:pt x="1090082" y="519374"/>
                  </a:lnTo>
                  <a:lnTo>
                    <a:pt x="1091556" y="518905"/>
                  </a:lnTo>
                  <a:lnTo>
                    <a:pt x="1093030" y="518502"/>
                  </a:lnTo>
                  <a:lnTo>
                    <a:pt x="1094505" y="518204"/>
                  </a:lnTo>
                  <a:lnTo>
                    <a:pt x="1095979" y="517844"/>
                  </a:lnTo>
                  <a:lnTo>
                    <a:pt x="1097453" y="517485"/>
                  </a:lnTo>
                  <a:lnTo>
                    <a:pt x="1098927" y="517182"/>
                  </a:lnTo>
                  <a:lnTo>
                    <a:pt x="1100402" y="516879"/>
                  </a:lnTo>
                  <a:lnTo>
                    <a:pt x="1101876" y="516752"/>
                  </a:lnTo>
                  <a:lnTo>
                    <a:pt x="1103350" y="516694"/>
                  </a:lnTo>
                  <a:lnTo>
                    <a:pt x="1104824" y="516808"/>
                  </a:lnTo>
                  <a:lnTo>
                    <a:pt x="1106299" y="516866"/>
                  </a:lnTo>
                  <a:lnTo>
                    <a:pt x="1107773" y="516620"/>
                  </a:lnTo>
                  <a:lnTo>
                    <a:pt x="1109247" y="516375"/>
                  </a:lnTo>
                  <a:lnTo>
                    <a:pt x="1110721" y="515910"/>
                  </a:lnTo>
                  <a:lnTo>
                    <a:pt x="1112196" y="515317"/>
                  </a:lnTo>
                  <a:lnTo>
                    <a:pt x="1113670" y="514609"/>
                  </a:lnTo>
                  <a:lnTo>
                    <a:pt x="1115144" y="513611"/>
                  </a:lnTo>
                  <a:lnTo>
                    <a:pt x="1116618" y="512613"/>
                  </a:lnTo>
                  <a:lnTo>
                    <a:pt x="1118093" y="511547"/>
                  </a:lnTo>
                  <a:lnTo>
                    <a:pt x="1119567" y="510481"/>
                  </a:lnTo>
                  <a:lnTo>
                    <a:pt x="1121041" y="509415"/>
                  </a:lnTo>
                  <a:lnTo>
                    <a:pt x="1122515" y="508417"/>
                  </a:lnTo>
                  <a:lnTo>
                    <a:pt x="1123990" y="507419"/>
                  </a:lnTo>
                  <a:lnTo>
                    <a:pt x="1125464" y="506206"/>
                  </a:lnTo>
                  <a:lnTo>
                    <a:pt x="1126938" y="504924"/>
                  </a:lnTo>
                  <a:lnTo>
                    <a:pt x="1128412" y="503643"/>
                  </a:lnTo>
                  <a:lnTo>
                    <a:pt x="1129887" y="502576"/>
                  </a:lnTo>
                  <a:lnTo>
                    <a:pt x="1131361" y="501510"/>
                  </a:lnTo>
                  <a:lnTo>
                    <a:pt x="1132835" y="500604"/>
                  </a:lnTo>
                  <a:lnTo>
                    <a:pt x="1134309" y="499697"/>
                  </a:lnTo>
                  <a:lnTo>
                    <a:pt x="1135784" y="499051"/>
                  </a:lnTo>
                  <a:lnTo>
                    <a:pt x="1137258" y="498548"/>
                  </a:lnTo>
                  <a:lnTo>
                    <a:pt x="1138732" y="498046"/>
                  </a:lnTo>
                  <a:lnTo>
                    <a:pt x="1140206" y="497543"/>
                  </a:lnTo>
                  <a:lnTo>
                    <a:pt x="1141681" y="497041"/>
                  </a:lnTo>
                  <a:lnTo>
                    <a:pt x="1143155" y="496637"/>
                  </a:lnTo>
                  <a:lnTo>
                    <a:pt x="1144629" y="496234"/>
                  </a:lnTo>
                  <a:lnTo>
                    <a:pt x="1146103" y="495831"/>
                  </a:lnTo>
                  <a:lnTo>
                    <a:pt x="1147578" y="495674"/>
                  </a:lnTo>
                  <a:lnTo>
                    <a:pt x="1149052" y="495516"/>
                  </a:lnTo>
                  <a:lnTo>
                    <a:pt x="1150526" y="495472"/>
                  </a:lnTo>
                  <a:lnTo>
                    <a:pt x="1152000" y="495428"/>
                  </a:lnTo>
                  <a:lnTo>
                    <a:pt x="1153474" y="495428"/>
                  </a:lnTo>
                  <a:lnTo>
                    <a:pt x="1154949" y="495428"/>
                  </a:lnTo>
                  <a:lnTo>
                    <a:pt x="1156423" y="495472"/>
                  </a:lnTo>
                  <a:lnTo>
                    <a:pt x="1157897" y="495572"/>
                  </a:lnTo>
                  <a:lnTo>
                    <a:pt x="1159371" y="495796"/>
                  </a:lnTo>
                  <a:lnTo>
                    <a:pt x="1160846" y="496020"/>
                  </a:lnTo>
                  <a:lnTo>
                    <a:pt x="1162320" y="496244"/>
                  </a:lnTo>
                  <a:lnTo>
                    <a:pt x="1163794" y="496536"/>
                  </a:lnTo>
                  <a:lnTo>
                    <a:pt x="1165268" y="496901"/>
                  </a:lnTo>
                  <a:lnTo>
                    <a:pt x="1166743" y="497370"/>
                  </a:lnTo>
                  <a:lnTo>
                    <a:pt x="1168217" y="497774"/>
                  </a:lnTo>
                  <a:lnTo>
                    <a:pt x="1169691" y="498320"/>
                  </a:lnTo>
                  <a:lnTo>
                    <a:pt x="1171165" y="498822"/>
                  </a:lnTo>
                  <a:lnTo>
                    <a:pt x="1172640" y="499325"/>
                  </a:lnTo>
                  <a:lnTo>
                    <a:pt x="1174114" y="499772"/>
                  </a:lnTo>
                  <a:lnTo>
                    <a:pt x="1175588" y="500362"/>
                  </a:lnTo>
                  <a:lnTo>
                    <a:pt x="1177062" y="500953"/>
                  </a:lnTo>
                  <a:lnTo>
                    <a:pt x="1178537" y="501673"/>
                  </a:lnTo>
                  <a:lnTo>
                    <a:pt x="1180011" y="502205"/>
                  </a:lnTo>
                  <a:lnTo>
                    <a:pt x="1181485" y="502739"/>
                  </a:lnTo>
                  <a:lnTo>
                    <a:pt x="1182959" y="503400"/>
                  </a:lnTo>
                  <a:lnTo>
                    <a:pt x="1184434" y="504061"/>
                  </a:lnTo>
                  <a:lnTo>
                    <a:pt x="1185908" y="504654"/>
                  </a:lnTo>
                  <a:lnTo>
                    <a:pt x="1187382" y="505119"/>
                  </a:lnTo>
                  <a:lnTo>
                    <a:pt x="1188856" y="505367"/>
                  </a:lnTo>
                  <a:lnTo>
                    <a:pt x="1190331" y="505832"/>
                  </a:lnTo>
                  <a:lnTo>
                    <a:pt x="1191805" y="506152"/>
                  </a:lnTo>
                  <a:lnTo>
                    <a:pt x="1193279" y="506541"/>
                  </a:lnTo>
                  <a:lnTo>
                    <a:pt x="1194753" y="506930"/>
                  </a:lnTo>
                  <a:lnTo>
                    <a:pt x="1196228" y="507463"/>
                  </a:lnTo>
                  <a:lnTo>
                    <a:pt x="1197702" y="507784"/>
                  </a:lnTo>
                  <a:lnTo>
                    <a:pt x="1199176" y="508104"/>
                  </a:lnTo>
                  <a:lnTo>
                    <a:pt x="1200650" y="508282"/>
                  </a:lnTo>
                  <a:lnTo>
                    <a:pt x="1202125" y="508527"/>
                  </a:lnTo>
                  <a:lnTo>
                    <a:pt x="1203599" y="508773"/>
                  </a:lnTo>
                  <a:lnTo>
                    <a:pt x="1205073" y="508841"/>
                  </a:lnTo>
                  <a:lnTo>
                    <a:pt x="1206547" y="508909"/>
                  </a:lnTo>
                  <a:lnTo>
                    <a:pt x="1208022" y="508967"/>
                  </a:lnTo>
                  <a:lnTo>
                    <a:pt x="1209496" y="509026"/>
                  </a:lnTo>
                  <a:lnTo>
                    <a:pt x="1210970" y="509208"/>
                  </a:lnTo>
                  <a:lnTo>
                    <a:pt x="1212444" y="509263"/>
                  </a:lnTo>
                  <a:lnTo>
                    <a:pt x="1213919" y="509319"/>
                  </a:lnTo>
                  <a:lnTo>
                    <a:pt x="1215393" y="509375"/>
                  </a:lnTo>
                  <a:lnTo>
                    <a:pt x="1216867" y="509375"/>
                  </a:lnTo>
                  <a:lnTo>
                    <a:pt x="1218341" y="509375"/>
                  </a:lnTo>
                  <a:lnTo>
                    <a:pt x="1219816" y="509375"/>
                  </a:lnTo>
                  <a:lnTo>
                    <a:pt x="1221290" y="509419"/>
                  </a:lnTo>
                  <a:lnTo>
                    <a:pt x="1222764" y="509463"/>
                  </a:lnTo>
                  <a:lnTo>
                    <a:pt x="1224238" y="509506"/>
                  </a:lnTo>
                  <a:lnTo>
                    <a:pt x="1225713" y="509551"/>
                  </a:lnTo>
                  <a:lnTo>
                    <a:pt x="1227187" y="509594"/>
                  </a:lnTo>
                  <a:lnTo>
                    <a:pt x="1228661" y="509752"/>
                  </a:lnTo>
                  <a:lnTo>
                    <a:pt x="1230135" y="509910"/>
                  </a:lnTo>
                  <a:lnTo>
                    <a:pt x="1231610" y="510023"/>
                  </a:lnTo>
                  <a:lnTo>
                    <a:pt x="1233084" y="510150"/>
                  </a:lnTo>
                  <a:lnTo>
                    <a:pt x="1234558" y="510290"/>
                  </a:lnTo>
                  <a:lnTo>
                    <a:pt x="1236032" y="510431"/>
                  </a:lnTo>
                  <a:lnTo>
                    <a:pt x="1237507" y="510676"/>
                  </a:lnTo>
                  <a:lnTo>
                    <a:pt x="1238981" y="510853"/>
                  </a:lnTo>
                  <a:lnTo>
                    <a:pt x="1240455" y="510958"/>
                  </a:lnTo>
                  <a:lnTo>
                    <a:pt x="1241929" y="510958"/>
                  </a:lnTo>
                  <a:lnTo>
                    <a:pt x="1243404" y="510958"/>
                  </a:lnTo>
                  <a:lnTo>
                    <a:pt x="1244878" y="510815"/>
                  </a:lnTo>
                  <a:lnTo>
                    <a:pt x="1246352" y="510815"/>
                  </a:lnTo>
                  <a:lnTo>
                    <a:pt x="1247826" y="510815"/>
                  </a:lnTo>
                  <a:lnTo>
                    <a:pt x="1249301" y="510959"/>
                  </a:lnTo>
                  <a:lnTo>
                    <a:pt x="1250775" y="510815"/>
                  </a:lnTo>
                  <a:lnTo>
                    <a:pt x="1252249" y="510670"/>
                  </a:lnTo>
                  <a:lnTo>
                    <a:pt x="1253723" y="510398"/>
                  </a:lnTo>
                  <a:lnTo>
                    <a:pt x="1255198" y="510110"/>
                  </a:lnTo>
                  <a:lnTo>
                    <a:pt x="1256672" y="509823"/>
                  </a:lnTo>
                  <a:lnTo>
                    <a:pt x="1258146" y="509407"/>
                  </a:lnTo>
                  <a:lnTo>
                    <a:pt x="1259620" y="508887"/>
                  </a:lnTo>
                  <a:lnTo>
                    <a:pt x="1261095" y="508294"/>
                  </a:lnTo>
                  <a:lnTo>
                    <a:pt x="1262569" y="507901"/>
                  </a:lnTo>
                  <a:lnTo>
                    <a:pt x="1264043" y="507652"/>
                  </a:lnTo>
                  <a:lnTo>
                    <a:pt x="1265517" y="507260"/>
                  </a:lnTo>
                  <a:lnTo>
                    <a:pt x="1266992" y="507117"/>
                  </a:lnTo>
                  <a:lnTo>
                    <a:pt x="1268466" y="506796"/>
                  </a:lnTo>
                  <a:lnTo>
                    <a:pt x="1269940" y="506407"/>
                  </a:lnTo>
                  <a:lnTo>
                    <a:pt x="1271414" y="505816"/>
                  </a:lnTo>
                  <a:lnTo>
                    <a:pt x="1272889" y="505369"/>
                  </a:lnTo>
                  <a:lnTo>
                    <a:pt x="1274363" y="504867"/>
                  </a:lnTo>
                  <a:lnTo>
                    <a:pt x="1275837" y="504508"/>
                  </a:lnTo>
                  <a:lnTo>
                    <a:pt x="1277311" y="504149"/>
                  </a:lnTo>
                  <a:lnTo>
                    <a:pt x="1278786" y="503789"/>
                  </a:lnTo>
                  <a:lnTo>
                    <a:pt x="1280260" y="503607"/>
                  </a:lnTo>
                  <a:lnTo>
                    <a:pt x="1281734" y="503481"/>
                  </a:lnTo>
                  <a:lnTo>
                    <a:pt x="1283208" y="503423"/>
                  </a:lnTo>
                  <a:lnTo>
                    <a:pt x="1284683" y="503310"/>
                  </a:lnTo>
                  <a:lnTo>
                    <a:pt x="1286157" y="503128"/>
                  </a:lnTo>
                  <a:lnTo>
                    <a:pt x="1287631" y="503072"/>
                  </a:lnTo>
                  <a:lnTo>
                    <a:pt x="1289105" y="502973"/>
                  </a:lnTo>
                  <a:lnTo>
                    <a:pt x="1290580" y="502917"/>
                  </a:lnTo>
                  <a:lnTo>
                    <a:pt x="1292054" y="502917"/>
                  </a:lnTo>
                  <a:lnTo>
                    <a:pt x="1293528" y="502961"/>
                  </a:lnTo>
                  <a:lnTo>
                    <a:pt x="1295002" y="503005"/>
                  </a:lnTo>
                  <a:lnTo>
                    <a:pt x="1296477" y="503005"/>
                  </a:lnTo>
                  <a:lnTo>
                    <a:pt x="1297951" y="503005"/>
                  </a:lnTo>
                  <a:lnTo>
                    <a:pt x="1299425" y="503005"/>
                  </a:lnTo>
                  <a:lnTo>
                    <a:pt x="1300899" y="503005"/>
                  </a:lnTo>
                  <a:lnTo>
                    <a:pt x="1302374" y="503005"/>
                  </a:lnTo>
                  <a:lnTo>
                    <a:pt x="1303848" y="502848"/>
                  </a:lnTo>
                  <a:lnTo>
                    <a:pt x="1305322" y="502690"/>
                  </a:lnTo>
                  <a:lnTo>
                    <a:pt x="1306796" y="502576"/>
                  </a:lnTo>
                  <a:lnTo>
                    <a:pt x="1308271" y="502394"/>
                  </a:lnTo>
                  <a:lnTo>
                    <a:pt x="1309745" y="502140"/>
                  </a:lnTo>
                  <a:lnTo>
                    <a:pt x="1311219" y="501942"/>
                  </a:lnTo>
                  <a:lnTo>
                    <a:pt x="1312693" y="501582"/>
                  </a:lnTo>
                  <a:lnTo>
                    <a:pt x="1314168" y="501223"/>
                  </a:lnTo>
                  <a:lnTo>
                    <a:pt x="1315642" y="500864"/>
                  </a:lnTo>
                  <a:lnTo>
                    <a:pt x="1317116" y="500505"/>
                  </a:lnTo>
                  <a:lnTo>
                    <a:pt x="1318590" y="500400"/>
                  </a:lnTo>
                  <a:lnTo>
                    <a:pt x="1320065" y="500400"/>
                  </a:lnTo>
                  <a:lnTo>
                    <a:pt x="1321539" y="500257"/>
                  </a:lnTo>
                  <a:lnTo>
                    <a:pt x="1323013" y="499370"/>
                  </a:lnTo>
                  <a:lnTo>
                    <a:pt x="1324487" y="497518"/>
                  </a:lnTo>
                  <a:lnTo>
                    <a:pt x="1325962" y="495811"/>
                  </a:lnTo>
                  <a:lnTo>
                    <a:pt x="1327436" y="494103"/>
                  </a:lnTo>
                  <a:lnTo>
                    <a:pt x="1328910" y="492396"/>
                  </a:lnTo>
                  <a:lnTo>
                    <a:pt x="1330384" y="490832"/>
                  </a:lnTo>
                  <a:lnTo>
                    <a:pt x="1331859" y="489268"/>
                  </a:lnTo>
                  <a:lnTo>
                    <a:pt x="1333333" y="487848"/>
                  </a:lnTo>
                  <a:lnTo>
                    <a:pt x="1334807" y="486661"/>
                  </a:lnTo>
                  <a:lnTo>
                    <a:pt x="1336281" y="485734"/>
                  </a:lnTo>
                  <a:lnTo>
                    <a:pt x="1337756" y="484952"/>
                  </a:lnTo>
                  <a:lnTo>
                    <a:pt x="1339230" y="484170"/>
                  </a:lnTo>
                  <a:lnTo>
                    <a:pt x="1340704" y="483388"/>
                  </a:lnTo>
                  <a:lnTo>
                    <a:pt x="1342178" y="482502"/>
                  </a:lnTo>
                  <a:lnTo>
                    <a:pt x="1343652" y="481792"/>
                  </a:lnTo>
                  <a:lnTo>
                    <a:pt x="1345127" y="482187"/>
                  </a:lnTo>
                  <a:lnTo>
                    <a:pt x="1346601" y="482140"/>
                  </a:lnTo>
                  <a:lnTo>
                    <a:pt x="1348075" y="481773"/>
                  </a:lnTo>
                  <a:lnTo>
                    <a:pt x="1349549" y="481705"/>
                  </a:lnTo>
                  <a:lnTo>
                    <a:pt x="1351024" y="481638"/>
                  </a:lnTo>
                  <a:lnTo>
                    <a:pt x="1352498" y="481571"/>
                  </a:lnTo>
                  <a:lnTo>
                    <a:pt x="1353972" y="481825"/>
                  </a:lnTo>
                  <a:lnTo>
                    <a:pt x="1355446" y="482080"/>
                  </a:lnTo>
                  <a:lnTo>
                    <a:pt x="1356921" y="482279"/>
                  </a:lnTo>
                  <a:lnTo>
                    <a:pt x="1358395" y="482478"/>
                  </a:lnTo>
                  <a:lnTo>
                    <a:pt x="1359869" y="482733"/>
                  </a:lnTo>
                  <a:lnTo>
                    <a:pt x="1361343" y="482988"/>
                  </a:lnTo>
                  <a:lnTo>
                    <a:pt x="1362818" y="482921"/>
                  </a:lnTo>
                  <a:lnTo>
                    <a:pt x="1364292" y="482897"/>
                  </a:lnTo>
                  <a:lnTo>
                    <a:pt x="1365766" y="482830"/>
                  </a:lnTo>
                  <a:lnTo>
                    <a:pt x="1367240" y="482762"/>
                  </a:lnTo>
                  <a:lnTo>
                    <a:pt x="1368715" y="484039"/>
                  </a:lnTo>
                  <a:lnTo>
                    <a:pt x="1370189" y="485434"/>
                  </a:lnTo>
                  <a:lnTo>
                    <a:pt x="1371663" y="486830"/>
                  </a:lnTo>
                  <a:lnTo>
                    <a:pt x="1373137" y="488225"/>
                  </a:lnTo>
                  <a:lnTo>
                    <a:pt x="1374612" y="489620"/>
                  </a:lnTo>
                  <a:lnTo>
                    <a:pt x="1376086" y="490583"/>
                  </a:lnTo>
                  <a:lnTo>
                    <a:pt x="1377560" y="491545"/>
                  </a:lnTo>
                  <a:lnTo>
                    <a:pt x="1379034" y="492363"/>
                  </a:lnTo>
                  <a:lnTo>
                    <a:pt x="1380509" y="493054"/>
                  </a:lnTo>
                  <a:lnTo>
                    <a:pt x="1381983" y="494016"/>
                  </a:lnTo>
                  <a:lnTo>
                    <a:pt x="1383457" y="494979"/>
                  </a:lnTo>
                  <a:lnTo>
                    <a:pt x="1384931" y="496374"/>
                  </a:lnTo>
                  <a:lnTo>
                    <a:pt x="1386406" y="497713"/>
                  </a:lnTo>
                  <a:lnTo>
                    <a:pt x="1387880" y="499109"/>
                  </a:lnTo>
                  <a:lnTo>
                    <a:pt x="1389354" y="500749"/>
                  </a:lnTo>
                  <a:lnTo>
                    <a:pt x="1390828" y="502389"/>
                  </a:lnTo>
                  <a:lnTo>
                    <a:pt x="1392303" y="504029"/>
                  </a:lnTo>
                  <a:lnTo>
                    <a:pt x="1393777" y="505415"/>
                  </a:lnTo>
                  <a:lnTo>
                    <a:pt x="1395251" y="506696"/>
                  </a:lnTo>
                  <a:lnTo>
                    <a:pt x="1396725" y="507732"/>
                  </a:lnTo>
                  <a:lnTo>
                    <a:pt x="1398200" y="509511"/>
                  </a:lnTo>
                  <a:lnTo>
                    <a:pt x="1399674" y="512111"/>
                  </a:lnTo>
                  <a:lnTo>
                    <a:pt x="1401148" y="514712"/>
                  </a:lnTo>
                  <a:lnTo>
                    <a:pt x="1402622" y="517312"/>
                  </a:lnTo>
                  <a:lnTo>
                    <a:pt x="1404097" y="519696"/>
                  </a:lnTo>
                  <a:lnTo>
                    <a:pt x="1405571" y="522081"/>
                  </a:lnTo>
                  <a:lnTo>
                    <a:pt x="1407045" y="524061"/>
                  </a:lnTo>
                  <a:lnTo>
                    <a:pt x="1408519" y="525768"/>
                  </a:lnTo>
                  <a:lnTo>
                    <a:pt x="1409994" y="527060"/>
                  </a:lnTo>
                  <a:lnTo>
                    <a:pt x="1411468" y="528165"/>
                  </a:lnTo>
                  <a:lnTo>
                    <a:pt x="1412942" y="529051"/>
                  </a:lnTo>
                  <a:lnTo>
                    <a:pt x="1414416" y="529938"/>
                  </a:lnTo>
                  <a:lnTo>
                    <a:pt x="1415891" y="530968"/>
                  </a:lnTo>
                  <a:lnTo>
                    <a:pt x="1417365" y="531998"/>
                  </a:lnTo>
                  <a:lnTo>
                    <a:pt x="1418839" y="533173"/>
                  </a:lnTo>
                  <a:lnTo>
                    <a:pt x="1420313" y="533439"/>
                  </a:lnTo>
                  <a:lnTo>
                    <a:pt x="1421788" y="534392"/>
                  </a:lnTo>
                  <a:lnTo>
                    <a:pt x="1423262" y="535884"/>
                  </a:lnTo>
                  <a:lnTo>
                    <a:pt x="1424736" y="537347"/>
                  </a:lnTo>
                  <a:lnTo>
                    <a:pt x="1426210" y="538594"/>
                  </a:lnTo>
                  <a:lnTo>
                    <a:pt x="1427685" y="540057"/>
                  </a:lnTo>
                  <a:lnTo>
                    <a:pt x="1429159" y="541197"/>
                  </a:lnTo>
                  <a:lnTo>
                    <a:pt x="1430633" y="542337"/>
                  </a:lnTo>
                  <a:lnTo>
                    <a:pt x="1432107" y="543478"/>
                  </a:lnTo>
                  <a:lnTo>
                    <a:pt x="1433582" y="544403"/>
                  </a:lnTo>
                  <a:lnTo>
                    <a:pt x="1435056" y="545544"/>
                  </a:lnTo>
                  <a:lnTo>
                    <a:pt x="1436530" y="546684"/>
                  </a:lnTo>
                  <a:lnTo>
                    <a:pt x="1438004" y="548147"/>
                  </a:lnTo>
                  <a:lnTo>
                    <a:pt x="1439479" y="549394"/>
                  </a:lnTo>
                  <a:lnTo>
                    <a:pt x="1440953" y="550641"/>
                  </a:lnTo>
                  <a:lnTo>
                    <a:pt x="1442427" y="551670"/>
                  </a:lnTo>
                  <a:lnTo>
                    <a:pt x="1443901" y="551168"/>
                  </a:lnTo>
                  <a:lnTo>
                    <a:pt x="1445376" y="550275"/>
                  </a:lnTo>
                  <a:lnTo>
                    <a:pt x="1446850" y="549134"/>
                  </a:lnTo>
                  <a:lnTo>
                    <a:pt x="1448324" y="547993"/>
                  </a:lnTo>
                  <a:lnTo>
                    <a:pt x="1449798" y="546780"/>
                  </a:lnTo>
                  <a:lnTo>
                    <a:pt x="1451273" y="545931"/>
                  </a:lnTo>
                  <a:lnTo>
                    <a:pt x="1452747" y="545083"/>
                  </a:lnTo>
                  <a:lnTo>
                    <a:pt x="1454221" y="544422"/>
                  </a:lnTo>
                  <a:lnTo>
                    <a:pt x="1455695" y="543889"/>
                  </a:lnTo>
                  <a:lnTo>
                    <a:pt x="1457170" y="542927"/>
                  </a:lnTo>
                  <a:lnTo>
                    <a:pt x="1458644" y="541921"/>
                  </a:lnTo>
                  <a:lnTo>
                    <a:pt x="1460118" y="540482"/>
                  </a:lnTo>
                  <a:lnTo>
                    <a:pt x="1461592" y="539042"/>
                  </a:lnTo>
                  <a:lnTo>
                    <a:pt x="1463067" y="537603"/>
                  </a:lnTo>
                  <a:lnTo>
                    <a:pt x="1464541" y="535919"/>
                  </a:lnTo>
                  <a:lnTo>
                    <a:pt x="1466015" y="534235"/>
                  </a:lnTo>
                  <a:lnTo>
                    <a:pt x="1467489" y="532551"/>
                  </a:lnTo>
                  <a:lnTo>
                    <a:pt x="1468964" y="530867"/>
                  </a:lnTo>
                  <a:lnTo>
                    <a:pt x="1470438" y="529117"/>
                  </a:lnTo>
                  <a:lnTo>
                    <a:pt x="1471912" y="527677"/>
                  </a:lnTo>
                  <a:lnTo>
                    <a:pt x="1473386" y="526282"/>
                  </a:lnTo>
                  <a:lnTo>
                    <a:pt x="1474861" y="524887"/>
                  </a:lnTo>
                  <a:lnTo>
                    <a:pt x="1476335" y="523492"/>
                  </a:lnTo>
                  <a:lnTo>
                    <a:pt x="1477809" y="522096"/>
                  </a:lnTo>
                  <a:lnTo>
                    <a:pt x="1479283" y="520972"/>
                  </a:lnTo>
                  <a:lnTo>
                    <a:pt x="1480758" y="519974"/>
                  </a:lnTo>
                  <a:lnTo>
                    <a:pt x="1482232" y="519382"/>
                  </a:lnTo>
                  <a:lnTo>
                    <a:pt x="1483706" y="518917"/>
                  </a:lnTo>
                  <a:lnTo>
                    <a:pt x="1485180" y="518740"/>
                  </a:lnTo>
                  <a:lnTo>
                    <a:pt x="1486655" y="518563"/>
                  </a:lnTo>
                  <a:lnTo>
                    <a:pt x="1488129" y="518385"/>
                  </a:lnTo>
                  <a:lnTo>
                    <a:pt x="1489603" y="518208"/>
                  </a:lnTo>
                  <a:lnTo>
                    <a:pt x="1491077" y="517887"/>
                  </a:lnTo>
                  <a:lnTo>
                    <a:pt x="1492552" y="517567"/>
                  </a:lnTo>
                  <a:lnTo>
                    <a:pt x="1494026" y="517034"/>
                  </a:lnTo>
                  <a:lnTo>
                    <a:pt x="1495500" y="516373"/>
                  </a:lnTo>
                  <a:lnTo>
                    <a:pt x="1496974" y="515524"/>
                  </a:lnTo>
                  <a:lnTo>
                    <a:pt x="1498449" y="514458"/>
                  </a:lnTo>
                  <a:lnTo>
                    <a:pt x="1499923" y="513176"/>
                  </a:lnTo>
                  <a:lnTo>
                    <a:pt x="1501397" y="512052"/>
                  </a:lnTo>
                  <a:lnTo>
                    <a:pt x="1502871" y="510613"/>
                  </a:lnTo>
                  <a:lnTo>
                    <a:pt x="1504346" y="509174"/>
                  </a:lnTo>
                  <a:lnTo>
                    <a:pt x="1505820" y="507735"/>
                  </a:lnTo>
                  <a:lnTo>
                    <a:pt x="1507294" y="506295"/>
                  </a:lnTo>
                  <a:lnTo>
                    <a:pt x="1508768" y="505072"/>
                  </a:lnTo>
                  <a:lnTo>
                    <a:pt x="1510243" y="503632"/>
                  </a:lnTo>
                  <a:lnTo>
                    <a:pt x="1511717" y="502193"/>
                  </a:lnTo>
                  <a:lnTo>
                    <a:pt x="1513191" y="500754"/>
                  </a:lnTo>
                  <a:lnTo>
                    <a:pt x="1514665" y="499530"/>
                  </a:lnTo>
                  <a:lnTo>
                    <a:pt x="1516140" y="498306"/>
                  </a:lnTo>
                  <a:lnTo>
                    <a:pt x="1517614" y="497234"/>
                  </a:lnTo>
                  <a:lnTo>
                    <a:pt x="1519088" y="496348"/>
                  </a:lnTo>
                  <a:lnTo>
                    <a:pt x="1520562" y="495735"/>
                  </a:lnTo>
                  <a:lnTo>
                    <a:pt x="1522037" y="495437"/>
                  </a:lnTo>
                  <a:lnTo>
                    <a:pt x="1523511" y="495139"/>
                  </a:lnTo>
                  <a:lnTo>
                    <a:pt x="1524985" y="494957"/>
                  </a:lnTo>
                  <a:lnTo>
                    <a:pt x="1526459" y="494899"/>
                  </a:lnTo>
                  <a:lnTo>
                    <a:pt x="1527934" y="494841"/>
                  </a:lnTo>
                  <a:lnTo>
                    <a:pt x="1529408" y="494783"/>
                  </a:lnTo>
                  <a:lnTo>
                    <a:pt x="1530882" y="494783"/>
                  </a:lnTo>
                  <a:lnTo>
                    <a:pt x="1532356" y="494897"/>
                  </a:lnTo>
                  <a:lnTo>
                    <a:pt x="1533831" y="495055"/>
                  </a:lnTo>
                  <a:lnTo>
                    <a:pt x="1535305" y="495212"/>
                  </a:lnTo>
                  <a:lnTo>
                    <a:pt x="1536779" y="495370"/>
                  </a:lnTo>
                  <a:lnTo>
                    <a:pt x="1538253" y="495527"/>
                  </a:lnTo>
                  <a:lnTo>
                    <a:pt x="1539727" y="495685"/>
                  </a:lnTo>
                  <a:lnTo>
                    <a:pt x="1541202" y="495842"/>
                  </a:lnTo>
                  <a:lnTo>
                    <a:pt x="1542676" y="496000"/>
                  </a:lnTo>
                  <a:lnTo>
                    <a:pt x="1544150" y="496099"/>
                  </a:lnTo>
                  <a:lnTo>
                    <a:pt x="1545624" y="496265"/>
                  </a:lnTo>
                  <a:lnTo>
                    <a:pt x="1547099" y="496309"/>
                  </a:lnTo>
                  <a:lnTo>
                    <a:pt x="1548573" y="496265"/>
                  </a:lnTo>
                  <a:lnTo>
                    <a:pt x="1550047" y="496221"/>
                  </a:lnTo>
                  <a:lnTo>
                    <a:pt x="1551521" y="496221"/>
                  </a:lnTo>
                  <a:lnTo>
                    <a:pt x="1552996" y="496178"/>
                  </a:lnTo>
                  <a:lnTo>
                    <a:pt x="1554470" y="496078"/>
                  </a:lnTo>
                  <a:lnTo>
                    <a:pt x="1555944" y="495852"/>
                  </a:lnTo>
                  <a:lnTo>
                    <a:pt x="1557418" y="495626"/>
                  </a:lnTo>
                  <a:lnTo>
                    <a:pt x="1558893" y="495401"/>
                  </a:lnTo>
                  <a:lnTo>
                    <a:pt x="1560367" y="495175"/>
                  </a:lnTo>
                  <a:lnTo>
                    <a:pt x="1561841" y="494949"/>
                  </a:lnTo>
                  <a:lnTo>
                    <a:pt x="1563315" y="494767"/>
                  </a:lnTo>
                  <a:lnTo>
                    <a:pt x="1564790" y="494586"/>
                  </a:lnTo>
                  <a:lnTo>
                    <a:pt x="1566264" y="494459"/>
                  </a:lnTo>
                  <a:lnTo>
                    <a:pt x="1567738" y="494333"/>
                  </a:lnTo>
                  <a:lnTo>
                    <a:pt x="1569212" y="494275"/>
                  </a:lnTo>
                  <a:lnTo>
                    <a:pt x="1570687" y="494217"/>
                  </a:lnTo>
                  <a:lnTo>
                    <a:pt x="1572161" y="494159"/>
                  </a:lnTo>
                  <a:lnTo>
                    <a:pt x="1573635" y="494046"/>
                  </a:lnTo>
                  <a:lnTo>
                    <a:pt x="1575109" y="493932"/>
                  </a:lnTo>
                  <a:lnTo>
                    <a:pt x="1576584" y="493876"/>
                  </a:lnTo>
                  <a:lnTo>
                    <a:pt x="1578058" y="493920"/>
                  </a:lnTo>
                  <a:lnTo>
                    <a:pt x="1579532" y="494020"/>
                  </a:lnTo>
                  <a:lnTo>
                    <a:pt x="1581006" y="494119"/>
                  </a:lnTo>
                  <a:lnTo>
                    <a:pt x="1582481" y="494219"/>
                  </a:lnTo>
                  <a:lnTo>
                    <a:pt x="1583955" y="494318"/>
                  </a:lnTo>
                  <a:lnTo>
                    <a:pt x="1585429" y="494362"/>
                  </a:lnTo>
                  <a:lnTo>
                    <a:pt x="1586903" y="494406"/>
                  </a:lnTo>
                  <a:lnTo>
                    <a:pt x="1588378" y="494406"/>
                  </a:lnTo>
                  <a:lnTo>
                    <a:pt x="1589852" y="494406"/>
                  </a:lnTo>
                  <a:lnTo>
                    <a:pt x="1591326" y="494406"/>
                  </a:lnTo>
                  <a:lnTo>
                    <a:pt x="1592800" y="494473"/>
                  </a:lnTo>
                  <a:lnTo>
                    <a:pt x="1594275" y="494539"/>
                  </a:lnTo>
                  <a:lnTo>
                    <a:pt x="1595749" y="494606"/>
                  </a:lnTo>
                  <a:lnTo>
                    <a:pt x="1597223" y="494606"/>
                  </a:lnTo>
                  <a:lnTo>
                    <a:pt x="1598697" y="494606"/>
                  </a:lnTo>
                  <a:lnTo>
                    <a:pt x="1600172" y="494562"/>
                  </a:lnTo>
                  <a:lnTo>
                    <a:pt x="1601646" y="494395"/>
                  </a:lnTo>
                  <a:lnTo>
                    <a:pt x="1603120" y="494229"/>
                  </a:lnTo>
                  <a:lnTo>
                    <a:pt x="1604594" y="494063"/>
                  </a:lnTo>
                  <a:lnTo>
                    <a:pt x="1606069" y="493839"/>
                  </a:lnTo>
                  <a:lnTo>
                    <a:pt x="1607543" y="493615"/>
                  </a:lnTo>
                  <a:lnTo>
                    <a:pt x="1609017" y="493457"/>
                  </a:lnTo>
                  <a:lnTo>
                    <a:pt x="1610491" y="493300"/>
                  </a:lnTo>
                  <a:lnTo>
                    <a:pt x="1611966" y="493142"/>
                  </a:lnTo>
                  <a:lnTo>
                    <a:pt x="1613440" y="492985"/>
                  </a:lnTo>
                  <a:lnTo>
                    <a:pt x="1614914" y="492827"/>
                  </a:lnTo>
                  <a:lnTo>
                    <a:pt x="1616388" y="492670"/>
                  </a:lnTo>
                  <a:lnTo>
                    <a:pt x="1617863" y="492512"/>
                  </a:lnTo>
                  <a:lnTo>
                    <a:pt x="1619337" y="492412"/>
                  </a:lnTo>
                  <a:lnTo>
                    <a:pt x="1620811" y="492313"/>
                  </a:lnTo>
                  <a:lnTo>
                    <a:pt x="1622285" y="492269"/>
                  </a:lnTo>
                  <a:lnTo>
                    <a:pt x="1623760" y="492313"/>
                  </a:lnTo>
                  <a:lnTo>
                    <a:pt x="1625234" y="492357"/>
                  </a:lnTo>
                  <a:lnTo>
                    <a:pt x="1626708" y="492357"/>
                  </a:lnTo>
                  <a:lnTo>
                    <a:pt x="1628182" y="492401"/>
                  </a:lnTo>
                  <a:lnTo>
                    <a:pt x="1629657" y="492445"/>
                  </a:lnTo>
                  <a:lnTo>
                    <a:pt x="1631131" y="492445"/>
                  </a:lnTo>
                  <a:lnTo>
                    <a:pt x="1632605" y="492445"/>
                  </a:lnTo>
                  <a:lnTo>
                    <a:pt x="1634079" y="492445"/>
                  </a:lnTo>
                  <a:lnTo>
                    <a:pt x="1635554" y="492445"/>
                  </a:lnTo>
                  <a:lnTo>
                    <a:pt x="1637028" y="492445"/>
                  </a:lnTo>
                  <a:lnTo>
                    <a:pt x="1638502" y="492401"/>
                  </a:lnTo>
                  <a:lnTo>
                    <a:pt x="1639976" y="492357"/>
                  </a:lnTo>
                  <a:lnTo>
                    <a:pt x="1641451" y="492257"/>
                  </a:lnTo>
                  <a:lnTo>
                    <a:pt x="1642925" y="492158"/>
                  </a:lnTo>
                  <a:lnTo>
                    <a:pt x="1644399" y="492058"/>
                  </a:lnTo>
                  <a:lnTo>
                    <a:pt x="1645873" y="491892"/>
                  </a:lnTo>
                  <a:lnTo>
                    <a:pt x="1647348" y="491726"/>
                  </a:lnTo>
                  <a:lnTo>
                    <a:pt x="1648822" y="491616"/>
                  </a:lnTo>
                  <a:lnTo>
                    <a:pt x="1650296" y="491572"/>
                  </a:lnTo>
                  <a:lnTo>
                    <a:pt x="1651770" y="491528"/>
                  </a:lnTo>
                  <a:lnTo>
                    <a:pt x="1653245" y="491584"/>
                  </a:lnTo>
                  <a:lnTo>
                    <a:pt x="1654719" y="491584"/>
                  </a:lnTo>
                  <a:lnTo>
                    <a:pt x="1656193" y="491584"/>
                  </a:lnTo>
                  <a:lnTo>
                    <a:pt x="1657667" y="491584"/>
                  </a:lnTo>
                  <a:lnTo>
                    <a:pt x="1659142" y="491584"/>
                  </a:lnTo>
                  <a:lnTo>
                    <a:pt x="1660616" y="491766"/>
                  </a:lnTo>
                  <a:lnTo>
                    <a:pt x="1662090" y="492020"/>
                  </a:lnTo>
                  <a:lnTo>
                    <a:pt x="1663564" y="492423"/>
                  </a:lnTo>
                  <a:lnTo>
                    <a:pt x="1665039" y="492826"/>
                  </a:lnTo>
                  <a:lnTo>
                    <a:pt x="1666513" y="493229"/>
                  </a:lnTo>
                  <a:lnTo>
                    <a:pt x="1667987" y="493632"/>
                  </a:lnTo>
                  <a:lnTo>
                    <a:pt x="1669461" y="494035"/>
                  </a:lnTo>
                  <a:lnTo>
                    <a:pt x="1670936" y="494438"/>
                  </a:lnTo>
                  <a:lnTo>
                    <a:pt x="1672410" y="494841"/>
                  </a:lnTo>
                  <a:lnTo>
                    <a:pt x="1673884" y="495387"/>
                  </a:lnTo>
                  <a:lnTo>
                    <a:pt x="1675358" y="495791"/>
                  </a:lnTo>
                  <a:lnTo>
                    <a:pt x="1676833" y="496260"/>
                  </a:lnTo>
                  <a:lnTo>
                    <a:pt x="1678307" y="496873"/>
                  </a:lnTo>
                  <a:lnTo>
                    <a:pt x="1679781" y="497486"/>
                  </a:lnTo>
                  <a:lnTo>
                    <a:pt x="1681255" y="498099"/>
                  </a:lnTo>
                  <a:lnTo>
                    <a:pt x="1682730" y="498569"/>
                  </a:lnTo>
                  <a:lnTo>
                    <a:pt x="1684204" y="498867"/>
                  </a:lnTo>
                  <a:lnTo>
                    <a:pt x="1685678" y="499093"/>
                  </a:lnTo>
                  <a:lnTo>
                    <a:pt x="1687152" y="499319"/>
                  </a:lnTo>
                  <a:lnTo>
                    <a:pt x="1688627" y="499545"/>
                  </a:lnTo>
                  <a:lnTo>
                    <a:pt x="1690101" y="499770"/>
                  </a:lnTo>
                  <a:lnTo>
                    <a:pt x="1691575" y="499996"/>
                  </a:lnTo>
                  <a:lnTo>
                    <a:pt x="1693049" y="500222"/>
                  </a:lnTo>
                  <a:lnTo>
                    <a:pt x="1694524" y="500448"/>
                  </a:lnTo>
                  <a:lnTo>
                    <a:pt x="1695998" y="500606"/>
                  </a:lnTo>
                  <a:lnTo>
                    <a:pt x="1697472" y="500763"/>
                  </a:lnTo>
                  <a:lnTo>
                    <a:pt x="1698946" y="500945"/>
                  </a:lnTo>
                  <a:lnTo>
                    <a:pt x="1700421" y="501127"/>
                  </a:lnTo>
                  <a:lnTo>
                    <a:pt x="1701895" y="501381"/>
                  </a:lnTo>
                  <a:lnTo>
                    <a:pt x="1703369" y="501635"/>
                  </a:lnTo>
                  <a:lnTo>
                    <a:pt x="1704843" y="501889"/>
                  </a:lnTo>
                  <a:lnTo>
                    <a:pt x="1706318" y="502187"/>
                  </a:lnTo>
                  <a:lnTo>
                    <a:pt x="1707792" y="502485"/>
                  </a:lnTo>
                  <a:lnTo>
                    <a:pt x="1709266" y="502783"/>
                  </a:lnTo>
                  <a:lnTo>
                    <a:pt x="1710740" y="503081"/>
                  </a:lnTo>
                  <a:lnTo>
                    <a:pt x="1712215" y="503379"/>
                  </a:lnTo>
                  <a:lnTo>
                    <a:pt x="1713689" y="503677"/>
                  </a:lnTo>
                  <a:lnTo>
                    <a:pt x="1715163" y="504080"/>
                  </a:lnTo>
                  <a:lnTo>
                    <a:pt x="1716637" y="504483"/>
                  </a:lnTo>
                  <a:lnTo>
                    <a:pt x="1718112" y="504887"/>
                  </a:lnTo>
                  <a:lnTo>
                    <a:pt x="1719586" y="505290"/>
                  </a:lnTo>
                  <a:lnTo>
                    <a:pt x="1721060" y="505582"/>
                  </a:lnTo>
                  <a:lnTo>
                    <a:pt x="1722534" y="505874"/>
                  </a:lnTo>
                  <a:lnTo>
                    <a:pt x="1724009" y="506099"/>
                  </a:lnTo>
                  <a:lnTo>
                    <a:pt x="1725483" y="506256"/>
                  </a:lnTo>
                  <a:lnTo>
                    <a:pt x="1726957" y="506413"/>
                  </a:lnTo>
                  <a:lnTo>
                    <a:pt x="1728431" y="506471"/>
                  </a:lnTo>
                  <a:lnTo>
                    <a:pt x="1729906" y="506529"/>
                  </a:lnTo>
                  <a:lnTo>
                    <a:pt x="1731380" y="506529"/>
                  </a:lnTo>
                  <a:lnTo>
                    <a:pt x="1732854" y="506529"/>
                  </a:lnTo>
                  <a:lnTo>
                    <a:pt x="1734328" y="506529"/>
                  </a:lnTo>
                  <a:lnTo>
                    <a:pt x="1735802" y="506403"/>
                  </a:lnTo>
                  <a:lnTo>
                    <a:pt x="1737277" y="506105"/>
                  </a:lnTo>
                  <a:lnTo>
                    <a:pt x="1738751" y="505702"/>
                  </a:lnTo>
                  <a:lnTo>
                    <a:pt x="1740225" y="505299"/>
                  </a:lnTo>
                  <a:lnTo>
                    <a:pt x="1741699" y="504896"/>
                  </a:lnTo>
                  <a:lnTo>
                    <a:pt x="1743174" y="504493"/>
                  </a:lnTo>
                  <a:lnTo>
                    <a:pt x="1744648" y="504023"/>
                  </a:lnTo>
                  <a:lnTo>
                    <a:pt x="1746122" y="503553"/>
                  </a:lnTo>
                  <a:lnTo>
                    <a:pt x="1747596" y="503084"/>
                  </a:lnTo>
                  <a:lnTo>
                    <a:pt x="1749071" y="502538"/>
                  </a:lnTo>
                  <a:lnTo>
                    <a:pt x="1750545" y="502135"/>
                  </a:lnTo>
                  <a:lnTo>
                    <a:pt x="1752019" y="501731"/>
                  </a:lnTo>
                  <a:lnTo>
                    <a:pt x="1753493" y="501185"/>
                  </a:lnTo>
                  <a:lnTo>
                    <a:pt x="1754968" y="500638"/>
                  </a:lnTo>
                  <a:lnTo>
                    <a:pt x="1756442" y="500136"/>
                  </a:lnTo>
                  <a:lnTo>
                    <a:pt x="1757916" y="499777"/>
                  </a:lnTo>
                  <a:lnTo>
                    <a:pt x="1759390" y="499522"/>
                  </a:lnTo>
                  <a:lnTo>
                    <a:pt x="1760865" y="499341"/>
                  </a:lnTo>
                  <a:lnTo>
                    <a:pt x="1762339" y="499159"/>
                  </a:lnTo>
                  <a:lnTo>
                    <a:pt x="1763813" y="498977"/>
                  </a:lnTo>
                  <a:lnTo>
                    <a:pt x="1765287" y="498795"/>
                  </a:lnTo>
                  <a:lnTo>
                    <a:pt x="1766762" y="498613"/>
                  </a:lnTo>
                  <a:lnTo>
                    <a:pt x="1768236" y="498431"/>
                  </a:lnTo>
                  <a:lnTo>
                    <a:pt x="1769710" y="498305"/>
                  </a:lnTo>
                  <a:lnTo>
                    <a:pt x="1771184" y="498247"/>
                  </a:lnTo>
                  <a:lnTo>
                    <a:pt x="1772659" y="498189"/>
                  </a:lnTo>
                  <a:lnTo>
                    <a:pt x="1774133" y="498063"/>
                  </a:lnTo>
                  <a:lnTo>
                    <a:pt x="1775607" y="497937"/>
                  </a:lnTo>
                  <a:lnTo>
                    <a:pt x="1777081" y="497738"/>
                  </a:lnTo>
                  <a:lnTo>
                    <a:pt x="1778556" y="497484"/>
                  </a:lnTo>
                  <a:lnTo>
                    <a:pt x="1780030" y="497230"/>
                  </a:lnTo>
                  <a:lnTo>
                    <a:pt x="1781504" y="496976"/>
                  </a:lnTo>
                  <a:lnTo>
                    <a:pt x="1782978" y="496721"/>
                  </a:lnTo>
                  <a:lnTo>
                    <a:pt x="1784453" y="496523"/>
                  </a:lnTo>
                  <a:lnTo>
                    <a:pt x="1785927" y="496325"/>
                  </a:lnTo>
                  <a:lnTo>
                    <a:pt x="1787401" y="496126"/>
                  </a:lnTo>
                  <a:lnTo>
                    <a:pt x="1788875" y="495986"/>
                  </a:lnTo>
                  <a:lnTo>
                    <a:pt x="1790350" y="495740"/>
                  </a:lnTo>
                  <a:lnTo>
                    <a:pt x="1791824" y="495437"/>
                  </a:lnTo>
                  <a:lnTo>
                    <a:pt x="1793298" y="495078"/>
                  </a:lnTo>
                  <a:lnTo>
                    <a:pt x="1794772" y="494718"/>
                  </a:lnTo>
                  <a:lnTo>
                    <a:pt x="1796247" y="494536"/>
                  </a:lnTo>
                  <a:lnTo>
                    <a:pt x="1797721" y="494355"/>
                  </a:lnTo>
                  <a:lnTo>
                    <a:pt x="1799195" y="494241"/>
                  </a:lnTo>
                  <a:lnTo>
                    <a:pt x="1800669" y="494127"/>
                  </a:lnTo>
                  <a:lnTo>
                    <a:pt x="1802144" y="494013"/>
                  </a:lnTo>
                  <a:lnTo>
                    <a:pt x="1803618" y="493900"/>
                  </a:lnTo>
                  <a:lnTo>
                    <a:pt x="1805092" y="493786"/>
                  </a:lnTo>
                  <a:lnTo>
                    <a:pt x="1806566" y="493687"/>
                  </a:lnTo>
                  <a:lnTo>
                    <a:pt x="1808041" y="493587"/>
                  </a:lnTo>
                  <a:lnTo>
                    <a:pt x="1809515" y="493531"/>
                  </a:lnTo>
                  <a:lnTo>
                    <a:pt x="1810989" y="493432"/>
                  </a:lnTo>
                  <a:lnTo>
                    <a:pt x="1812463" y="493432"/>
                  </a:lnTo>
                  <a:lnTo>
                    <a:pt x="1813938" y="493432"/>
                  </a:lnTo>
                  <a:lnTo>
                    <a:pt x="1815412" y="493432"/>
                  </a:lnTo>
                  <a:lnTo>
                    <a:pt x="1816886" y="493432"/>
                  </a:lnTo>
                  <a:lnTo>
                    <a:pt x="1818360" y="493432"/>
                  </a:lnTo>
                  <a:lnTo>
                    <a:pt x="1819835" y="493498"/>
                  </a:lnTo>
                  <a:lnTo>
                    <a:pt x="1821309" y="493565"/>
                  </a:lnTo>
                  <a:lnTo>
                    <a:pt x="1822783" y="493631"/>
                  </a:lnTo>
                  <a:lnTo>
                    <a:pt x="1824257" y="493675"/>
                  </a:lnTo>
                  <a:lnTo>
                    <a:pt x="1825732" y="493719"/>
                  </a:lnTo>
                  <a:lnTo>
                    <a:pt x="1827206" y="493763"/>
                  </a:lnTo>
                  <a:lnTo>
                    <a:pt x="1828680" y="493807"/>
                  </a:lnTo>
                  <a:lnTo>
                    <a:pt x="1830154" y="493851"/>
                  </a:lnTo>
                  <a:lnTo>
                    <a:pt x="1831629" y="493807"/>
                  </a:lnTo>
                  <a:lnTo>
                    <a:pt x="1833103" y="493763"/>
                  </a:lnTo>
                  <a:lnTo>
                    <a:pt x="1834577" y="493719"/>
                  </a:lnTo>
                  <a:lnTo>
                    <a:pt x="1836051" y="493675"/>
                  </a:lnTo>
                  <a:lnTo>
                    <a:pt x="1837526" y="493631"/>
                  </a:lnTo>
                  <a:lnTo>
                    <a:pt x="1839000" y="493587"/>
                  </a:lnTo>
                  <a:lnTo>
                    <a:pt x="1840474" y="493543"/>
                  </a:lnTo>
                  <a:lnTo>
                    <a:pt x="1841948" y="493499"/>
                  </a:lnTo>
                  <a:lnTo>
                    <a:pt x="1843423" y="493455"/>
                  </a:lnTo>
                  <a:lnTo>
                    <a:pt x="1844897" y="493356"/>
                  </a:lnTo>
                  <a:lnTo>
                    <a:pt x="1846371" y="493190"/>
                  </a:lnTo>
                  <a:lnTo>
                    <a:pt x="1847845" y="493023"/>
                  </a:lnTo>
                  <a:lnTo>
                    <a:pt x="1849320" y="492924"/>
                  </a:lnTo>
                  <a:lnTo>
                    <a:pt x="1850794" y="492824"/>
                  </a:lnTo>
                  <a:lnTo>
                    <a:pt x="1852268" y="492769"/>
                  </a:lnTo>
                  <a:lnTo>
                    <a:pt x="1853742" y="492882"/>
                  </a:lnTo>
                  <a:lnTo>
                    <a:pt x="1855217" y="492996"/>
                  </a:lnTo>
                  <a:lnTo>
                    <a:pt x="1856691" y="493178"/>
                  </a:lnTo>
                  <a:lnTo>
                    <a:pt x="1858165" y="493360"/>
                  </a:lnTo>
                  <a:lnTo>
                    <a:pt x="1859639" y="493558"/>
                  </a:lnTo>
                  <a:lnTo>
                    <a:pt x="1861114" y="493757"/>
                  </a:lnTo>
                  <a:lnTo>
                    <a:pt x="1862588" y="493955"/>
                  </a:lnTo>
                  <a:lnTo>
                    <a:pt x="1864062" y="494096"/>
                  </a:lnTo>
                  <a:lnTo>
                    <a:pt x="1865536" y="494236"/>
                  </a:lnTo>
                  <a:lnTo>
                    <a:pt x="1867011" y="494434"/>
                  </a:lnTo>
                  <a:lnTo>
                    <a:pt x="1868485" y="494689"/>
                  </a:lnTo>
                  <a:lnTo>
                    <a:pt x="1869959" y="494943"/>
                  </a:lnTo>
                  <a:lnTo>
                    <a:pt x="1871433" y="495125"/>
                  </a:lnTo>
                  <a:lnTo>
                    <a:pt x="1872908" y="495307"/>
                  </a:lnTo>
                  <a:lnTo>
                    <a:pt x="1874382" y="495421"/>
                  </a:lnTo>
                  <a:lnTo>
                    <a:pt x="1875856" y="495421"/>
                  </a:lnTo>
                  <a:lnTo>
                    <a:pt x="1877330" y="495421"/>
                  </a:lnTo>
                  <a:lnTo>
                    <a:pt x="1878805" y="495377"/>
                  </a:lnTo>
                  <a:lnTo>
                    <a:pt x="1880279" y="495333"/>
                  </a:lnTo>
                  <a:lnTo>
                    <a:pt x="1881753" y="495266"/>
                  </a:lnTo>
                  <a:lnTo>
                    <a:pt x="1883227" y="495200"/>
                  </a:lnTo>
                  <a:lnTo>
                    <a:pt x="1884702" y="495089"/>
                  </a:lnTo>
                  <a:lnTo>
                    <a:pt x="1886176" y="495023"/>
                  </a:lnTo>
                  <a:lnTo>
                    <a:pt x="1887650" y="494956"/>
                  </a:lnTo>
                  <a:lnTo>
                    <a:pt x="1889124" y="494956"/>
                  </a:lnTo>
                  <a:lnTo>
                    <a:pt x="1890599" y="494956"/>
                  </a:lnTo>
                  <a:lnTo>
                    <a:pt x="1892073" y="494956"/>
                  </a:lnTo>
                  <a:lnTo>
                    <a:pt x="1893547" y="495000"/>
                  </a:lnTo>
                  <a:lnTo>
                    <a:pt x="1895021" y="495044"/>
                  </a:lnTo>
                  <a:lnTo>
                    <a:pt x="1896496" y="495088"/>
                  </a:lnTo>
                  <a:lnTo>
                    <a:pt x="1897970" y="495187"/>
                  </a:lnTo>
                  <a:lnTo>
                    <a:pt x="1899444" y="495243"/>
                  </a:lnTo>
                  <a:lnTo>
                    <a:pt x="1900918" y="495299"/>
                  </a:lnTo>
                  <a:lnTo>
                    <a:pt x="1902393" y="495355"/>
                  </a:lnTo>
                  <a:lnTo>
                    <a:pt x="1903867" y="495411"/>
                  </a:lnTo>
                  <a:lnTo>
                    <a:pt x="1905341" y="495466"/>
                  </a:lnTo>
                  <a:lnTo>
                    <a:pt x="1906815" y="495566"/>
                  </a:lnTo>
                  <a:lnTo>
                    <a:pt x="1908290" y="495665"/>
                  </a:lnTo>
                  <a:lnTo>
                    <a:pt x="1909764" y="495765"/>
                  </a:lnTo>
                  <a:lnTo>
                    <a:pt x="1911238" y="495809"/>
                  </a:lnTo>
                  <a:lnTo>
                    <a:pt x="1912712" y="495853"/>
                  </a:lnTo>
                  <a:lnTo>
                    <a:pt x="1914187" y="495952"/>
                  </a:lnTo>
                  <a:lnTo>
                    <a:pt x="1915661" y="495996"/>
                  </a:lnTo>
                  <a:lnTo>
                    <a:pt x="1917135" y="496040"/>
                  </a:lnTo>
                  <a:lnTo>
                    <a:pt x="1918609" y="496084"/>
                  </a:lnTo>
                  <a:lnTo>
                    <a:pt x="1920084" y="496084"/>
                  </a:lnTo>
                  <a:lnTo>
                    <a:pt x="1921558" y="496151"/>
                  </a:lnTo>
                  <a:lnTo>
                    <a:pt x="1923032" y="496217"/>
                  </a:lnTo>
                  <a:lnTo>
                    <a:pt x="1924506" y="496217"/>
                  </a:lnTo>
                  <a:lnTo>
                    <a:pt x="1925981" y="496217"/>
                  </a:lnTo>
                  <a:lnTo>
                    <a:pt x="1927455" y="496173"/>
                  </a:lnTo>
                  <a:lnTo>
                    <a:pt x="1928929" y="496016"/>
                  </a:lnTo>
                  <a:lnTo>
                    <a:pt x="1930403" y="495902"/>
                  </a:lnTo>
                  <a:lnTo>
                    <a:pt x="1931877" y="495720"/>
                  </a:lnTo>
                  <a:lnTo>
                    <a:pt x="1933352" y="495538"/>
                  </a:lnTo>
                  <a:lnTo>
                    <a:pt x="1934826" y="495340"/>
                  </a:lnTo>
                  <a:lnTo>
                    <a:pt x="1936300" y="495086"/>
                  </a:lnTo>
                  <a:lnTo>
                    <a:pt x="1937774" y="494831"/>
                  </a:lnTo>
                  <a:lnTo>
                    <a:pt x="1939249" y="494633"/>
                  </a:lnTo>
                  <a:lnTo>
                    <a:pt x="1940723" y="494434"/>
                  </a:lnTo>
                  <a:lnTo>
                    <a:pt x="1942197" y="494236"/>
                  </a:lnTo>
                  <a:lnTo>
                    <a:pt x="1943671" y="494095"/>
                  </a:lnTo>
                  <a:lnTo>
                    <a:pt x="1945146" y="494023"/>
                  </a:lnTo>
                  <a:lnTo>
                    <a:pt x="1946620" y="494023"/>
                  </a:lnTo>
                  <a:lnTo>
                    <a:pt x="1948094" y="494095"/>
                  </a:lnTo>
                  <a:lnTo>
                    <a:pt x="1949568" y="494341"/>
                  </a:lnTo>
                  <a:lnTo>
                    <a:pt x="1951043" y="494700"/>
                  </a:lnTo>
                  <a:lnTo>
                    <a:pt x="1952517" y="494954"/>
                  </a:lnTo>
                  <a:lnTo>
                    <a:pt x="1953991" y="495252"/>
                  </a:lnTo>
                  <a:lnTo>
                    <a:pt x="1955465" y="495655"/>
                  </a:lnTo>
                  <a:lnTo>
                    <a:pt x="1956940" y="496125"/>
                  </a:lnTo>
                  <a:lnTo>
                    <a:pt x="1958414" y="496595"/>
                  </a:lnTo>
                  <a:lnTo>
                    <a:pt x="1959888" y="497064"/>
                  </a:lnTo>
                  <a:lnTo>
                    <a:pt x="1961362" y="497429"/>
                  </a:lnTo>
                  <a:lnTo>
                    <a:pt x="1962837" y="497793"/>
                  </a:lnTo>
                  <a:lnTo>
                    <a:pt x="1964311" y="498196"/>
                  </a:lnTo>
                  <a:lnTo>
                    <a:pt x="1965785" y="498600"/>
                  </a:lnTo>
                  <a:lnTo>
                    <a:pt x="1967259" y="498898"/>
                  </a:lnTo>
                  <a:lnTo>
                    <a:pt x="1968734" y="499257"/>
                  </a:lnTo>
                  <a:lnTo>
                    <a:pt x="1970208" y="499511"/>
                  </a:lnTo>
                  <a:lnTo>
                    <a:pt x="1971682" y="499693"/>
                  </a:lnTo>
                  <a:lnTo>
                    <a:pt x="1973156" y="499891"/>
                  </a:lnTo>
                  <a:lnTo>
                    <a:pt x="1974631" y="500090"/>
                  </a:lnTo>
                  <a:lnTo>
                    <a:pt x="1976105" y="500288"/>
                  </a:lnTo>
                  <a:lnTo>
                    <a:pt x="1977579" y="500414"/>
                  </a:lnTo>
                  <a:lnTo>
                    <a:pt x="1979053" y="500613"/>
                  </a:lnTo>
                  <a:lnTo>
                    <a:pt x="1980528" y="500811"/>
                  </a:lnTo>
                  <a:lnTo>
                    <a:pt x="1982002" y="501010"/>
                  </a:lnTo>
                  <a:lnTo>
                    <a:pt x="1983476" y="501313"/>
                  </a:lnTo>
                  <a:lnTo>
                    <a:pt x="1984950" y="501617"/>
                  </a:lnTo>
                  <a:lnTo>
                    <a:pt x="1986425" y="500494"/>
                  </a:lnTo>
                  <a:lnTo>
                    <a:pt x="1987899" y="498968"/>
                  </a:lnTo>
                  <a:lnTo>
                    <a:pt x="1989373" y="496623"/>
                  </a:lnTo>
                  <a:lnTo>
                    <a:pt x="1990847" y="492376"/>
                  </a:lnTo>
                  <a:lnTo>
                    <a:pt x="1992322" y="487366"/>
                  </a:lnTo>
                  <a:lnTo>
                    <a:pt x="1993796" y="482068"/>
                  </a:lnTo>
                  <a:lnTo>
                    <a:pt x="1995270" y="476707"/>
                  </a:lnTo>
                  <a:lnTo>
                    <a:pt x="1996744" y="471347"/>
                  </a:lnTo>
                  <a:lnTo>
                    <a:pt x="1998219" y="465988"/>
                  </a:lnTo>
                  <a:lnTo>
                    <a:pt x="1999693" y="460627"/>
                  </a:lnTo>
                  <a:lnTo>
                    <a:pt x="2001167" y="455127"/>
                  </a:lnTo>
                  <a:lnTo>
                    <a:pt x="2002641" y="449626"/>
                  </a:lnTo>
                  <a:lnTo>
                    <a:pt x="2004116" y="444126"/>
                  </a:lnTo>
                  <a:lnTo>
                    <a:pt x="2005590" y="438523"/>
                  </a:lnTo>
                  <a:lnTo>
                    <a:pt x="2007064" y="432979"/>
                  </a:lnTo>
                  <a:lnTo>
                    <a:pt x="2008538" y="428298"/>
                  </a:lnTo>
                  <a:lnTo>
                    <a:pt x="2010013" y="423865"/>
                  </a:lnTo>
                  <a:lnTo>
                    <a:pt x="2011487" y="420189"/>
                  </a:lnTo>
                  <a:lnTo>
                    <a:pt x="2012961" y="418517"/>
                  </a:lnTo>
                  <a:lnTo>
                    <a:pt x="2014435" y="417888"/>
                  </a:lnTo>
                  <a:lnTo>
                    <a:pt x="2015910" y="417833"/>
                  </a:lnTo>
                  <a:lnTo>
                    <a:pt x="2017384" y="417777"/>
                  </a:lnTo>
                  <a:lnTo>
                    <a:pt x="2018858" y="417664"/>
                  </a:lnTo>
                  <a:lnTo>
                    <a:pt x="2020332" y="417482"/>
                  </a:lnTo>
                  <a:lnTo>
                    <a:pt x="2021807" y="417300"/>
                  </a:lnTo>
                  <a:lnTo>
                    <a:pt x="2023281" y="417045"/>
                  </a:lnTo>
                  <a:lnTo>
                    <a:pt x="2024755" y="416742"/>
                  </a:lnTo>
                  <a:lnTo>
                    <a:pt x="2026229" y="416439"/>
                  </a:lnTo>
                  <a:lnTo>
                    <a:pt x="2027704" y="416240"/>
                  </a:lnTo>
                  <a:lnTo>
                    <a:pt x="2029178" y="415986"/>
                  </a:lnTo>
                  <a:lnTo>
                    <a:pt x="2030652" y="415627"/>
                  </a:lnTo>
                  <a:lnTo>
                    <a:pt x="2032126" y="415268"/>
                  </a:lnTo>
                  <a:lnTo>
                    <a:pt x="2033601" y="414865"/>
                  </a:lnTo>
                  <a:lnTo>
                    <a:pt x="2035075" y="414461"/>
                  </a:lnTo>
                  <a:lnTo>
                    <a:pt x="2036549" y="414163"/>
                  </a:lnTo>
                  <a:lnTo>
                    <a:pt x="2038023" y="413865"/>
                  </a:lnTo>
                  <a:lnTo>
                    <a:pt x="2039498" y="413462"/>
                  </a:lnTo>
                  <a:lnTo>
                    <a:pt x="2040972" y="413059"/>
                  </a:lnTo>
                  <a:lnTo>
                    <a:pt x="2042446" y="412761"/>
                  </a:lnTo>
                  <a:lnTo>
                    <a:pt x="2043920" y="412358"/>
                  </a:lnTo>
                  <a:lnTo>
                    <a:pt x="2045395" y="412060"/>
                  </a:lnTo>
                  <a:lnTo>
                    <a:pt x="2046869" y="411768"/>
                  </a:lnTo>
                  <a:lnTo>
                    <a:pt x="2048343" y="411403"/>
                  </a:lnTo>
                  <a:lnTo>
                    <a:pt x="2049817" y="411038"/>
                  </a:lnTo>
                  <a:lnTo>
                    <a:pt x="2051292" y="410674"/>
                  </a:lnTo>
                  <a:lnTo>
                    <a:pt x="2052766" y="410381"/>
                  </a:lnTo>
                  <a:lnTo>
                    <a:pt x="2054240" y="410017"/>
                  </a:lnTo>
                  <a:lnTo>
                    <a:pt x="2055714" y="409652"/>
                  </a:lnTo>
                  <a:lnTo>
                    <a:pt x="2057189" y="409288"/>
                  </a:lnTo>
                  <a:lnTo>
                    <a:pt x="2058663" y="408818"/>
                  </a:lnTo>
                  <a:lnTo>
                    <a:pt x="2060137" y="408348"/>
                  </a:lnTo>
                  <a:lnTo>
                    <a:pt x="2061611" y="409360"/>
                  </a:lnTo>
                  <a:lnTo>
                    <a:pt x="2063086" y="410775"/>
                  </a:lnTo>
                  <a:lnTo>
                    <a:pt x="2064560" y="412955"/>
                  </a:lnTo>
                  <a:lnTo>
                    <a:pt x="2066034" y="417092"/>
                  </a:lnTo>
                  <a:lnTo>
                    <a:pt x="2067508" y="421991"/>
                  </a:lnTo>
                  <a:lnTo>
                    <a:pt x="2068983" y="427179"/>
                  </a:lnTo>
                  <a:lnTo>
                    <a:pt x="2070457" y="432473"/>
                  </a:lnTo>
                  <a:lnTo>
                    <a:pt x="2071931" y="437766"/>
                  </a:lnTo>
                  <a:lnTo>
                    <a:pt x="2073405" y="443059"/>
                  </a:lnTo>
                  <a:lnTo>
                    <a:pt x="2074880" y="448353"/>
                  </a:lnTo>
                  <a:lnTo>
                    <a:pt x="2076354" y="453787"/>
                  </a:lnTo>
                  <a:lnTo>
                    <a:pt x="2077828" y="459221"/>
                  </a:lnTo>
                  <a:lnTo>
                    <a:pt x="2079302" y="464655"/>
                  </a:lnTo>
                  <a:lnTo>
                    <a:pt x="2080777" y="470147"/>
                  </a:lnTo>
                  <a:lnTo>
                    <a:pt x="2082251" y="475581"/>
                  </a:lnTo>
                  <a:lnTo>
                    <a:pt x="2083725" y="480151"/>
                  </a:lnTo>
                  <a:lnTo>
                    <a:pt x="2085199" y="484418"/>
                  </a:lnTo>
                  <a:lnTo>
                    <a:pt x="2086674" y="487984"/>
                  </a:lnTo>
                  <a:lnTo>
                    <a:pt x="2088148" y="489546"/>
                  </a:lnTo>
                  <a:lnTo>
                    <a:pt x="2089622" y="490008"/>
                  </a:lnTo>
                  <a:lnTo>
                    <a:pt x="2091096" y="489898"/>
                  </a:lnTo>
                  <a:lnTo>
                    <a:pt x="2092571" y="489787"/>
                  </a:lnTo>
                  <a:lnTo>
                    <a:pt x="2094045" y="489677"/>
                  </a:lnTo>
                  <a:lnTo>
                    <a:pt x="2095519" y="489567"/>
                  </a:lnTo>
                  <a:lnTo>
                    <a:pt x="2096993" y="489456"/>
                  </a:lnTo>
                  <a:lnTo>
                    <a:pt x="2098468" y="489346"/>
                  </a:lnTo>
                  <a:lnTo>
                    <a:pt x="2099942" y="489180"/>
                  </a:lnTo>
                  <a:lnTo>
                    <a:pt x="2101416" y="489014"/>
                  </a:lnTo>
                  <a:lnTo>
                    <a:pt x="2102890" y="488914"/>
                  </a:lnTo>
                  <a:lnTo>
                    <a:pt x="2104365" y="488870"/>
                  </a:lnTo>
                  <a:lnTo>
                    <a:pt x="2105839" y="488827"/>
                  </a:lnTo>
                  <a:lnTo>
                    <a:pt x="2107313" y="488783"/>
                  </a:lnTo>
                  <a:lnTo>
                    <a:pt x="2108787" y="488783"/>
                  </a:lnTo>
                  <a:lnTo>
                    <a:pt x="2110262" y="488783"/>
                  </a:lnTo>
                  <a:lnTo>
                    <a:pt x="2111736" y="488783"/>
                  </a:lnTo>
                  <a:lnTo>
                    <a:pt x="2113210" y="488783"/>
                  </a:lnTo>
                  <a:lnTo>
                    <a:pt x="2114684" y="488783"/>
                  </a:lnTo>
                  <a:lnTo>
                    <a:pt x="2116159" y="488783"/>
                  </a:lnTo>
                  <a:lnTo>
                    <a:pt x="2117633" y="488783"/>
                  </a:lnTo>
                  <a:lnTo>
                    <a:pt x="2119107" y="488783"/>
                  </a:lnTo>
                  <a:lnTo>
                    <a:pt x="2120581" y="488783"/>
                  </a:lnTo>
                  <a:lnTo>
                    <a:pt x="2122056" y="488849"/>
                  </a:lnTo>
                  <a:lnTo>
                    <a:pt x="2123530" y="488916"/>
                  </a:lnTo>
                  <a:lnTo>
                    <a:pt x="2125004" y="488916"/>
                  </a:lnTo>
                  <a:lnTo>
                    <a:pt x="2126478" y="488916"/>
                  </a:lnTo>
                  <a:lnTo>
                    <a:pt x="2127952" y="488916"/>
                  </a:lnTo>
                  <a:lnTo>
                    <a:pt x="2129427" y="488916"/>
                  </a:lnTo>
                  <a:lnTo>
                    <a:pt x="2130901" y="488916"/>
                  </a:lnTo>
                  <a:lnTo>
                    <a:pt x="2132375" y="488916"/>
                  </a:lnTo>
                  <a:lnTo>
                    <a:pt x="2133849" y="488916"/>
                  </a:lnTo>
                  <a:lnTo>
                    <a:pt x="2135324" y="488916"/>
                  </a:lnTo>
                  <a:lnTo>
                    <a:pt x="2136798" y="488916"/>
                  </a:lnTo>
                  <a:lnTo>
                    <a:pt x="2138272" y="488916"/>
                  </a:lnTo>
                  <a:lnTo>
                    <a:pt x="2139746" y="488916"/>
                  </a:lnTo>
                  <a:lnTo>
                    <a:pt x="2141221" y="488916"/>
                  </a:lnTo>
                  <a:lnTo>
                    <a:pt x="2142695" y="488916"/>
                  </a:lnTo>
                  <a:lnTo>
                    <a:pt x="2144169" y="488916"/>
                  </a:lnTo>
                  <a:lnTo>
                    <a:pt x="2145643" y="488916"/>
                  </a:lnTo>
                  <a:lnTo>
                    <a:pt x="2147118" y="488915"/>
                  </a:lnTo>
                  <a:lnTo>
                    <a:pt x="2148592" y="488915"/>
                  </a:lnTo>
                  <a:lnTo>
                    <a:pt x="2150066" y="488915"/>
                  </a:lnTo>
                  <a:lnTo>
                    <a:pt x="2151540" y="488915"/>
                  </a:lnTo>
                  <a:lnTo>
                    <a:pt x="2153015" y="488915"/>
                  </a:lnTo>
                  <a:lnTo>
                    <a:pt x="2154489" y="488915"/>
                  </a:lnTo>
                  <a:lnTo>
                    <a:pt x="2155963" y="488915"/>
                  </a:lnTo>
                  <a:lnTo>
                    <a:pt x="2157437" y="488915"/>
                  </a:lnTo>
                  <a:lnTo>
                    <a:pt x="2158912" y="488915"/>
                  </a:lnTo>
                  <a:lnTo>
                    <a:pt x="2160386" y="488915"/>
                  </a:lnTo>
                  <a:lnTo>
                    <a:pt x="2161860" y="488915"/>
                  </a:lnTo>
                  <a:lnTo>
                    <a:pt x="2163334" y="488915"/>
                  </a:lnTo>
                  <a:lnTo>
                    <a:pt x="2164809" y="488915"/>
                  </a:lnTo>
                  <a:lnTo>
                    <a:pt x="2166283" y="488915"/>
                  </a:lnTo>
                  <a:lnTo>
                    <a:pt x="2167757" y="488915"/>
                  </a:lnTo>
                  <a:lnTo>
                    <a:pt x="2169231" y="488915"/>
                  </a:lnTo>
                  <a:lnTo>
                    <a:pt x="2170706" y="488915"/>
                  </a:lnTo>
                  <a:lnTo>
                    <a:pt x="2172180" y="488915"/>
                  </a:lnTo>
                  <a:lnTo>
                    <a:pt x="2173654" y="488915"/>
                  </a:lnTo>
                  <a:lnTo>
                    <a:pt x="2175128" y="488916"/>
                  </a:lnTo>
                  <a:lnTo>
                    <a:pt x="2176603" y="488916"/>
                  </a:lnTo>
                  <a:lnTo>
                    <a:pt x="2178077" y="488849"/>
                  </a:lnTo>
                  <a:lnTo>
                    <a:pt x="2179551" y="488783"/>
                  </a:lnTo>
                  <a:lnTo>
                    <a:pt x="2181025" y="488716"/>
                  </a:lnTo>
                  <a:lnTo>
                    <a:pt x="2182500" y="488650"/>
                  </a:lnTo>
                  <a:lnTo>
                    <a:pt x="2183974" y="488583"/>
                  </a:lnTo>
                  <a:lnTo>
                    <a:pt x="2185448" y="488516"/>
                  </a:lnTo>
                  <a:lnTo>
                    <a:pt x="2186922" y="488450"/>
                  </a:lnTo>
                  <a:lnTo>
                    <a:pt x="2188397" y="488383"/>
                  </a:lnTo>
                  <a:lnTo>
                    <a:pt x="2189871" y="488317"/>
                  </a:lnTo>
                  <a:lnTo>
                    <a:pt x="2191345" y="488250"/>
                  </a:lnTo>
                  <a:lnTo>
                    <a:pt x="2192819" y="488184"/>
                  </a:lnTo>
                  <a:lnTo>
                    <a:pt x="2194294" y="488117"/>
                  </a:lnTo>
                  <a:lnTo>
                    <a:pt x="2195768" y="488051"/>
                  </a:lnTo>
                  <a:lnTo>
                    <a:pt x="2197242" y="487984"/>
                  </a:lnTo>
                  <a:lnTo>
                    <a:pt x="2198716" y="487918"/>
                  </a:lnTo>
                  <a:lnTo>
                    <a:pt x="2200191" y="487918"/>
                  </a:lnTo>
                  <a:lnTo>
                    <a:pt x="2201665" y="487918"/>
                  </a:lnTo>
                  <a:lnTo>
                    <a:pt x="2203139" y="487918"/>
                  </a:lnTo>
                  <a:lnTo>
                    <a:pt x="2204613" y="487918"/>
                  </a:lnTo>
                  <a:lnTo>
                    <a:pt x="2206088" y="487918"/>
                  </a:lnTo>
                  <a:lnTo>
                    <a:pt x="2207562" y="487918"/>
                  </a:lnTo>
                  <a:lnTo>
                    <a:pt x="2209036" y="487918"/>
                  </a:lnTo>
                  <a:lnTo>
                    <a:pt x="2210510" y="487918"/>
                  </a:lnTo>
                  <a:lnTo>
                    <a:pt x="2211985" y="487918"/>
                  </a:lnTo>
                  <a:lnTo>
                    <a:pt x="2213459" y="487918"/>
                  </a:lnTo>
                  <a:lnTo>
                    <a:pt x="2214933" y="487918"/>
                  </a:lnTo>
                  <a:lnTo>
                    <a:pt x="2216407" y="487918"/>
                  </a:lnTo>
                  <a:lnTo>
                    <a:pt x="2217882" y="487918"/>
                  </a:lnTo>
                  <a:lnTo>
                    <a:pt x="2219356" y="487918"/>
                  </a:lnTo>
                  <a:lnTo>
                    <a:pt x="2220830" y="487918"/>
                  </a:lnTo>
                  <a:lnTo>
                    <a:pt x="2222304" y="487918"/>
                  </a:lnTo>
                  <a:lnTo>
                    <a:pt x="2223779" y="487918"/>
                  </a:lnTo>
                  <a:lnTo>
                    <a:pt x="2225253" y="487918"/>
                  </a:lnTo>
                  <a:lnTo>
                    <a:pt x="2226727" y="487918"/>
                  </a:lnTo>
                  <a:lnTo>
                    <a:pt x="2228201" y="487918"/>
                  </a:lnTo>
                  <a:lnTo>
                    <a:pt x="2229676" y="487918"/>
                  </a:lnTo>
                  <a:lnTo>
                    <a:pt x="2231150" y="487918"/>
                  </a:lnTo>
                  <a:lnTo>
                    <a:pt x="2232624" y="487918"/>
                  </a:lnTo>
                  <a:lnTo>
                    <a:pt x="2234098" y="487918"/>
                  </a:lnTo>
                  <a:lnTo>
                    <a:pt x="2235573" y="487918"/>
                  </a:lnTo>
                  <a:lnTo>
                    <a:pt x="2237047" y="487918"/>
                  </a:lnTo>
                  <a:lnTo>
                    <a:pt x="2238521" y="487984"/>
                  </a:lnTo>
                  <a:lnTo>
                    <a:pt x="2239995" y="488095"/>
                  </a:lnTo>
                  <a:lnTo>
                    <a:pt x="2241470" y="488261"/>
                  </a:lnTo>
                  <a:lnTo>
                    <a:pt x="2242944" y="488427"/>
                  </a:lnTo>
                  <a:lnTo>
                    <a:pt x="2244418" y="488593"/>
                  </a:lnTo>
                  <a:lnTo>
                    <a:pt x="2245892" y="488759"/>
                  </a:lnTo>
                  <a:lnTo>
                    <a:pt x="2247367" y="488925"/>
                  </a:lnTo>
                  <a:lnTo>
                    <a:pt x="2248841" y="489091"/>
                  </a:lnTo>
                  <a:lnTo>
                    <a:pt x="2250315" y="489316"/>
                  </a:lnTo>
                  <a:lnTo>
                    <a:pt x="2251789" y="489540"/>
                  </a:lnTo>
                  <a:lnTo>
                    <a:pt x="2253264" y="489764"/>
                  </a:lnTo>
                  <a:lnTo>
                    <a:pt x="2254738" y="489988"/>
                  </a:lnTo>
                  <a:lnTo>
                    <a:pt x="2256212" y="490212"/>
                  </a:lnTo>
                  <a:lnTo>
                    <a:pt x="2257686" y="490436"/>
                  </a:lnTo>
                  <a:lnTo>
                    <a:pt x="2259161" y="490729"/>
                  </a:lnTo>
                  <a:lnTo>
                    <a:pt x="2260635" y="490953"/>
                  </a:lnTo>
                  <a:lnTo>
                    <a:pt x="2262109" y="491119"/>
                  </a:lnTo>
                  <a:lnTo>
                    <a:pt x="2263583" y="491229"/>
                  </a:lnTo>
                  <a:lnTo>
                    <a:pt x="2265058" y="491340"/>
                  </a:lnTo>
                  <a:lnTo>
                    <a:pt x="2266532" y="491506"/>
                  </a:lnTo>
                  <a:lnTo>
                    <a:pt x="2268006" y="491798"/>
                  </a:lnTo>
                  <a:lnTo>
                    <a:pt x="2269480" y="492163"/>
                  </a:lnTo>
                  <a:lnTo>
                    <a:pt x="2270955" y="492632"/>
                  </a:lnTo>
                  <a:lnTo>
                    <a:pt x="2272429" y="493102"/>
                  </a:lnTo>
                  <a:lnTo>
                    <a:pt x="2273903" y="493715"/>
                  </a:lnTo>
                  <a:lnTo>
                    <a:pt x="2275377" y="494328"/>
                  </a:lnTo>
                  <a:lnTo>
                    <a:pt x="2276852" y="495085"/>
                  </a:lnTo>
                  <a:lnTo>
                    <a:pt x="2278326" y="495842"/>
                  </a:lnTo>
                  <a:lnTo>
                    <a:pt x="2279800" y="496727"/>
                  </a:lnTo>
                  <a:lnTo>
                    <a:pt x="2281274" y="497484"/>
                  </a:lnTo>
                  <a:lnTo>
                    <a:pt x="2282749" y="498241"/>
                  </a:lnTo>
                  <a:lnTo>
                    <a:pt x="2284223" y="499127"/>
                  </a:lnTo>
                  <a:lnTo>
                    <a:pt x="2285697" y="500012"/>
                  </a:lnTo>
                  <a:lnTo>
                    <a:pt x="2287171" y="500897"/>
                  </a:lnTo>
                  <a:lnTo>
                    <a:pt x="2288646" y="501782"/>
                  </a:lnTo>
                  <a:lnTo>
                    <a:pt x="2290120" y="502539"/>
                  </a:lnTo>
                  <a:lnTo>
                    <a:pt x="2291594" y="503297"/>
                  </a:lnTo>
                  <a:lnTo>
                    <a:pt x="2293068" y="504054"/>
                  </a:lnTo>
                  <a:lnTo>
                    <a:pt x="2294543" y="504811"/>
                  </a:lnTo>
                  <a:lnTo>
                    <a:pt x="2296017" y="505424"/>
                  </a:lnTo>
                  <a:lnTo>
                    <a:pt x="2297491" y="506037"/>
                  </a:lnTo>
                  <a:lnTo>
                    <a:pt x="2298965" y="506506"/>
                  </a:lnTo>
                  <a:lnTo>
                    <a:pt x="2300440" y="506976"/>
                  </a:lnTo>
                  <a:lnTo>
                    <a:pt x="2301914" y="507445"/>
                  </a:lnTo>
                  <a:lnTo>
                    <a:pt x="2303388" y="507915"/>
                  </a:lnTo>
                  <a:lnTo>
                    <a:pt x="2304862" y="508385"/>
                  </a:lnTo>
                  <a:lnTo>
                    <a:pt x="2306337" y="508749"/>
                  </a:lnTo>
                  <a:lnTo>
                    <a:pt x="2307811" y="509114"/>
                  </a:lnTo>
                  <a:lnTo>
                    <a:pt x="2309285" y="509871"/>
                  </a:lnTo>
                  <a:lnTo>
                    <a:pt x="2310759" y="510756"/>
                  </a:lnTo>
                  <a:lnTo>
                    <a:pt x="2312234" y="511641"/>
                  </a:lnTo>
                  <a:lnTo>
                    <a:pt x="2313708" y="512460"/>
                  </a:lnTo>
                  <a:lnTo>
                    <a:pt x="2315182" y="513422"/>
                  </a:lnTo>
                  <a:lnTo>
                    <a:pt x="2316656" y="514546"/>
                  </a:lnTo>
                  <a:lnTo>
                    <a:pt x="2318131" y="515670"/>
                  </a:lnTo>
                  <a:lnTo>
                    <a:pt x="2319605" y="516795"/>
                  </a:lnTo>
                  <a:lnTo>
                    <a:pt x="2321079" y="517919"/>
                  </a:lnTo>
                  <a:lnTo>
                    <a:pt x="2322553" y="519043"/>
                  </a:lnTo>
                  <a:lnTo>
                    <a:pt x="2324027" y="520168"/>
                  </a:lnTo>
                  <a:lnTo>
                    <a:pt x="2325502" y="521234"/>
                  </a:lnTo>
                  <a:lnTo>
                    <a:pt x="2326976" y="522300"/>
                  </a:lnTo>
                  <a:lnTo>
                    <a:pt x="2328450" y="523582"/>
                  </a:lnTo>
                  <a:lnTo>
                    <a:pt x="2329924" y="524863"/>
                  </a:lnTo>
                  <a:lnTo>
                    <a:pt x="2331399" y="525929"/>
                  </a:lnTo>
                  <a:lnTo>
                    <a:pt x="2332873" y="526778"/>
                  </a:lnTo>
                  <a:lnTo>
                    <a:pt x="2334347" y="527558"/>
                  </a:lnTo>
                  <a:lnTo>
                    <a:pt x="2335821" y="528406"/>
                  </a:lnTo>
                  <a:lnTo>
                    <a:pt x="2337296" y="528853"/>
                  </a:lnTo>
                  <a:lnTo>
                    <a:pt x="2338770" y="529107"/>
                  </a:lnTo>
                  <a:lnTo>
                    <a:pt x="2340244" y="529361"/>
                  </a:lnTo>
                  <a:lnTo>
                    <a:pt x="2341718" y="529665"/>
                  </a:lnTo>
                  <a:lnTo>
                    <a:pt x="2343193" y="529842"/>
                  </a:lnTo>
                  <a:lnTo>
                    <a:pt x="2344667" y="529947"/>
                  </a:lnTo>
                  <a:lnTo>
                    <a:pt x="2346141" y="529947"/>
                  </a:lnTo>
                  <a:lnTo>
                    <a:pt x="2347615" y="530090"/>
                  </a:lnTo>
                  <a:lnTo>
                    <a:pt x="2349090" y="529947"/>
                  </a:lnTo>
                  <a:lnTo>
                    <a:pt x="2350564" y="529558"/>
                  </a:lnTo>
                  <a:lnTo>
                    <a:pt x="2352038" y="528967"/>
                  </a:lnTo>
                  <a:lnTo>
                    <a:pt x="2353512" y="528376"/>
                  </a:lnTo>
                  <a:lnTo>
                    <a:pt x="2354987" y="527657"/>
                  </a:lnTo>
                  <a:lnTo>
                    <a:pt x="2356461" y="527066"/>
                  </a:lnTo>
                  <a:lnTo>
                    <a:pt x="2357935" y="526475"/>
                  </a:lnTo>
                  <a:lnTo>
                    <a:pt x="2359409" y="525756"/>
                  </a:lnTo>
                  <a:lnTo>
                    <a:pt x="2360884" y="525036"/>
                  </a:lnTo>
                  <a:lnTo>
                    <a:pt x="2362358" y="524317"/>
                  </a:lnTo>
                  <a:lnTo>
                    <a:pt x="2363832" y="523543"/>
                  </a:lnTo>
                  <a:lnTo>
                    <a:pt x="2365306" y="521348"/>
                  </a:lnTo>
                  <a:lnTo>
                    <a:pt x="2366781" y="518994"/>
                  </a:lnTo>
                  <a:lnTo>
                    <a:pt x="2368255" y="515300"/>
                  </a:lnTo>
                  <a:lnTo>
                    <a:pt x="2369729" y="511422"/>
                  </a:lnTo>
                  <a:lnTo>
                    <a:pt x="2371203" y="507690"/>
                  </a:lnTo>
                  <a:lnTo>
                    <a:pt x="2372678" y="503957"/>
                  </a:lnTo>
                  <a:lnTo>
                    <a:pt x="2374152" y="500368"/>
                  </a:lnTo>
                  <a:lnTo>
                    <a:pt x="2375626" y="496778"/>
                  </a:lnTo>
                  <a:lnTo>
                    <a:pt x="2377100" y="493189"/>
                  </a:lnTo>
                  <a:lnTo>
                    <a:pt x="2378575" y="489599"/>
                  </a:lnTo>
                  <a:lnTo>
                    <a:pt x="2380049" y="486009"/>
                  </a:lnTo>
                  <a:lnTo>
                    <a:pt x="2381523" y="482525"/>
                  </a:lnTo>
                  <a:lnTo>
                    <a:pt x="2382997" y="479040"/>
                  </a:lnTo>
                  <a:lnTo>
                    <a:pt x="2384472" y="475163"/>
                  </a:lnTo>
                  <a:lnTo>
                    <a:pt x="2385946" y="471091"/>
                  </a:lnTo>
                  <a:lnTo>
                    <a:pt x="2387420" y="468342"/>
                  </a:lnTo>
                  <a:lnTo>
                    <a:pt x="2388894" y="465749"/>
                  </a:lnTo>
                  <a:lnTo>
                    <a:pt x="2390369" y="464560"/>
                  </a:lnTo>
                  <a:lnTo>
                    <a:pt x="2391843" y="463336"/>
                  </a:lnTo>
                  <a:lnTo>
                    <a:pt x="2393317" y="462112"/>
                  </a:lnTo>
                  <a:lnTo>
                    <a:pt x="2394791" y="460888"/>
                  </a:lnTo>
                  <a:lnTo>
                    <a:pt x="2396266" y="459665"/>
                  </a:lnTo>
                  <a:lnTo>
                    <a:pt x="2397740" y="458441"/>
                  </a:lnTo>
                  <a:lnTo>
                    <a:pt x="2399214" y="457217"/>
                  </a:lnTo>
                  <a:lnTo>
                    <a:pt x="2400688" y="455993"/>
                  </a:lnTo>
                  <a:lnTo>
                    <a:pt x="2402163" y="454770"/>
                  </a:lnTo>
                  <a:lnTo>
                    <a:pt x="2403637" y="453330"/>
                  </a:lnTo>
                  <a:lnTo>
                    <a:pt x="2405111" y="451935"/>
                  </a:lnTo>
                  <a:lnTo>
                    <a:pt x="2406585" y="450811"/>
                  </a:lnTo>
                  <a:lnTo>
                    <a:pt x="2408060" y="449905"/>
                  </a:lnTo>
                  <a:lnTo>
                    <a:pt x="2409534" y="448998"/>
                  </a:lnTo>
                  <a:lnTo>
                    <a:pt x="2411008" y="448092"/>
                  </a:lnTo>
                  <a:lnTo>
                    <a:pt x="2412482" y="447589"/>
                  </a:lnTo>
                  <a:lnTo>
                    <a:pt x="2413957" y="447335"/>
                  </a:lnTo>
                  <a:lnTo>
                    <a:pt x="2415431" y="447081"/>
                  </a:lnTo>
                  <a:lnTo>
                    <a:pt x="2416905" y="446778"/>
                  </a:lnTo>
                  <a:lnTo>
                    <a:pt x="2418379" y="446475"/>
                  </a:lnTo>
                  <a:lnTo>
                    <a:pt x="2419854" y="446229"/>
                  </a:lnTo>
                  <a:lnTo>
                    <a:pt x="2421328" y="445984"/>
                  </a:lnTo>
                  <a:lnTo>
                    <a:pt x="2422802" y="445840"/>
                  </a:lnTo>
                  <a:lnTo>
                    <a:pt x="2424276" y="445840"/>
                  </a:lnTo>
                  <a:lnTo>
                    <a:pt x="2425751" y="446229"/>
                  </a:lnTo>
                  <a:lnTo>
                    <a:pt x="2427225" y="446533"/>
                  </a:lnTo>
                  <a:lnTo>
                    <a:pt x="2428699" y="446836"/>
                  </a:lnTo>
                  <a:lnTo>
                    <a:pt x="2430173" y="447140"/>
                  </a:lnTo>
                  <a:lnTo>
                    <a:pt x="2431648" y="447443"/>
                  </a:lnTo>
                  <a:lnTo>
                    <a:pt x="2433122" y="447747"/>
                  </a:lnTo>
                  <a:lnTo>
                    <a:pt x="2434596" y="448050"/>
                  </a:lnTo>
                  <a:lnTo>
                    <a:pt x="2436070" y="448354"/>
                  </a:lnTo>
                  <a:lnTo>
                    <a:pt x="2437545" y="448800"/>
                  </a:lnTo>
                  <a:lnTo>
                    <a:pt x="2439019" y="449160"/>
                  </a:lnTo>
                  <a:lnTo>
                    <a:pt x="2440493" y="451067"/>
                  </a:lnTo>
                  <a:lnTo>
                    <a:pt x="2441967" y="453133"/>
                  </a:lnTo>
                  <a:lnTo>
                    <a:pt x="2443442" y="456540"/>
                  </a:lnTo>
                  <a:lnTo>
                    <a:pt x="2444916" y="459884"/>
                  </a:lnTo>
                  <a:lnTo>
                    <a:pt x="2446390" y="463228"/>
                  </a:lnTo>
                  <a:lnTo>
                    <a:pt x="2447864" y="466458"/>
                  </a:lnTo>
                  <a:lnTo>
                    <a:pt x="2449339" y="469688"/>
                  </a:lnTo>
                  <a:lnTo>
                    <a:pt x="2450813" y="472919"/>
                  </a:lnTo>
                  <a:lnTo>
                    <a:pt x="2452287" y="476105"/>
                  </a:lnTo>
                  <a:lnTo>
                    <a:pt x="2453761" y="479336"/>
                  </a:lnTo>
                  <a:lnTo>
                    <a:pt x="2455236" y="482566"/>
                  </a:lnTo>
                  <a:lnTo>
                    <a:pt x="2456710" y="485796"/>
                  </a:lnTo>
                  <a:lnTo>
                    <a:pt x="2458184" y="489027"/>
                  </a:lnTo>
                  <a:lnTo>
                    <a:pt x="2459658" y="492213"/>
                  </a:lnTo>
                  <a:lnTo>
                    <a:pt x="2461133" y="495466"/>
                  </a:lnTo>
                  <a:lnTo>
                    <a:pt x="2462607" y="497397"/>
                  </a:lnTo>
                  <a:lnTo>
                    <a:pt x="2464081" y="499171"/>
                  </a:lnTo>
                  <a:lnTo>
                    <a:pt x="2465555" y="499354"/>
                  </a:lnTo>
                  <a:lnTo>
                    <a:pt x="2467030" y="499354"/>
                  </a:lnTo>
                  <a:lnTo>
                    <a:pt x="2468504" y="499354"/>
                  </a:lnTo>
                  <a:lnTo>
                    <a:pt x="2469978" y="499354"/>
                  </a:lnTo>
                  <a:lnTo>
                    <a:pt x="2471452" y="499354"/>
                  </a:lnTo>
                  <a:lnTo>
                    <a:pt x="2472927" y="499354"/>
                  </a:lnTo>
                  <a:lnTo>
                    <a:pt x="2474401" y="499354"/>
                  </a:lnTo>
                  <a:lnTo>
                    <a:pt x="2475875" y="499354"/>
                  </a:lnTo>
                  <a:lnTo>
                    <a:pt x="2477349" y="499354"/>
                  </a:lnTo>
                  <a:lnTo>
                    <a:pt x="2478824" y="499354"/>
                  </a:lnTo>
                  <a:lnTo>
                    <a:pt x="2480298" y="499310"/>
                  </a:lnTo>
                  <a:lnTo>
                    <a:pt x="2481772" y="499210"/>
                  </a:lnTo>
                  <a:lnTo>
                    <a:pt x="2483246" y="499111"/>
                  </a:lnTo>
                  <a:lnTo>
                    <a:pt x="2484721" y="499011"/>
                  </a:lnTo>
                  <a:lnTo>
                    <a:pt x="2486195" y="497525"/>
                  </a:lnTo>
                  <a:lnTo>
                    <a:pt x="2487669" y="495818"/>
                  </a:lnTo>
                  <a:lnTo>
                    <a:pt x="2489143" y="49411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103998" y="5760402"/>
              <a:ext cx="4422744" cy="0"/>
            </a:xfrm>
            <a:custGeom>
              <a:avLst/>
              <a:pathLst>
                <a:path w="4422744" h="0">
                  <a:moveTo>
                    <a:pt x="0" y="0"/>
                  </a:moveTo>
                  <a:lnTo>
                    <a:pt x="442274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103998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578246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5052494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6526742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7"/>
            <p:cNvSpPr/>
            <p:nvPr/>
          </p:nvSpPr>
          <p:spPr>
            <a:xfrm>
              <a:off x="1716152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57300000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3190400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57320000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664648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57340000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6138896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57360000</a:t>
              </a:r>
            </a:p>
          </p:txBody>
        </p:sp>
        <p:sp>
          <p:nvSpPr>
            <p:cNvPr id="42" name="pl41"/>
            <p:cNvSpPr/>
            <p:nvPr/>
          </p:nvSpPr>
          <p:spPr>
            <a:xfrm>
              <a:off x="1188720" y="4090180"/>
              <a:ext cx="0" cy="1566218"/>
            </a:xfrm>
            <a:custGeom>
              <a:avLst/>
              <a:pathLst>
                <a:path w="0" h="1566218">
                  <a:moveTo>
                    <a:pt x="0" y="156621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1097280" y="565639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1097280" y="526484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1097280" y="487328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1097280" y="448173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097280" y="409018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7"/>
            <p:cNvSpPr/>
            <p:nvPr/>
          </p:nvSpPr>
          <p:spPr>
            <a:xfrm rot="-5400000">
              <a:off x="864154" y="5599769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49" name="tx48"/>
            <p:cNvSpPr/>
            <p:nvPr/>
          </p:nvSpPr>
          <p:spPr>
            <a:xfrm rot="-5400000">
              <a:off x="863149" y="5207210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50" name="tx49"/>
            <p:cNvSpPr/>
            <p:nvPr/>
          </p:nvSpPr>
          <p:spPr>
            <a:xfrm rot="-5400000">
              <a:off x="865233" y="4817739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51" name="tx50"/>
            <p:cNvSpPr/>
            <p:nvPr/>
          </p:nvSpPr>
          <p:spPr>
            <a:xfrm rot="-5400000">
              <a:off x="863149" y="442410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52" name="tx51"/>
            <p:cNvSpPr/>
            <p:nvPr/>
          </p:nvSpPr>
          <p:spPr>
            <a:xfrm rot="-5400000">
              <a:off x="863149" y="4032546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53" name="pg52"/>
            <p:cNvSpPr/>
            <p:nvPr/>
          </p:nvSpPr>
          <p:spPr>
            <a:xfrm>
              <a:off x="1188720" y="4009485"/>
              <a:ext cx="6766559" cy="1750917"/>
            </a:xfrm>
            <a:custGeom>
              <a:avLst/>
              <a:pathLst>
                <a:path w="6766559" h="1750917">
                  <a:moveTo>
                    <a:pt x="0" y="1750917"/>
                  </a:moveTo>
                  <a:lnTo>
                    <a:pt x="6766559" y="1750917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3"/>
            <p:cNvSpPr/>
            <p:nvPr/>
          </p:nvSpPr>
          <p:spPr>
            <a:xfrm>
              <a:off x="3755022" y="3826542"/>
              <a:ext cx="1633954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e75_emeso_cnt_n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4192897" y="6307858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56" name="pg55"/>
            <p:cNvSpPr/>
            <p:nvPr/>
          </p:nvSpPr>
          <p:spPr>
            <a:xfrm>
              <a:off x="1439333" y="5170596"/>
              <a:ext cx="6265333" cy="589806"/>
            </a:xfrm>
            <a:custGeom>
              <a:avLst/>
              <a:pathLst>
                <a:path w="6265333" h="589806">
                  <a:moveTo>
                    <a:pt x="0" y="491425"/>
                  </a:moveTo>
                  <a:lnTo>
                    <a:pt x="1253" y="491469"/>
                  </a:lnTo>
                  <a:lnTo>
                    <a:pt x="2727" y="491513"/>
                  </a:lnTo>
                  <a:lnTo>
                    <a:pt x="4201" y="491556"/>
                  </a:lnTo>
                  <a:lnTo>
                    <a:pt x="5675" y="491600"/>
                  </a:lnTo>
                  <a:lnTo>
                    <a:pt x="7150" y="491644"/>
                  </a:lnTo>
                  <a:lnTo>
                    <a:pt x="8624" y="491688"/>
                  </a:lnTo>
                  <a:lnTo>
                    <a:pt x="10098" y="491732"/>
                  </a:lnTo>
                  <a:lnTo>
                    <a:pt x="11572" y="491842"/>
                  </a:lnTo>
                  <a:lnTo>
                    <a:pt x="13047" y="492008"/>
                  </a:lnTo>
                  <a:lnTo>
                    <a:pt x="14521" y="492174"/>
                  </a:lnTo>
                  <a:lnTo>
                    <a:pt x="15995" y="492341"/>
                  </a:lnTo>
                  <a:lnTo>
                    <a:pt x="17469" y="492451"/>
                  </a:lnTo>
                  <a:lnTo>
                    <a:pt x="18944" y="492518"/>
                  </a:lnTo>
                  <a:lnTo>
                    <a:pt x="20418" y="492584"/>
                  </a:lnTo>
                  <a:lnTo>
                    <a:pt x="21892" y="492651"/>
                  </a:lnTo>
                  <a:lnTo>
                    <a:pt x="23366" y="492761"/>
                  </a:lnTo>
                  <a:lnTo>
                    <a:pt x="24841" y="492805"/>
                  </a:lnTo>
                  <a:lnTo>
                    <a:pt x="26315" y="492905"/>
                  </a:lnTo>
                  <a:lnTo>
                    <a:pt x="27789" y="493004"/>
                  </a:lnTo>
                  <a:lnTo>
                    <a:pt x="29263" y="493104"/>
                  </a:lnTo>
                  <a:lnTo>
                    <a:pt x="30738" y="493218"/>
                  </a:lnTo>
                  <a:lnTo>
                    <a:pt x="32212" y="493331"/>
                  </a:lnTo>
                  <a:lnTo>
                    <a:pt x="33686" y="493445"/>
                  </a:lnTo>
                  <a:lnTo>
                    <a:pt x="35160" y="493500"/>
                  </a:lnTo>
                  <a:lnTo>
                    <a:pt x="36635" y="493556"/>
                  </a:lnTo>
                  <a:lnTo>
                    <a:pt x="38109" y="493612"/>
                  </a:lnTo>
                  <a:lnTo>
                    <a:pt x="39583" y="493668"/>
                  </a:lnTo>
                  <a:lnTo>
                    <a:pt x="41057" y="493723"/>
                  </a:lnTo>
                  <a:lnTo>
                    <a:pt x="42532" y="493837"/>
                  </a:lnTo>
                  <a:lnTo>
                    <a:pt x="44006" y="493950"/>
                  </a:lnTo>
                  <a:lnTo>
                    <a:pt x="45480" y="493950"/>
                  </a:lnTo>
                  <a:lnTo>
                    <a:pt x="46954" y="494006"/>
                  </a:lnTo>
                  <a:lnTo>
                    <a:pt x="48429" y="494006"/>
                  </a:lnTo>
                  <a:lnTo>
                    <a:pt x="49903" y="494006"/>
                  </a:lnTo>
                  <a:lnTo>
                    <a:pt x="51377" y="494006"/>
                  </a:lnTo>
                  <a:lnTo>
                    <a:pt x="52851" y="494006"/>
                  </a:lnTo>
                  <a:lnTo>
                    <a:pt x="54326" y="494006"/>
                  </a:lnTo>
                  <a:lnTo>
                    <a:pt x="55800" y="494006"/>
                  </a:lnTo>
                  <a:lnTo>
                    <a:pt x="57274" y="494006"/>
                  </a:lnTo>
                  <a:lnTo>
                    <a:pt x="58748" y="494006"/>
                  </a:lnTo>
                  <a:lnTo>
                    <a:pt x="60223" y="494006"/>
                  </a:lnTo>
                  <a:lnTo>
                    <a:pt x="61697" y="494050"/>
                  </a:lnTo>
                  <a:lnTo>
                    <a:pt x="63171" y="494094"/>
                  </a:lnTo>
                  <a:lnTo>
                    <a:pt x="64645" y="494094"/>
                  </a:lnTo>
                  <a:lnTo>
                    <a:pt x="66120" y="494094"/>
                  </a:lnTo>
                  <a:lnTo>
                    <a:pt x="67594" y="494160"/>
                  </a:lnTo>
                  <a:lnTo>
                    <a:pt x="69068" y="494227"/>
                  </a:lnTo>
                  <a:lnTo>
                    <a:pt x="70542" y="494227"/>
                  </a:lnTo>
                  <a:lnTo>
                    <a:pt x="72017" y="494183"/>
                  </a:lnTo>
                  <a:lnTo>
                    <a:pt x="73491" y="494139"/>
                  </a:lnTo>
                  <a:lnTo>
                    <a:pt x="74965" y="494095"/>
                  </a:lnTo>
                  <a:lnTo>
                    <a:pt x="76439" y="494051"/>
                  </a:lnTo>
                  <a:lnTo>
                    <a:pt x="77914" y="494007"/>
                  </a:lnTo>
                  <a:lnTo>
                    <a:pt x="79388" y="493963"/>
                  </a:lnTo>
                  <a:lnTo>
                    <a:pt x="80862" y="493920"/>
                  </a:lnTo>
                  <a:lnTo>
                    <a:pt x="82336" y="493876"/>
                  </a:lnTo>
                  <a:lnTo>
                    <a:pt x="83811" y="493832"/>
                  </a:lnTo>
                  <a:lnTo>
                    <a:pt x="85285" y="493788"/>
                  </a:lnTo>
                  <a:lnTo>
                    <a:pt x="86759" y="493744"/>
                  </a:lnTo>
                  <a:lnTo>
                    <a:pt x="88233" y="493688"/>
                  </a:lnTo>
                  <a:lnTo>
                    <a:pt x="89707" y="493633"/>
                  </a:lnTo>
                  <a:lnTo>
                    <a:pt x="91182" y="493577"/>
                  </a:lnTo>
                  <a:lnTo>
                    <a:pt x="92656" y="493633"/>
                  </a:lnTo>
                  <a:lnTo>
                    <a:pt x="94130" y="493732"/>
                  </a:lnTo>
                  <a:lnTo>
                    <a:pt x="95604" y="493832"/>
                  </a:lnTo>
                  <a:lnTo>
                    <a:pt x="97079" y="493931"/>
                  </a:lnTo>
                  <a:lnTo>
                    <a:pt x="98553" y="493987"/>
                  </a:lnTo>
                  <a:lnTo>
                    <a:pt x="100027" y="494043"/>
                  </a:lnTo>
                  <a:lnTo>
                    <a:pt x="101501" y="494043"/>
                  </a:lnTo>
                  <a:lnTo>
                    <a:pt x="102976" y="494043"/>
                  </a:lnTo>
                  <a:lnTo>
                    <a:pt x="104450" y="494043"/>
                  </a:lnTo>
                  <a:lnTo>
                    <a:pt x="105924" y="493929"/>
                  </a:lnTo>
                  <a:lnTo>
                    <a:pt x="107398" y="493815"/>
                  </a:lnTo>
                  <a:lnTo>
                    <a:pt x="108873" y="493757"/>
                  </a:lnTo>
                  <a:lnTo>
                    <a:pt x="110347" y="493702"/>
                  </a:lnTo>
                  <a:lnTo>
                    <a:pt x="111821" y="493646"/>
                  </a:lnTo>
                  <a:lnTo>
                    <a:pt x="113295" y="493590"/>
                  </a:lnTo>
                  <a:lnTo>
                    <a:pt x="114770" y="493491"/>
                  </a:lnTo>
                  <a:lnTo>
                    <a:pt x="116244" y="493391"/>
                  </a:lnTo>
                  <a:lnTo>
                    <a:pt x="117718" y="493234"/>
                  </a:lnTo>
                  <a:lnTo>
                    <a:pt x="119192" y="493076"/>
                  </a:lnTo>
                  <a:lnTo>
                    <a:pt x="120667" y="492977"/>
                  </a:lnTo>
                  <a:lnTo>
                    <a:pt x="122141" y="492877"/>
                  </a:lnTo>
                  <a:lnTo>
                    <a:pt x="123615" y="492833"/>
                  </a:lnTo>
                  <a:lnTo>
                    <a:pt x="125089" y="492833"/>
                  </a:lnTo>
                  <a:lnTo>
                    <a:pt x="126564" y="492833"/>
                  </a:lnTo>
                  <a:lnTo>
                    <a:pt x="128038" y="492877"/>
                  </a:lnTo>
                  <a:lnTo>
                    <a:pt x="129512" y="492921"/>
                  </a:lnTo>
                  <a:lnTo>
                    <a:pt x="130986" y="492921"/>
                  </a:lnTo>
                  <a:lnTo>
                    <a:pt x="132461" y="492921"/>
                  </a:lnTo>
                  <a:lnTo>
                    <a:pt x="133935" y="492921"/>
                  </a:lnTo>
                  <a:lnTo>
                    <a:pt x="135409" y="492921"/>
                  </a:lnTo>
                  <a:lnTo>
                    <a:pt x="136883" y="492877"/>
                  </a:lnTo>
                  <a:lnTo>
                    <a:pt x="138358" y="492833"/>
                  </a:lnTo>
                  <a:lnTo>
                    <a:pt x="139832" y="492833"/>
                  </a:lnTo>
                  <a:lnTo>
                    <a:pt x="141306" y="492833"/>
                  </a:lnTo>
                  <a:lnTo>
                    <a:pt x="142780" y="492833"/>
                  </a:lnTo>
                  <a:lnTo>
                    <a:pt x="144255" y="492833"/>
                  </a:lnTo>
                  <a:lnTo>
                    <a:pt x="145729" y="492833"/>
                  </a:lnTo>
                  <a:lnTo>
                    <a:pt x="147203" y="492766"/>
                  </a:lnTo>
                  <a:lnTo>
                    <a:pt x="148677" y="491814"/>
                  </a:lnTo>
                  <a:lnTo>
                    <a:pt x="150152" y="490039"/>
                  </a:lnTo>
                  <a:lnTo>
                    <a:pt x="151626" y="488265"/>
                  </a:lnTo>
                  <a:lnTo>
                    <a:pt x="153100" y="486492"/>
                  </a:lnTo>
                  <a:lnTo>
                    <a:pt x="154574" y="484718"/>
                  </a:lnTo>
                  <a:lnTo>
                    <a:pt x="156049" y="482944"/>
                  </a:lnTo>
                  <a:lnTo>
                    <a:pt x="157523" y="481170"/>
                  </a:lnTo>
                  <a:lnTo>
                    <a:pt x="158997" y="479396"/>
                  </a:lnTo>
                  <a:lnTo>
                    <a:pt x="160471" y="477622"/>
                  </a:lnTo>
                  <a:lnTo>
                    <a:pt x="161946" y="474938"/>
                  </a:lnTo>
                  <a:lnTo>
                    <a:pt x="163420" y="471640"/>
                  </a:lnTo>
                  <a:lnTo>
                    <a:pt x="164894" y="468344"/>
                  </a:lnTo>
                  <a:lnTo>
                    <a:pt x="166368" y="465047"/>
                  </a:lnTo>
                  <a:lnTo>
                    <a:pt x="167843" y="461694"/>
                  </a:lnTo>
                  <a:lnTo>
                    <a:pt x="169317" y="458408"/>
                  </a:lnTo>
                  <a:lnTo>
                    <a:pt x="170791" y="455837"/>
                  </a:lnTo>
                  <a:lnTo>
                    <a:pt x="172265" y="454029"/>
                  </a:lnTo>
                  <a:lnTo>
                    <a:pt x="173740" y="452222"/>
                  </a:lnTo>
                  <a:lnTo>
                    <a:pt x="175214" y="450416"/>
                  </a:lnTo>
                  <a:lnTo>
                    <a:pt x="176688" y="447130"/>
                  </a:lnTo>
                  <a:lnTo>
                    <a:pt x="178162" y="443844"/>
                  </a:lnTo>
                  <a:lnTo>
                    <a:pt x="179637" y="440558"/>
                  </a:lnTo>
                  <a:lnTo>
                    <a:pt x="181111" y="437327"/>
                  </a:lnTo>
                  <a:lnTo>
                    <a:pt x="182585" y="434097"/>
                  </a:lnTo>
                  <a:lnTo>
                    <a:pt x="184059" y="431675"/>
                  </a:lnTo>
                  <a:lnTo>
                    <a:pt x="185534" y="429967"/>
                  </a:lnTo>
                  <a:lnTo>
                    <a:pt x="187008" y="428259"/>
                  </a:lnTo>
                  <a:lnTo>
                    <a:pt x="188482" y="426608"/>
                  </a:lnTo>
                  <a:lnTo>
                    <a:pt x="189956" y="425000"/>
                  </a:lnTo>
                  <a:lnTo>
                    <a:pt x="191431" y="423392"/>
                  </a:lnTo>
                  <a:lnTo>
                    <a:pt x="192905" y="421784"/>
                  </a:lnTo>
                  <a:lnTo>
                    <a:pt x="194379" y="420177"/>
                  </a:lnTo>
                  <a:lnTo>
                    <a:pt x="195853" y="418569"/>
                  </a:lnTo>
                  <a:lnTo>
                    <a:pt x="197328" y="416961"/>
                  </a:lnTo>
                  <a:lnTo>
                    <a:pt x="198802" y="417061"/>
                  </a:lnTo>
                  <a:lnTo>
                    <a:pt x="200276" y="417116"/>
                  </a:lnTo>
                  <a:lnTo>
                    <a:pt x="201750" y="417172"/>
                  </a:lnTo>
                  <a:lnTo>
                    <a:pt x="203225" y="417227"/>
                  </a:lnTo>
                  <a:lnTo>
                    <a:pt x="204699" y="417283"/>
                  </a:lnTo>
                  <a:lnTo>
                    <a:pt x="206173" y="417383"/>
                  </a:lnTo>
                  <a:lnTo>
                    <a:pt x="207647" y="417427"/>
                  </a:lnTo>
                  <a:lnTo>
                    <a:pt x="209122" y="417471"/>
                  </a:lnTo>
                  <a:lnTo>
                    <a:pt x="210596" y="417471"/>
                  </a:lnTo>
                  <a:lnTo>
                    <a:pt x="212070" y="417515"/>
                  </a:lnTo>
                  <a:lnTo>
                    <a:pt x="213544" y="417515"/>
                  </a:lnTo>
                  <a:lnTo>
                    <a:pt x="215019" y="417515"/>
                  </a:lnTo>
                  <a:lnTo>
                    <a:pt x="216493" y="417515"/>
                  </a:lnTo>
                  <a:lnTo>
                    <a:pt x="217967" y="417515"/>
                  </a:lnTo>
                  <a:lnTo>
                    <a:pt x="219441" y="417515"/>
                  </a:lnTo>
                  <a:lnTo>
                    <a:pt x="220916" y="417515"/>
                  </a:lnTo>
                  <a:lnTo>
                    <a:pt x="222390" y="417581"/>
                  </a:lnTo>
                  <a:lnTo>
                    <a:pt x="223864" y="418579"/>
                  </a:lnTo>
                  <a:lnTo>
                    <a:pt x="225338" y="420396"/>
                  </a:lnTo>
                  <a:lnTo>
                    <a:pt x="226813" y="422214"/>
                  </a:lnTo>
                  <a:lnTo>
                    <a:pt x="228287" y="424032"/>
                  </a:lnTo>
                  <a:lnTo>
                    <a:pt x="229761" y="425849"/>
                  </a:lnTo>
                  <a:lnTo>
                    <a:pt x="231235" y="427667"/>
                  </a:lnTo>
                  <a:lnTo>
                    <a:pt x="232710" y="429485"/>
                  </a:lnTo>
                  <a:lnTo>
                    <a:pt x="234184" y="431259"/>
                  </a:lnTo>
                  <a:lnTo>
                    <a:pt x="235658" y="433077"/>
                  </a:lnTo>
                  <a:lnTo>
                    <a:pt x="237132" y="435806"/>
                  </a:lnTo>
                  <a:lnTo>
                    <a:pt x="238607" y="439103"/>
                  </a:lnTo>
                  <a:lnTo>
                    <a:pt x="240081" y="442400"/>
                  </a:lnTo>
                  <a:lnTo>
                    <a:pt x="241555" y="445696"/>
                  </a:lnTo>
                  <a:lnTo>
                    <a:pt x="243029" y="448993"/>
                  </a:lnTo>
                  <a:lnTo>
                    <a:pt x="244504" y="452223"/>
                  </a:lnTo>
                  <a:lnTo>
                    <a:pt x="245978" y="454695"/>
                  </a:lnTo>
                  <a:lnTo>
                    <a:pt x="247452" y="456403"/>
                  </a:lnTo>
                  <a:lnTo>
                    <a:pt x="248926" y="458110"/>
                  </a:lnTo>
                  <a:lnTo>
                    <a:pt x="250401" y="459817"/>
                  </a:lnTo>
                  <a:lnTo>
                    <a:pt x="251875" y="463048"/>
                  </a:lnTo>
                  <a:lnTo>
                    <a:pt x="253349" y="466278"/>
                  </a:lnTo>
                  <a:lnTo>
                    <a:pt x="254823" y="469508"/>
                  </a:lnTo>
                  <a:lnTo>
                    <a:pt x="256298" y="472739"/>
                  </a:lnTo>
                  <a:lnTo>
                    <a:pt x="257772" y="475925"/>
                  </a:lnTo>
                  <a:lnTo>
                    <a:pt x="259246" y="478248"/>
                  </a:lnTo>
                  <a:lnTo>
                    <a:pt x="260720" y="479912"/>
                  </a:lnTo>
                  <a:lnTo>
                    <a:pt x="262195" y="481575"/>
                  </a:lnTo>
                  <a:lnTo>
                    <a:pt x="263669" y="483183"/>
                  </a:lnTo>
                  <a:lnTo>
                    <a:pt x="265143" y="484791"/>
                  </a:lnTo>
                  <a:lnTo>
                    <a:pt x="266617" y="486399"/>
                  </a:lnTo>
                  <a:lnTo>
                    <a:pt x="268092" y="488007"/>
                  </a:lnTo>
                  <a:lnTo>
                    <a:pt x="269566" y="489614"/>
                  </a:lnTo>
                  <a:lnTo>
                    <a:pt x="271040" y="491222"/>
                  </a:lnTo>
                  <a:lnTo>
                    <a:pt x="272514" y="492830"/>
                  </a:lnTo>
                  <a:lnTo>
                    <a:pt x="273989" y="492664"/>
                  </a:lnTo>
                  <a:lnTo>
                    <a:pt x="275463" y="492497"/>
                  </a:lnTo>
                  <a:lnTo>
                    <a:pt x="276937" y="492331"/>
                  </a:lnTo>
                  <a:lnTo>
                    <a:pt x="278411" y="492165"/>
                  </a:lnTo>
                  <a:lnTo>
                    <a:pt x="279886" y="491999"/>
                  </a:lnTo>
                  <a:lnTo>
                    <a:pt x="281360" y="491833"/>
                  </a:lnTo>
                  <a:lnTo>
                    <a:pt x="282834" y="491722"/>
                  </a:lnTo>
                  <a:lnTo>
                    <a:pt x="284308" y="491612"/>
                  </a:lnTo>
                  <a:lnTo>
                    <a:pt x="285782" y="491546"/>
                  </a:lnTo>
                  <a:lnTo>
                    <a:pt x="287257" y="491435"/>
                  </a:lnTo>
                  <a:lnTo>
                    <a:pt x="288731" y="491368"/>
                  </a:lnTo>
                  <a:lnTo>
                    <a:pt x="290205" y="491302"/>
                  </a:lnTo>
                  <a:lnTo>
                    <a:pt x="291679" y="491235"/>
                  </a:lnTo>
                  <a:lnTo>
                    <a:pt x="293154" y="491169"/>
                  </a:lnTo>
                  <a:lnTo>
                    <a:pt x="294628" y="491102"/>
                  </a:lnTo>
                  <a:lnTo>
                    <a:pt x="296102" y="491035"/>
                  </a:lnTo>
                  <a:lnTo>
                    <a:pt x="297576" y="491035"/>
                  </a:lnTo>
                  <a:lnTo>
                    <a:pt x="299051" y="490992"/>
                  </a:lnTo>
                  <a:lnTo>
                    <a:pt x="300525" y="490948"/>
                  </a:lnTo>
                  <a:lnTo>
                    <a:pt x="301999" y="490948"/>
                  </a:lnTo>
                  <a:lnTo>
                    <a:pt x="303473" y="490948"/>
                  </a:lnTo>
                  <a:lnTo>
                    <a:pt x="304948" y="491004"/>
                  </a:lnTo>
                  <a:lnTo>
                    <a:pt x="306422" y="491059"/>
                  </a:lnTo>
                  <a:lnTo>
                    <a:pt x="307896" y="491115"/>
                  </a:lnTo>
                  <a:lnTo>
                    <a:pt x="309370" y="491215"/>
                  </a:lnTo>
                  <a:lnTo>
                    <a:pt x="310845" y="491270"/>
                  </a:lnTo>
                  <a:lnTo>
                    <a:pt x="312319" y="491326"/>
                  </a:lnTo>
                  <a:lnTo>
                    <a:pt x="313793" y="491382"/>
                  </a:lnTo>
                  <a:lnTo>
                    <a:pt x="315267" y="491438"/>
                  </a:lnTo>
                  <a:lnTo>
                    <a:pt x="316742" y="491493"/>
                  </a:lnTo>
                  <a:lnTo>
                    <a:pt x="318216" y="491675"/>
                  </a:lnTo>
                  <a:lnTo>
                    <a:pt x="319690" y="491789"/>
                  </a:lnTo>
                  <a:lnTo>
                    <a:pt x="321164" y="491947"/>
                  </a:lnTo>
                  <a:lnTo>
                    <a:pt x="322639" y="492104"/>
                  </a:lnTo>
                  <a:lnTo>
                    <a:pt x="324113" y="492204"/>
                  </a:lnTo>
                  <a:lnTo>
                    <a:pt x="325587" y="492304"/>
                  </a:lnTo>
                  <a:lnTo>
                    <a:pt x="327061" y="492304"/>
                  </a:lnTo>
                  <a:lnTo>
                    <a:pt x="328536" y="492360"/>
                  </a:lnTo>
                  <a:lnTo>
                    <a:pt x="330010" y="492415"/>
                  </a:lnTo>
                  <a:lnTo>
                    <a:pt x="331484" y="492529"/>
                  </a:lnTo>
                  <a:lnTo>
                    <a:pt x="332958" y="492687"/>
                  </a:lnTo>
                  <a:lnTo>
                    <a:pt x="334433" y="492844"/>
                  </a:lnTo>
                  <a:lnTo>
                    <a:pt x="335907" y="493002"/>
                  </a:lnTo>
                  <a:lnTo>
                    <a:pt x="337381" y="493159"/>
                  </a:lnTo>
                  <a:lnTo>
                    <a:pt x="338855" y="493316"/>
                  </a:lnTo>
                  <a:lnTo>
                    <a:pt x="340330" y="493360"/>
                  </a:lnTo>
                  <a:lnTo>
                    <a:pt x="341804" y="493404"/>
                  </a:lnTo>
                  <a:lnTo>
                    <a:pt x="343278" y="493448"/>
                  </a:lnTo>
                  <a:lnTo>
                    <a:pt x="344752" y="493492"/>
                  </a:lnTo>
                  <a:lnTo>
                    <a:pt x="346227" y="493536"/>
                  </a:lnTo>
                  <a:lnTo>
                    <a:pt x="347701" y="493635"/>
                  </a:lnTo>
                  <a:lnTo>
                    <a:pt x="349175" y="493802"/>
                  </a:lnTo>
                  <a:lnTo>
                    <a:pt x="350649" y="493912"/>
                  </a:lnTo>
                  <a:lnTo>
                    <a:pt x="352124" y="494022"/>
                  </a:lnTo>
                  <a:lnTo>
                    <a:pt x="353598" y="494089"/>
                  </a:lnTo>
                  <a:lnTo>
                    <a:pt x="355072" y="494155"/>
                  </a:lnTo>
                  <a:lnTo>
                    <a:pt x="356546" y="494222"/>
                  </a:lnTo>
                  <a:lnTo>
                    <a:pt x="358021" y="494288"/>
                  </a:lnTo>
                  <a:lnTo>
                    <a:pt x="359495" y="494355"/>
                  </a:lnTo>
                  <a:lnTo>
                    <a:pt x="360969" y="494421"/>
                  </a:lnTo>
                  <a:lnTo>
                    <a:pt x="362443" y="494488"/>
                  </a:lnTo>
                  <a:lnTo>
                    <a:pt x="363918" y="494555"/>
                  </a:lnTo>
                  <a:lnTo>
                    <a:pt x="365392" y="494665"/>
                  </a:lnTo>
                  <a:lnTo>
                    <a:pt x="366866" y="494775"/>
                  </a:lnTo>
                  <a:lnTo>
                    <a:pt x="368340" y="494886"/>
                  </a:lnTo>
                  <a:lnTo>
                    <a:pt x="369815" y="494952"/>
                  </a:lnTo>
                  <a:lnTo>
                    <a:pt x="371289" y="495019"/>
                  </a:lnTo>
                  <a:lnTo>
                    <a:pt x="372763" y="495019"/>
                  </a:lnTo>
                  <a:lnTo>
                    <a:pt x="374237" y="495019"/>
                  </a:lnTo>
                  <a:lnTo>
                    <a:pt x="375712" y="495063"/>
                  </a:lnTo>
                  <a:lnTo>
                    <a:pt x="377186" y="495063"/>
                  </a:lnTo>
                  <a:lnTo>
                    <a:pt x="378660" y="495063"/>
                  </a:lnTo>
                  <a:lnTo>
                    <a:pt x="380134" y="495063"/>
                  </a:lnTo>
                  <a:lnTo>
                    <a:pt x="381609" y="495121"/>
                  </a:lnTo>
                  <a:lnTo>
                    <a:pt x="383083" y="495179"/>
                  </a:lnTo>
                  <a:lnTo>
                    <a:pt x="384557" y="495237"/>
                  </a:lnTo>
                  <a:lnTo>
                    <a:pt x="386031" y="495295"/>
                  </a:lnTo>
                  <a:lnTo>
                    <a:pt x="387506" y="495294"/>
                  </a:lnTo>
                  <a:lnTo>
                    <a:pt x="388980" y="495294"/>
                  </a:lnTo>
                  <a:lnTo>
                    <a:pt x="390454" y="495294"/>
                  </a:lnTo>
                  <a:lnTo>
                    <a:pt x="391928" y="495294"/>
                  </a:lnTo>
                  <a:lnTo>
                    <a:pt x="393403" y="495226"/>
                  </a:lnTo>
                  <a:lnTo>
                    <a:pt x="394877" y="495226"/>
                  </a:lnTo>
                  <a:lnTo>
                    <a:pt x="396351" y="495294"/>
                  </a:lnTo>
                  <a:lnTo>
                    <a:pt x="397825" y="495294"/>
                  </a:lnTo>
                  <a:lnTo>
                    <a:pt x="399300" y="495353"/>
                  </a:lnTo>
                  <a:lnTo>
                    <a:pt x="400774" y="495410"/>
                  </a:lnTo>
                  <a:lnTo>
                    <a:pt x="402248" y="495466"/>
                  </a:lnTo>
                  <a:lnTo>
                    <a:pt x="403722" y="495466"/>
                  </a:lnTo>
                  <a:lnTo>
                    <a:pt x="405197" y="495466"/>
                  </a:lnTo>
                  <a:lnTo>
                    <a:pt x="406671" y="495408"/>
                  </a:lnTo>
                  <a:lnTo>
                    <a:pt x="408145" y="495350"/>
                  </a:lnTo>
                  <a:lnTo>
                    <a:pt x="409619" y="495292"/>
                  </a:lnTo>
                  <a:lnTo>
                    <a:pt x="411094" y="495234"/>
                  </a:lnTo>
                  <a:lnTo>
                    <a:pt x="412568" y="495176"/>
                  </a:lnTo>
                  <a:lnTo>
                    <a:pt x="414042" y="495118"/>
                  </a:lnTo>
                  <a:lnTo>
                    <a:pt x="415516" y="495118"/>
                  </a:lnTo>
                  <a:lnTo>
                    <a:pt x="416991" y="495174"/>
                  </a:lnTo>
                  <a:lnTo>
                    <a:pt x="418465" y="495174"/>
                  </a:lnTo>
                  <a:lnTo>
                    <a:pt x="419939" y="495174"/>
                  </a:lnTo>
                  <a:lnTo>
                    <a:pt x="421413" y="495174"/>
                  </a:lnTo>
                  <a:lnTo>
                    <a:pt x="422888" y="495118"/>
                  </a:lnTo>
                  <a:lnTo>
                    <a:pt x="424362" y="495063"/>
                  </a:lnTo>
                  <a:lnTo>
                    <a:pt x="425836" y="495019"/>
                  </a:lnTo>
                  <a:lnTo>
                    <a:pt x="427310" y="494975"/>
                  </a:lnTo>
                  <a:lnTo>
                    <a:pt x="428785" y="494975"/>
                  </a:lnTo>
                  <a:lnTo>
                    <a:pt x="430259" y="494975"/>
                  </a:lnTo>
                  <a:lnTo>
                    <a:pt x="431733" y="494975"/>
                  </a:lnTo>
                  <a:lnTo>
                    <a:pt x="433207" y="494975"/>
                  </a:lnTo>
                  <a:lnTo>
                    <a:pt x="434682" y="494975"/>
                  </a:lnTo>
                  <a:lnTo>
                    <a:pt x="436156" y="494975"/>
                  </a:lnTo>
                  <a:lnTo>
                    <a:pt x="437630" y="494975"/>
                  </a:lnTo>
                  <a:lnTo>
                    <a:pt x="439104" y="494908"/>
                  </a:lnTo>
                  <a:lnTo>
                    <a:pt x="440579" y="494798"/>
                  </a:lnTo>
                  <a:lnTo>
                    <a:pt x="442053" y="494687"/>
                  </a:lnTo>
                  <a:lnTo>
                    <a:pt x="443527" y="494577"/>
                  </a:lnTo>
                  <a:lnTo>
                    <a:pt x="445001" y="494510"/>
                  </a:lnTo>
                  <a:lnTo>
                    <a:pt x="446476" y="494444"/>
                  </a:lnTo>
                  <a:lnTo>
                    <a:pt x="447950" y="494444"/>
                  </a:lnTo>
                  <a:lnTo>
                    <a:pt x="449424" y="494444"/>
                  </a:lnTo>
                  <a:lnTo>
                    <a:pt x="450898" y="494400"/>
                  </a:lnTo>
                  <a:lnTo>
                    <a:pt x="452373" y="494356"/>
                  </a:lnTo>
                  <a:lnTo>
                    <a:pt x="453847" y="494312"/>
                  </a:lnTo>
                  <a:lnTo>
                    <a:pt x="455321" y="494213"/>
                  </a:lnTo>
                  <a:lnTo>
                    <a:pt x="456795" y="494055"/>
                  </a:lnTo>
                  <a:lnTo>
                    <a:pt x="458270" y="493897"/>
                  </a:lnTo>
                  <a:lnTo>
                    <a:pt x="459744" y="493740"/>
                  </a:lnTo>
                  <a:lnTo>
                    <a:pt x="461218" y="493582"/>
                  </a:lnTo>
                  <a:lnTo>
                    <a:pt x="462692" y="493526"/>
                  </a:lnTo>
                  <a:lnTo>
                    <a:pt x="464167" y="493471"/>
                  </a:lnTo>
                  <a:lnTo>
                    <a:pt x="465641" y="493529"/>
                  </a:lnTo>
                  <a:lnTo>
                    <a:pt x="467115" y="493587"/>
                  </a:lnTo>
                  <a:lnTo>
                    <a:pt x="468589" y="493587"/>
                  </a:lnTo>
                  <a:lnTo>
                    <a:pt x="470064" y="493529"/>
                  </a:lnTo>
                  <a:lnTo>
                    <a:pt x="471538" y="493403"/>
                  </a:lnTo>
                  <a:lnTo>
                    <a:pt x="473012" y="493403"/>
                  </a:lnTo>
                  <a:lnTo>
                    <a:pt x="474486" y="493403"/>
                  </a:lnTo>
                  <a:lnTo>
                    <a:pt x="475961" y="493403"/>
                  </a:lnTo>
                  <a:lnTo>
                    <a:pt x="477435" y="493529"/>
                  </a:lnTo>
                  <a:lnTo>
                    <a:pt x="478909" y="493655"/>
                  </a:lnTo>
                  <a:lnTo>
                    <a:pt x="480383" y="493782"/>
                  </a:lnTo>
                  <a:lnTo>
                    <a:pt x="481857" y="493908"/>
                  </a:lnTo>
                  <a:lnTo>
                    <a:pt x="483332" y="494034"/>
                  </a:lnTo>
                  <a:lnTo>
                    <a:pt x="484806" y="494233"/>
                  </a:lnTo>
                  <a:lnTo>
                    <a:pt x="486280" y="494431"/>
                  </a:lnTo>
                  <a:lnTo>
                    <a:pt x="487754" y="494735"/>
                  </a:lnTo>
                  <a:lnTo>
                    <a:pt x="489229" y="495182"/>
                  </a:lnTo>
                  <a:lnTo>
                    <a:pt x="490703" y="495684"/>
                  </a:lnTo>
                  <a:lnTo>
                    <a:pt x="492177" y="496275"/>
                  </a:lnTo>
                  <a:lnTo>
                    <a:pt x="493651" y="496922"/>
                  </a:lnTo>
                  <a:lnTo>
                    <a:pt x="495126" y="497569"/>
                  </a:lnTo>
                  <a:lnTo>
                    <a:pt x="496600" y="498215"/>
                  </a:lnTo>
                  <a:lnTo>
                    <a:pt x="498074" y="498862"/>
                  </a:lnTo>
                  <a:lnTo>
                    <a:pt x="499548" y="499509"/>
                  </a:lnTo>
                  <a:lnTo>
                    <a:pt x="501023" y="500199"/>
                  </a:lnTo>
                  <a:lnTo>
                    <a:pt x="502497" y="500890"/>
                  </a:lnTo>
                  <a:lnTo>
                    <a:pt x="503971" y="501708"/>
                  </a:lnTo>
                  <a:lnTo>
                    <a:pt x="505445" y="502527"/>
                  </a:lnTo>
                  <a:lnTo>
                    <a:pt x="506920" y="503218"/>
                  </a:lnTo>
                  <a:lnTo>
                    <a:pt x="508394" y="503908"/>
                  </a:lnTo>
                  <a:lnTo>
                    <a:pt x="509868" y="504312"/>
                  </a:lnTo>
                  <a:lnTo>
                    <a:pt x="511342" y="504610"/>
                  </a:lnTo>
                  <a:lnTo>
                    <a:pt x="512817" y="504835"/>
                  </a:lnTo>
                  <a:lnTo>
                    <a:pt x="514291" y="505001"/>
                  </a:lnTo>
                  <a:lnTo>
                    <a:pt x="515765" y="505168"/>
                  </a:lnTo>
                  <a:lnTo>
                    <a:pt x="517239" y="505392"/>
                  </a:lnTo>
                  <a:lnTo>
                    <a:pt x="518714" y="505615"/>
                  </a:lnTo>
                  <a:lnTo>
                    <a:pt x="520188" y="505782"/>
                  </a:lnTo>
                  <a:lnTo>
                    <a:pt x="521662" y="506006"/>
                  </a:lnTo>
                  <a:lnTo>
                    <a:pt x="523136" y="506163"/>
                  </a:lnTo>
                  <a:lnTo>
                    <a:pt x="524611" y="506321"/>
                  </a:lnTo>
                  <a:lnTo>
                    <a:pt x="526085" y="506365"/>
                  </a:lnTo>
                  <a:lnTo>
                    <a:pt x="527559" y="506409"/>
                  </a:lnTo>
                  <a:lnTo>
                    <a:pt x="529033" y="506508"/>
                  </a:lnTo>
                  <a:lnTo>
                    <a:pt x="530508" y="506608"/>
                  </a:lnTo>
                  <a:lnTo>
                    <a:pt x="531982" y="506708"/>
                  </a:lnTo>
                  <a:lnTo>
                    <a:pt x="533456" y="506865"/>
                  </a:lnTo>
                  <a:lnTo>
                    <a:pt x="534930" y="507163"/>
                  </a:lnTo>
                  <a:lnTo>
                    <a:pt x="536405" y="507461"/>
                  </a:lnTo>
                  <a:lnTo>
                    <a:pt x="537879" y="507821"/>
                  </a:lnTo>
                  <a:lnTo>
                    <a:pt x="539353" y="508180"/>
                  </a:lnTo>
                  <a:lnTo>
                    <a:pt x="540827" y="508569"/>
                  </a:lnTo>
                  <a:lnTo>
                    <a:pt x="542302" y="508958"/>
                  </a:lnTo>
                  <a:lnTo>
                    <a:pt x="543776" y="509203"/>
                  </a:lnTo>
                  <a:lnTo>
                    <a:pt x="545250" y="509507"/>
                  </a:lnTo>
                  <a:lnTo>
                    <a:pt x="546724" y="509810"/>
                  </a:lnTo>
                  <a:lnTo>
                    <a:pt x="548199" y="510056"/>
                  </a:lnTo>
                  <a:lnTo>
                    <a:pt x="549673" y="510301"/>
                  </a:lnTo>
                  <a:lnTo>
                    <a:pt x="551147" y="510547"/>
                  </a:lnTo>
                  <a:lnTo>
                    <a:pt x="552621" y="510724"/>
                  </a:lnTo>
                  <a:lnTo>
                    <a:pt x="554096" y="510901"/>
                  </a:lnTo>
                  <a:lnTo>
                    <a:pt x="555570" y="510974"/>
                  </a:lnTo>
                  <a:lnTo>
                    <a:pt x="557044" y="510905"/>
                  </a:lnTo>
                  <a:lnTo>
                    <a:pt x="558518" y="510837"/>
                  </a:lnTo>
                  <a:lnTo>
                    <a:pt x="559993" y="510639"/>
                  </a:lnTo>
                  <a:lnTo>
                    <a:pt x="561467" y="510440"/>
                  </a:lnTo>
                  <a:lnTo>
                    <a:pt x="562941" y="510081"/>
                  </a:lnTo>
                  <a:lnTo>
                    <a:pt x="564415" y="509578"/>
                  </a:lnTo>
                  <a:lnTo>
                    <a:pt x="565890" y="509076"/>
                  </a:lnTo>
                  <a:lnTo>
                    <a:pt x="567364" y="508485"/>
                  </a:lnTo>
                  <a:lnTo>
                    <a:pt x="568838" y="507894"/>
                  </a:lnTo>
                  <a:lnTo>
                    <a:pt x="570312" y="507303"/>
                  </a:lnTo>
                  <a:lnTo>
                    <a:pt x="571787" y="506770"/>
                  </a:lnTo>
                  <a:lnTo>
                    <a:pt x="573261" y="506236"/>
                  </a:lnTo>
                  <a:lnTo>
                    <a:pt x="574735" y="505703"/>
                  </a:lnTo>
                  <a:lnTo>
                    <a:pt x="576209" y="505170"/>
                  </a:lnTo>
                  <a:lnTo>
                    <a:pt x="577684" y="504705"/>
                  </a:lnTo>
                  <a:lnTo>
                    <a:pt x="579158" y="504290"/>
                  </a:lnTo>
                  <a:lnTo>
                    <a:pt x="580632" y="503874"/>
                  </a:lnTo>
                  <a:lnTo>
                    <a:pt x="582106" y="503482"/>
                  </a:lnTo>
                  <a:lnTo>
                    <a:pt x="583581" y="503089"/>
                  </a:lnTo>
                  <a:lnTo>
                    <a:pt x="585055" y="503089"/>
                  </a:lnTo>
                  <a:lnTo>
                    <a:pt x="586529" y="503194"/>
                  </a:lnTo>
                  <a:lnTo>
                    <a:pt x="588003" y="503371"/>
                  </a:lnTo>
                  <a:lnTo>
                    <a:pt x="589478" y="503675"/>
                  </a:lnTo>
                  <a:lnTo>
                    <a:pt x="590952" y="504121"/>
                  </a:lnTo>
                  <a:lnTo>
                    <a:pt x="592426" y="504510"/>
                  </a:lnTo>
                  <a:lnTo>
                    <a:pt x="593900" y="504756"/>
                  </a:lnTo>
                  <a:lnTo>
                    <a:pt x="595375" y="505203"/>
                  </a:lnTo>
                  <a:lnTo>
                    <a:pt x="596849" y="505592"/>
                  </a:lnTo>
                  <a:lnTo>
                    <a:pt x="598323" y="505980"/>
                  </a:lnTo>
                  <a:lnTo>
                    <a:pt x="599797" y="506226"/>
                  </a:lnTo>
                  <a:lnTo>
                    <a:pt x="601272" y="506480"/>
                  </a:lnTo>
                  <a:lnTo>
                    <a:pt x="602746" y="506734"/>
                  </a:lnTo>
                  <a:lnTo>
                    <a:pt x="604220" y="506932"/>
                  </a:lnTo>
                  <a:lnTo>
                    <a:pt x="605694" y="507131"/>
                  </a:lnTo>
                  <a:lnTo>
                    <a:pt x="607169" y="507189"/>
                  </a:lnTo>
                  <a:lnTo>
                    <a:pt x="608643" y="507189"/>
                  </a:lnTo>
                  <a:lnTo>
                    <a:pt x="610117" y="506991"/>
                  </a:lnTo>
                  <a:lnTo>
                    <a:pt x="611591" y="506736"/>
                  </a:lnTo>
                  <a:lnTo>
                    <a:pt x="613066" y="506377"/>
                  </a:lnTo>
                  <a:lnTo>
                    <a:pt x="614540" y="506018"/>
                  </a:lnTo>
                  <a:lnTo>
                    <a:pt x="616014" y="505629"/>
                  </a:lnTo>
                  <a:lnTo>
                    <a:pt x="617488" y="505182"/>
                  </a:lnTo>
                  <a:lnTo>
                    <a:pt x="618963" y="504879"/>
                  </a:lnTo>
                  <a:lnTo>
                    <a:pt x="620437" y="504575"/>
                  </a:lnTo>
                  <a:lnTo>
                    <a:pt x="621911" y="504272"/>
                  </a:lnTo>
                  <a:lnTo>
                    <a:pt x="623385" y="503968"/>
                  </a:lnTo>
                  <a:lnTo>
                    <a:pt x="624860" y="503665"/>
                  </a:lnTo>
                  <a:lnTo>
                    <a:pt x="626334" y="503361"/>
                  </a:lnTo>
                  <a:lnTo>
                    <a:pt x="627808" y="503058"/>
                  </a:lnTo>
                  <a:lnTo>
                    <a:pt x="629282" y="502754"/>
                  </a:lnTo>
                  <a:lnTo>
                    <a:pt x="630757" y="502556"/>
                  </a:lnTo>
                  <a:lnTo>
                    <a:pt x="632231" y="502498"/>
                  </a:lnTo>
                  <a:lnTo>
                    <a:pt x="633705" y="502440"/>
                  </a:lnTo>
                  <a:lnTo>
                    <a:pt x="635179" y="502440"/>
                  </a:lnTo>
                  <a:lnTo>
                    <a:pt x="636654" y="502440"/>
                  </a:lnTo>
                  <a:lnTo>
                    <a:pt x="638128" y="502396"/>
                  </a:lnTo>
                  <a:lnTo>
                    <a:pt x="639602" y="502396"/>
                  </a:lnTo>
                  <a:lnTo>
                    <a:pt x="641076" y="502396"/>
                  </a:lnTo>
                  <a:lnTo>
                    <a:pt x="642551" y="502341"/>
                  </a:lnTo>
                  <a:lnTo>
                    <a:pt x="644025" y="502285"/>
                  </a:lnTo>
                  <a:lnTo>
                    <a:pt x="645499" y="502229"/>
                  </a:lnTo>
                  <a:lnTo>
                    <a:pt x="646973" y="502116"/>
                  </a:lnTo>
                  <a:lnTo>
                    <a:pt x="648448" y="502058"/>
                  </a:lnTo>
                  <a:lnTo>
                    <a:pt x="649922" y="502000"/>
                  </a:lnTo>
                  <a:lnTo>
                    <a:pt x="651396" y="501942"/>
                  </a:lnTo>
                  <a:lnTo>
                    <a:pt x="652870" y="501815"/>
                  </a:lnTo>
                  <a:lnTo>
                    <a:pt x="654345" y="501512"/>
                  </a:lnTo>
                  <a:lnTo>
                    <a:pt x="655819" y="501208"/>
                  </a:lnTo>
                  <a:lnTo>
                    <a:pt x="657293" y="500954"/>
                  </a:lnTo>
                  <a:lnTo>
                    <a:pt x="658767" y="498992"/>
                  </a:lnTo>
                  <a:lnTo>
                    <a:pt x="660242" y="496926"/>
                  </a:lnTo>
                  <a:lnTo>
                    <a:pt x="661716" y="494816"/>
                  </a:lnTo>
                  <a:lnTo>
                    <a:pt x="663190" y="492705"/>
                  </a:lnTo>
                  <a:lnTo>
                    <a:pt x="664664" y="490595"/>
                  </a:lnTo>
                  <a:lnTo>
                    <a:pt x="666139" y="488341"/>
                  </a:lnTo>
                  <a:lnTo>
                    <a:pt x="667613" y="486087"/>
                  </a:lnTo>
                  <a:lnTo>
                    <a:pt x="669087" y="483977"/>
                  </a:lnTo>
                  <a:lnTo>
                    <a:pt x="670561" y="481657"/>
                  </a:lnTo>
                  <a:lnTo>
                    <a:pt x="672036" y="479336"/>
                  </a:lnTo>
                  <a:lnTo>
                    <a:pt x="673510" y="476105"/>
                  </a:lnTo>
                  <a:lnTo>
                    <a:pt x="674984" y="472449"/>
                  </a:lnTo>
                  <a:lnTo>
                    <a:pt x="676458" y="468898"/>
                  </a:lnTo>
                  <a:lnTo>
                    <a:pt x="677932" y="465346"/>
                  </a:lnTo>
                  <a:lnTo>
                    <a:pt x="679407" y="461795"/>
                  </a:lnTo>
                  <a:lnTo>
                    <a:pt x="680881" y="459723"/>
                  </a:lnTo>
                  <a:lnTo>
                    <a:pt x="682355" y="457792"/>
                  </a:lnTo>
                  <a:lnTo>
                    <a:pt x="683829" y="455860"/>
                  </a:lnTo>
                  <a:lnTo>
                    <a:pt x="685304" y="453987"/>
                  </a:lnTo>
                  <a:lnTo>
                    <a:pt x="686778" y="452169"/>
                  </a:lnTo>
                  <a:lnTo>
                    <a:pt x="688252" y="450351"/>
                  </a:lnTo>
                  <a:lnTo>
                    <a:pt x="689726" y="448644"/>
                  </a:lnTo>
                  <a:lnTo>
                    <a:pt x="691201" y="446823"/>
                  </a:lnTo>
                  <a:lnTo>
                    <a:pt x="692675" y="445116"/>
                  </a:lnTo>
                  <a:lnTo>
                    <a:pt x="694149" y="443408"/>
                  </a:lnTo>
                  <a:lnTo>
                    <a:pt x="695623" y="442752"/>
                  </a:lnTo>
                  <a:lnTo>
                    <a:pt x="697098" y="442809"/>
                  </a:lnTo>
                  <a:lnTo>
                    <a:pt x="698572" y="442868"/>
                  </a:lnTo>
                  <a:lnTo>
                    <a:pt x="700046" y="443171"/>
                  </a:lnTo>
                  <a:lnTo>
                    <a:pt x="701520" y="443474"/>
                  </a:lnTo>
                  <a:lnTo>
                    <a:pt x="702995" y="443778"/>
                  </a:lnTo>
                  <a:lnTo>
                    <a:pt x="704469" y="444081"/>
                  </a:lnTo>
                  <a:lnTo>
                    <a:pt x="705943" y="444385"/>
                  </a:lnTo>
                  <a:lnTo>
                    <a:pt x="707417" y="444831"/>
                  </a:lnTo>
                  <a:lnTo>
                    <a:pt x="708892" y="445278"/>
                  </a:lnTo>
                  <a:lnTo>
                    <a:pt x="710366" y="445725"/>
                  </a:lnTo>
                  <a:lnTo>
                    <a:pt x="711840" y="446028"/>
                  </a:lnTo>
                  <a:lnTo>
                    <a:pt x="713314" y="446432"/>
                  </a:lnTo>
                  <a:lnTo>
                    <a:pt x="714789" y="446791"/>
                  </a:lnTo>
                  <a:lnTo>
                    <a:pt x="716263" y="447150"/>
                  </a:lnTo>
                  <a:lnTo>
                    <a:pt x="717737" y="447509"/>
                  </a:lnTo>
                  <a:lnTo>
                    <a:pt x="719211" y="447869"/>
                  </a:lnTo>
                  <a:lnTo>
                    <a:pt x="720686" y="448228"/>
                  </a:lnTo>
                  <a:lnTo>
                    <a:pt x="722160" y="448410"/>
                  </a:lnTo>
                  <a:lnTo>
                    <a:pt x="723634" y="448608"/>
                  </a:lnTo>
                  <a:lnTo>
                    <a:pt x="725108" y="448806"/>
                  </a:lnTo>
                  <a:lnTo>
                    <a:pt x="726583" y="448933"/>
                  </a:lnTo>
                  <a:lnTo>
                    <a:pt x="728057" y="449059"/>
                  </a:lnTo>
                  <a:lnTo>
                    <a:pt x="729531" y="449258"/>
                  </a:lnTo>
                  <a:lnTo>
                    <a:pt x="731005" y="449456"/>
                  </a:lnTo>
                  <a:lnTo>
                    <a:pt x="732480" y="449710"/>
                  </a:lnTo>
                  <a:lnTo>
                    <a:pt x="733954" y="451672"/>
                  </a:lnTo>
                  <a:lnTo>
                    <a:pt x="735428" y="453561"/>
                  </a:lnTo>
                  <a:lnTo>
                    <a:pt x="736902" y="455494"/>
                  </a:lnTo>
                  <a:lnTo>
                    <a:pt x="738377" y="457359"/>
                  </a:lnTo>
                  <a:lnTo>
                    <a:pt x="739851" y="459166"/>
                  </a:lnTo>
                  <a:lnTo>
                    <a:pt x="741325" y="461031"/>
                  </a:lnTo>
                  <a:lnTo>
                    <a:pt x="742799" y="462964"/>
                  </a:lnTo>
                  <a:lnTo>
                    <a:pt x="744274" y="464969"/>
                  </a:lnTo>
                  <a:lnTo>
                    <a:pt x="745748" y="466969"/>
                  </a:lnTo>
                  <a:lnTo>
                    <a:pt x="747222" y="468969"/>
                  </a:lnTo>
                  <a:lnTo>
                    <a:pt x="748696" y="471952"/>
                  </a:lnTo>
                  <a:lnTo>
                    <a:pt x="750171" y="475608"/>
                  </a:lnTo>
                  <a:lnTo>
                    <a:pt x="751645" y="479087"/>
                  </a:lnTo>
                  <a:lnTo>
                    <a:pt x="753119" y="482566"/>
                  </a:lnTo>
                  <a:lnTo>
                    <a:pt x="754593" y="484577"/>
                  </a:lnTo>
                  <a:lnTo>
                    <a:pt x="756068" y="484869"/>
                  </a:lnTo>
                  <a:lnTo>
                    <a:pt x="757542" y="485161"/>
                  </a:lnTo>
                  <a:lnTo>
                    <a:pt x="759016" y="485454"/>
                  </a:lnTo>
                  <a:lnTo>
                    <a:pt x="760490" y="485923"/>
                  </a:lnTo>
                  <a:lnTo>
                    <a:pt x="761965" y="486393"/>
                  </a:lnTo>
                  <a:lnTo>
                    <a:pt x="763439" y="486758"/>
                  </a:lnTo>
                  <a:lnTo>
                    <a:pt x="764913" y="487012"/>
                  </a:lnTo>
                  <a:lnTo>
                    <a:pt x="766387" y="485892"/>
                  </a:lnTo>
                  <a:lnTo>
                    <a:pt x="767862" y="484717"/>
                  </a:lnTo>
                  <a:lnTo>
                    <a:pt x="769336" y="483541"/>
                  </a:lnTo>
                  <a:lnTo>
                    <a:pt x="770810" y="481315"/>
                  </a:lnTo>
                  <a:lnTo>
                    <a:pt x="772284" y="478374"/>
                  </a:lnTo>
                  <a:lnTo>
                    <a:pt x="773759" y="475576"/>
                  </a:lnTo>
                  <a:lnTo>
                    <a:pt x="775233" y="472533"/>
                  </a:lnTo>
                  <a:lnTo>
                    <a:pt x="776707" y="470734"/>
                  </a:lnTo>
                  <a:lnTo>
                    <a:pt x="778181" y="469171"/>
                  </a:lnTo>
                  <a:lnTo>
                    <a:pt x="779656" y="467606"/>
                  </a:lnTo>
                  <a:lnTo>
                    <a:pt x="781130" y="466186"/>
                  </a:lnTo>
                  <a:lnTo>
                    <a:pt x="782604" y="464623"/>
                  </a:lnTo>
                  <a:lnTo>
                    <a:pt x="784078" y="463060"/>
                  </a:lnTo>
                  <a:lnTo>
                    <a:pt x="785553" y="461497"/>
                  </a:lnTo>
                  <a:lnTo>
                    <a:pt x="787027" y="459933"/>
                  </a:lnTo>
                  <a:lnTo>
                    <a:pt x="788501" y="459933"/>
                  </a:lnTo>
                  <a:lnTo>
                    <a:pt x="789975" y="460076"/>
                  </a:lnTo>
                  <a:lnTo>
                    <a:pt x="791450" y="460076"/>
                  </a:lnTo>
                  <a:lnTo>
                    <a:pt x="792924" y="460076"/>
                  </a:lnTo>
                  <a:lnTo>
                    <a:pt x="794398" y="460076"/>
                  </a:lnTo>
                  <a:lnTo>
                    <a:pt x="795872" y="459971"/>
                  </a:lnTo>
                  <a:lnTo>
                    <a:pt x="797347" y="460043"/>
                  </a:lnTo>
                  <a:lnTo>
                    <a:pt x="798821" y="460148"/>
                  </a:lnTo>
                  <a:lnTo>
                    <a:pt x="800295" y="460253"/>
                  </a:lnTo>
                  <a:lnTo>
                    <a:pt x="801769" y="460431"/>
                  </a:lnTo>
                  <a:lnTo>
                    <a:pt x="803244" y="460503"/>
                  </a:lnTo>
                  <a:lnTo>
                    <a:pt x="804718" y="460362"/>
                  </a:lnTo>
                  <a:lnTo>
                    <a:pt x="806192" y="460222"/>
                  </a:lnTo>
                  <a:lnTo>
                    <a:pt x="807666" y="460081"/>
                  </a:lnTo>
                  <a:lnTo>
                    <a:pt x="809141" y="459941"/>
                  </a:lnTo>
                  <a:lnTo>
                    <a:pt x="810615" y="459872"/>
                  </a:lnTo>
                  <a:lnTo>
                    <a:pt x="812089" y="459746"/>
                  </a:lnTo>
                  <a:lnTo>
                    <a:pt x="813563" y="459688"/>
                  </a:lnTo>
                  <a:lnTo>
                    <a:pt x="815038" y="459633"/>
                  </a:lnTo>
                  <a:lnTo>
                    <a:pt x="816512" y="459519"/>
                  </a:lnTo>
                  <a:lnTo>
                    <a:pt x="817986" y="459337"/>
                  </a:lnTo>
                  <a:lnTo>
                    <a:pt x="819460" y="459083"/>
                  </a:lnTo>
                  <a:lnTo>
                    <a:pt x="820935" y="458857"/>
                  </a:lnTo>
                  <a:lnTo>
                    <a:pt x="822409" y="458631"/>
                  </a:lnTo>
                  <a:lnTo>
                    <a:pt x="823883" y="458333"/>
                  </a:lnTo>
                  <a:lnTo>
                    <a:pt x="825357" y="457930"/>
                  </a:lnTo>
                  <a:lnTo>
                    <a:pt x="826832" y="457704"/>
                  </a:lnTo>
                  <a:lnTo>
                    <a:pt x="828306" y="457478"/>
                  </a:lnTo>
                  <a:lnTo>
                    <a:pt x="829780" y="458720"/>
                  </a:lnTo>
                  <a:lnTo>
                    <a:pt x="831254" y="460201"/>
                  </a:lnTo>
                  <a:lnTo>
                    <a:pt x="832729" y="461683"/>
                  </a:lnTo>
                  <a:lnTo>
                    <a:pt x="834203" y="463165"/>
                  </a:lnTo>
                  <a:lnTo>
                    <a:pt x="835677" y="464469"/>
                  </a:lnTo>
                  <a:lnTo>
                    <a:pt x="837151" y="465773"/>
                  </a:lnTo>
                  <a:lnTo>
                    <a:pt x="838626" y="467183"/>
                  </a:lnTo>
                  <a:lnTo>
                    <a:pt x="840100" y="468592"/>
                  </a:lnTo>
                  <a:lnTo>
                    <a:pt x="841574" y="471375"/>
                  </a:lnTo>
                  <a:lnTo>
                    <a:pt x="843048" y="474159"/>
                  </a:lnTo>
                  <a:lnTo>
                    <a:pt x="844523" y="476876"/>
                  </a:lnTo>
                  <a:lnTo>
                    <a:pt x="845997" y="479593"/>
                  </a:lnTo>
                  <a:lnTo>
                    <a:pt x="847471" y="482309"/>
                  </a:lnTo>
                  <a:lnTo>
                    <a:pt x="848945" y="484883"/>
                  </a:lnTo>
                  <a:lnTo>
                    <a:pt x="850420" y="487456"/>
                  </a:lnTo>
                  <a:lnTo>
                    <a:pt x="851894" y="488785"/>
                  </a:lnTo>
                  <a:lnTo>
                    <a:pt x="853368" y="489880"/>
                  </a:lnTo>
                  <a:lnTo>
                    <a:pt x="854842" y="490974"/>
                  </a:lnTo>
                  <a:lnTo>
                    <a:pt x="856317" y="491925"/>
                  </a:lnTo>
                  <a:lnTo>
                    <a:pt x="857791" y="492875"/>
                  </a:lnTo>
                  <a:lnTo>
                    <a:pt x="859265" y="493825"/>
                  </a:lnTo>
                  <a:lnTo>
                    <a:pt x="860739" y="494775"/>
                  </a:lnTo>
                  <a:lnTo>
                    <a:pt x="862214" y="495870"/>
                  </a:lnTo>
                  <a:lnTo>
                    <a:pt x="863688" y="495467"/>
                  </a:lnTo>
                  <a:lnTo>
                    <a:pt x="865162" y="494920"/>
                  </a:lnTo>
                  <a:lnTo>
                    <a:pt x="866636" y="494517"/>
                  </a:lnTo>
                  <a:lnTo>
                    <a:pt x="868110" y="494114"/>
                  </a:lnTo>
                  <a:lnTo>
                    <a:pt x="869585" y="493711"/>
                  </a:lnTo>
                  <a:lnTo>
                    <a:pt x="871059" y="493413"/>
                  </a:lnTo>
                  <a:lnTo>
                    <a:pt x="872533" y="493115"/>
                  </a:lnTo>
                  <a:lnTo>
                    <a:pt x="874007" y="492712"/>
                  </a:lnTo>
                  <a:lnTo>
                    <a:pt x="875482" y="492309"/>
                  </a:lnTo>
                  <a:lnTo>
                    <a:pt x="876956" y="491950"/>
                  </a:lnTo>
                  <a:lnTo>
                    <a:pt x="878430" y="491696"/>
                  </a:lnTo>
                  <a:lnTo>
                    <a:pt x="879904" y="491638"/>
                  </a:lnTo>
                  <a:lnTo>
                    <a:pt x="881379" y="491580"/>
                  </a:lnTo>
                  <a:lnTo>
                    <a:pt x="882853" y="491580"/>
                  </a:lnTo>
                  <a:lnTo>
                    <a:pt x="884327" y="491825"/>
                  </a:lnTo>
                  <a:lnTo>
                    <a:pt x="885801" y="491966"/>
                  </a:lnTo>
                  <a:lnTo>
                    <a:pt x="887276" y="492270"/>
                  </a:lnTo>
                  <a:lnTo>
                    <a:pt x="888750" y="492716"/>
                  </a:lnTo>
                  <a:lnTo>
                    <a:pt x="890224" y="493219"/>
                  </a:lnTo>
                  <a:lnTo>
                    <a:pt x="891698" y="493866"/>
                  </a:lnTo>
                  <a:lnTo>
                    <a:pt x="893173" y="494641"/>
                  </a:lnTo>
                  <a:lnTo>
                    <a:pt x="894647" y="495416"/>
                  </a:lnTo>
                  <a:lnTo>
                    <a:pt x="896121" y="496235"/>
                  </a:lnTo>
                  <a:lnTo>
                    <a:pt x="897595" y="497241"/>
                  </a:lnTo>
                  <a:lnTo>
                    <a:pt x="899070" y="498247"/>
                  </a:lnTo>
                  <a:lnTo>
                    <a:pt x="900544" y="499252"/>
                  </a:lnTo>
                  <a:lnTo>
                    <a:pt x="902018" y="500258"/>
                  </a:lnTo>
                  <a:lnTo>
                    <a:pt x="903492" y="501264"/>
                  </a:lnTo>
                  <a:lnTo>
                    <a:pt x="904967" y="502270"/>
                  </a:lnTo>
                  <a:lnTo>
                    <a:pt x="906441" y="503089"/>
                  </a:lnTo>
                  <a:lnTo>
                    <a:pt x="907915" y="503908"/>
                  </a:lnTo>
                  <a:lnTo>
                    <a:pt x="909389" y="504726"/>
                  </a:lnTo>
                  <a:lnTo>
                    <a:pt x="910864" y="505417"/>
                  </a:lnTo>
                  <a:lnTo>
                    <a:pt x="912338" y="506107"/>
                  </a:lnTo>
                  <a:lnTo>
                    <a:pt x="913812" y="506654"/>
                  </a:lnTo>
                  <a:lnTo>
                    <a:pt x="915286" y="507057"/>
                  </a:lnTo>
                  <a:lnTo>
                    <a:pt x="916761" y="507460"/>
                  </a:lnTo>
                  <a:lnTo>
                    <a:pt x="918235" y="507863"/>
                  </a:lnTo>
                  <a:lnTo>
                    <a:pt x="919709" y="508155"/>
                  </a:lnTo>
                  <a:lnTo>
                    <a:pt x="921183" y="508448"/>
                  </a:lnTo>
                  <a:lnTo>
                    <a:pt x="922658" y="508558"/>
                  </a:lnTo>
                  <a:lnTo>
                    <a:pt x="924132" y="508669"/>
                  </a:lnTo>
                  <a:lnTo>
                    <a:pt x="925606" y="508835"/>
                  </a:lnTo>
                  <a:lnTo>
                    <a:pt x="927080" y="509001"/>
                  </a:lnTo>
                  <a:lnTo>
                    <a:pt x="928555" y="509167"/>
                  </a:lnTo>
                  <a:lnTo>
                    <a:pt x="930029" y="509333"/>
                  </a:lnTo>
                  <a:lnTo>
                    <a:pt x="931503" y="509499"/>
                  </a:lnTo>
                  <a:lnTo>
                    <a:pt x="932977" y="509665"/>
                  </a:lnTo>
                  <a:lnTo>
                    <a:pt x="934452" y="509776"/>
                  </a:lnTo>
                  <a:lnTo>
                    <a:pt x="935926" y="509886"/>
                  </a:lnTo>
                  <a:lnTo>
                    <a:pt x="937400" y="509997"/>
                  </a:lnTo>
                  <a:lnTo>
                    <a:pt x="938874" y="510041"/>
                  </a:lnTo>
                  <a:lnTo>
                    <a:pt x="940349" y="510141"/>
                  </a:lnTo>
                  <a:lnTo>
                    <a:pt x="941823" y="510240"/>
                  </a:lnTo>
                  <a:lnTo>
                    <a:pt x="943297" y="510466"/>
                  </a:lnTo>
                  <a:lnTo>
                    <a:pt x="944771" y="510692"/>
                  </a:lnTo>
                  <a:lnTo>
                    <a:pt x="946246" y="510918"/>
                  </a:lnTo>
                  <a:lnTo>
                    <a:pt x="947720" y="511075"/>
                  </a:lnTo>
                  <a:lnTo>
                    <a:pt x="949194" y="511175"/>
                  </a:lnTo>
                  <a:lnTo>
                    <a:pt x="950668" y="511274"/>
                  </a:lnTo>
                  <a:lnTo>
                    <a:pt x="952143" y="511330"/>
                  </a:lnTo>
                  <a:lnTo>
                    <a:pt x="953617" y="511386"/>
                  </a:lnTo>
                  <a:lnTo>
                    <a:pt x="955091" y="511444"/>
                  </a:lnTo>
                  <a:lnTo>
                    <a:pt x="956565" y="511501"/>
                  </a:lnTo>
                  <a:lnTo>
                    <a:pt x="958040" y="511501"/>
                  </a:lnTo>
                  <a:lnTo>
                    <a:pt x="959514" y="511256"/>
                  </a:lnTo>
                  <a:lnTo>
                    <a:pt x="960988" y="511115"/>
                  </a:lnTo>
                  <a:lnTo>
                    <a:pt x="962462" y="510812"/>
                  </a:lnTo>
                  <a:lnTo>
                    <a:pt x="963937" y="510365"/>
                  </a:lnTo>
                  <a:lnTo>
                    <a:pt x="965411" y="509818"/>
                  </a:lnTo>
                  <a:lnTo>
                    <a:pt x="966885" y="509128"/>
                  </a:lnTo>
                  <a:lnTo>
                    <a:pt x="968359" y="508309"/>
                  </a:lnTo>
                  <a:lnTo>
                    <a:pt x="969834" y="507490"/>
                  </a:lnTo>
                  <a:lnTo>
                    <a:pt x="971308" y="506672"/>
                  </a:lnTo>
                  <a:lnTo>
                    <a:pt x="972782" y="505666"/>
                  </a:lnTo>
                  <a:lnTo>
                    <a:pt x="974256" y="504703"/>
                  </a:lnTo>
                  <a:lnTo>
                    <a:pt x="975731" y="503855"/>
                  </a:lnTo>
                  <a:lnTo>
                    <a:pt x="977205" y="502948"/>
                  </a:lnTo>
                  <a:lnTo>
                    <a:pt x="978679" y="502042"/>
                  </a:lnTo>
                  <a:lnTo>
                    <a:pt x="980153" y="501135"/>
                  </a:lnTo>
                  <a:lnTo>
                    <a:pt x="981628" y="500416"/>
                  </a:lnTo>
                  <a:lnTo>
                    <a:pt x="983102" y="499823"/>
                  </a:lnTo>
                  <a:lnTo>
                    <a:pt x="984576" y="499230"/>
                  </a:lnTo>
                  <a:lnTo>
                    <a:pt x="986050" y="498766"/>
                  </a:lnTo>
                  <a:lnTo>
                    <a:pt x="987525" y="498301"/>
                  </a:lnTo>
                  <a:lnTo>
                    <a:pt x="988999" y="498301"/>
                  </a:lnTo>
                  <a:lnTo>
                    <a:pt x="990473" y="498904"/>
                  </a:lnTo>
                  <a:lnTo>
                    <a:pt x="991947" y="500185"/>
                  </a:lnTo>
                  <a:lnTo>
                    <a:pt x="993422" y="501788"/>
                  </a:lnTo>
                  <a:lnTo>
                    <a:pt x="994896" y="503568"/>
                  </a:lnTo>
                  <a:lnTo>
                    <a:pt x="996370" y="505349"/>
                  </a:lnTo>
                  <a:lnTo>
                    <a:pt x="997844" y="507311"/>
                  </a:lnTo>
                  <a:lnTo>
                    <a:pt x="999319" y="509273"/>
                  </a:lnTo>
                  <a:lnTo>
                    <a:pt x="1000793" y="511179"/>
                  </a:lnTo>
                  <a:lnTo>
                    <a:pt x="1002267" y="513435"/>
                  </a:lnTo>
                  <a:lnTo>
                    <a:pt x="1003741" y="515690"/>
                  </a:lnTo>
                  <a:lnTo>
                    <a:pt x="1005216" y="517596"/>
                  </a:lnTo>
                  <a:lnTo>
                    <a:pt x="1006690" y="519503"/>
                  </a:lnTo>
                  <a:lnTo>
                    <a:pt x="1008164" y="521758"/>
                  </a:lnTo>
                  <a:lnTo>
                    <a:pt x="1009638" y="524069"/>
                  </a:lnTo>
                  <a:lnTo>
                    <a:pt x="1011113" y="526031"/>
                  </a:lnTo>
                  <a:lnTo>
                    <a:pt x="1012587" y="527993"/>
                  </a:lnTo>
                  <a:lnTo>
                    <a:pt x="1014061" y="529634"/>
                  </a:lnTo>
                  <a:lnTo>
                    <a:pt x="1015535" y="530973"/>
                  </a:lnTo>
                  <a:lnTo>
                    <a:pt x="1017010" y="532097"/>
                  </a:lnTo>
                  <a:lnTo>
                    <a:pt x="1018484" y="533095"/>
                  </a:lnTo>
                  <a:lnTo>
                    <a:pt x="1019958" y="534093"/>
                  </a:lnTo>
                  <a:lnTo>
                    <a:pt x="1021432" y="535091"/>
                  </a:lnTo>
                  <a:lnTo>
                    <a:pt x="1022907" y="535939"/>
                  </a:lnTo>
                  <a:lnTo>
                    <a:pt x="1024381" y="536658"/>
                  </a:lnTo>
                  <a:lnTo>
                    <a:pt x="1025855" y="537565"/>
                  </a:lnTo>
                  <a:lnTo>
                    <a:pt x="1027329" y="538471"/>
                  </a:lnTo>
                  <a:lnTo>
                    <a:pt x="1028804" y="539378"/>
                  </a:lnTo>
                  <a:lnTo>
                    <a:pt x="1030278" y="540226"/>
                  </a:lnTo>
                  <a:lnTo>
                    <a:pt x="1031752" y="541075"/>
                  </a:lnTo>
                  <a:lnTo>
                    <a:pt x="1033226" y="541923"/>
                  </a:lnTo>
                  <a:lnTo>
                    <a:pt x="1034701" y="542456"/>
                  </a:lnTo>
                  <a:lnTo>
                    <a:pt x="1036175" y="542845"/>
                  </a:lnTo>
                  <a:lnTo>
                    <a:pt x="1037649" y="543148"/>
                  </a:lnTo>
                  <a:lnTo>
                    <a:pt x="1039123" y="543595"/>
                  </a:lnTo>
                  <a:lnTo>
                    <a:pt x="1040598" y="544142"/>
                  </a:lnTo>
                  <a:lnTo>
                    <a:pt x="1042072" y="544688"/>
                  </a:lnTo>
                  <a:lnTo>
                    <a:pt x="1043546" y="545234"/>
                  </a:lnTo>
                  <a:lnTo>
                    <a:pt x="1045020" y="545780"/>
                  </a:lnTo>
                  <a:lnTo>
                    <a:pt x="1046495" y="546327"/>
                  </a:lnTo>
                  <a:lnTo>
                    <a:pt x="1047969" y="546730"/>
                  </a:lnTo>
                  <a:lnTo>
                    <a:pt x="1049443" y="547232"/>
                  </a:lnTo>
                  <a:lnTo>
                    <a:pt x="1050917" y="547621"/>
                  </a:lnTo>
                  <a:lnTo>
                    <a:pt x="1052392" y="547925"/>
                  </a:lnTo>
                  <a:lnTo>
                    <a:pt x="1053866" y="548229"/>
                  </a:lnTo>
                  <a:lnTo>
                    <a:pt x="1055340" y="548427"/>
                  </a:lnTo>
                  <a:lnTo>
                    <a:pt x="1056814" y="548485"/>
                  </a:lnTo>
                  <a:lnTo>
                    <a:pt x="1058289" y="548359"/>
                  </a:lnTo>
                  <a:lnTo>
                    <a:pt x="1059763" y="548232"/>
                  </a:lnTo>
                  <a:lnTo>
                    <a:pt x="1061237" y="548051"/>
                  </a:lnTo>
                  <a:lnTo>
                    <a:pt x="1062711" y="547869"/>
                  </a:lnTo>
                  <a:lnTo>
                    <a:pt x="1064185" y="547366"/>
                  </a:lnTo>
                  <a:lnTo>
                    <a:pt x="1065660" y="546404"/>
                  </a:lnTo>
                  <a:lnTo>
                    <a:pt x="1067134" y="544764"/>
                  </a:lnTo>
                  <a:lnTo>
                    <a:pt x="1068608" y="542802"/>
                  </a:lnTo>
                  <a:lnTo>
                    <a:pt x="1070082" y="540896"/>
                  </a:lnTo>
                  <a:lnTo>
                    <a:pt x="1071557" y="538934"/>
                  </a:lnTo>
                  <a:lnTo>
                    <a:pt x="1073031" y="536972"/>
                  </a:lnTo>
                  <a:lnTo>
                    <a:pt x="1074505" y="534966"/>
                  </a:lnTo>
                  <a:lnTo>
                    <a:pt x="1075979" y="532960"/>
                  </a:lnTo>
                  <a:lnTo>
                    <a:pt x="1077454" y="530605"/>
                  </a:lnTo>
                  <a:lnTo>
                    <a:pt x="1078928" y="528250"/>
                  </a:lnTo>
                  <a:lnTo>
                    <a:pt x="1080402" y="526244"/>
                  </a:lnTo>
                  <a:lnTo>
                    <a:pt x="1081876" y="524238"/>
                  </a:lnTo>
                  <a:lnTo>
                    <a:pt x="1083351" y="521927"/>
                  </a:lnTo>
                  <a:lnTo>
                    <a:pt x="1084825" y="519616"/>
                  </a:lnTo>
                  <a:lnTo>
                    <a:pt x="1086299" y="517654"/>
                  </a:lnTo>
                  <a:lnTo>
                    <a:pt x="1087773" y="515692"/>
                  </a:lnTo>
                  <a:lnTo>
                    <a:pt x="1089248" y="514052"/>
                  </a:lnTo>
                  <a:lnTo>
                    <a:pt x="1090722" y="512712"/>
                  </a:lnTo>
                  <a:lnTo>
                    <a:pt x="1092196" y="511532"/>
                  </a:lnTo>
                  <a:lnTo>
                    <a:pt x="1093670" y="510352"/>
                  </a:lnTo>
                  <a:lnTo>
                    <a:pt x="1095145" y="509172"/>
                  </a:lnTo>
                  <a:lnTo>
                    <a:pt x="1096619" y="507992"/>
                  </a:lnTo>
                  <a:lnTo>
                    <a:pt x="1098093" y="507144"/>
                  </a:lnTo>
                  <a:lnTo>
                    <a:pt x="1099567" y="506483"/>
                  </a:lnTo>
                  <a:lnTo>
                    <a:pt x="1101042" y="505634"/>
                  </a:lnTo>
                  <a:lnTo>
                    <a:pt x="1102516" y="504786"/>
                  </a:lnTo>
                  <a:lnTo>
                    <a:pt x="1103990" y="503937"/>
                  </a:lnTo>
                  <a:lnTo>
                    <a:pt x="1105464" y="503157"/>
                  </a:lnTo>
                  <a:lnTo>
                    <a:pt x="1106939" y="502377"/>
                  </a:lnTo>
                  <a:lnTo>
                    <a:pt x="1108413" y="501597"/>
                  </a:lnTo>
                  <a:lnTo>
                    <a:pt x="1109887" y="501309"/>
                  </a:lnTo>
                  <a:lnTo>
                    <a:pt x="1111361" y="501166"/>
                  </a:lnTo>
                  <a:lnTo>
                    <a:pt x="1112836" y="501166"/>
                  </a:lnTo>
                  <a:lnTo>
                    <a:pt x="1114310" y="501022"/>
                  </a:lnTo>
                  <a:lnTo>
                    <a:pt x="1115784" y="500879"/>
                  </a:lnTo>
                  <a:lnTo>
                    <a:pt x="1117258" y="500736"/>
                  </a:lnTo>
                  <a:lnTo>
                    <a:pt x="1118733" y="500593"/>
                  </a:lnTo>
                  <a:lnTo>
                    <a:pt x="1120207" y="500344"/>
                  </a:lnTo>
                  <a:lnTo>
                    <a:pt x="1121681" y="500096"/>
                  </a:lnTo>
                  <a:lnTo>
                    <a:pt x="1123155" y="499991"/>
                  </a:lnTo>
                  <a:lnTo>
                    <a:pt x="1124630" y="499742"/>
                  </a:lnTo>
                  <a:lnTo>
                    <a:pt x="1126104" y="499494"/>
                  </a:lnTo>
                  <a:lnTo>
                    <a:pt x="1127578" y="499248"/>
                  </a:lnTo>
                  <a:lnTo>
                    <a:pt x="1129052" y="499003"/>
                  </a:lnTo>
                  <a:lnTo>
                    <a:pt x="1130527" y="498862"/>
                  </a:lnTo>
                  <a:lnTo>
                    <a:pt x="1132001" y="498705"/>
                  </a:lnTo>
                  <a:lnTo>
                    <a:pt x="1133475" y="498649"/>
                  </a:lnTo>
                  <a:lnTo>
                    <a:pt x="1134949" y="498549"/>
                  </a:lnTo>
                  <a:lnTo>
                    <a:pt x="1136424" y="498506"/>
                  </a:lnTo>
                  <a:lnTo>
                    <a:pt x="1137898" y="498506"/>
                  </a:lnTo>
                  <a:lnTo>
                    <a:pt x="1139372" y="497119"/>
                  </a:lnTo>
                  <a:lnTo>
                    <a:pt x="1140846" y="495412"/>
                  </a:lnTo>
                  <a:lnTo>
                    <a:pt x="1142321" y="493760"/>
                  </a:lnTo>
                  <a:lnTo>
                    <a:pt x="1143795" y="492109"/>
                  </a:lnTo>
                  <a:lnTo>
                    <a:pt x="1145269" y="490401"/>
                  </a:lnTo>
                  <a:lnTo>
                    <a:pt x="1146743" y="488749"/>
                  </a:lnTo>
                  <a:lnTo>
                    <a:pt x="1148218" y="486408"/>
                  </a:lnTo>
                  <a:lnTo>
                    <a:pt x="1149692" y="483321"/>
                  </a:lnTo>
                  <a:lnTo>
                    <a:pt x="1151166" y="480234"/>
                  </a:lnTo>
                  <a:lnTo>
                    <a:pt x="1152640" y="477147"/>
                  </a:lnTo>
                  <a:lnTo>
                    <a:pt x="1154115" y="474118"/>
                  </a:lnTo>
                  <a:lnTo>
                    <a:pt x="1155589" y="471031"/>
                  </a:lnTo>
                  <a:lnTo>
                    <a:pt x="1157063" y="467944"/>
                  </a:lnTo>
                  <a:lnTo>
                    <a:pt x="1158537" y="464813"/>
                  </a:lnTo>
                  <a:lnTo>
                    <a:pt x="1160012" y="461626"/>
                  </a:lnTo>
                  <a:lnTo>
                    <a:pt x="1161486" y="459607"/>
                  </a:lnTo>
                  <a:lnTo>
                    <a:pt x="1162960" y="457900"/>
                  </a:lnTo>
                  <a:lnTo>
                    <a:pt x="1164434" y="456149"/>
                  </a:lnTo>
                  <a:lnTo>
                    <a:pt x="1165909" y="454342"/>
                  </a:lnTo>
                  <a:lnTo>
                    <a:pt x="1167383" y="452590"/>
                  </a:lnTo>
                  <a:lnTo>
                    <a:pt x="1168857" y="450839"/>
                  </a:lnTo>
                  <a:lnTo>
                    <a:pt x="1170331" y="449824"/>
                  </a:lnTo>
                  <a:lnTo>
                    <a:pt x="1171806" y="449780"/>
                  </a:lnTo>
                  <a:lnTo>
                    <a:pt x="1173280" y="449623"/>
                  </a:lnTo>
                  <a:lnTo>
                    <a:pt x="1174754" y="449465"/>
                  </a:lnTo>
                  <a:lnTo>
                    <a:pt x="1176228" y="449351"/>
                  </a:lnTo>
                  <a:lnTo>
                    <a:pt x="1177703" y="449238"/>
                  </a:lnTo>
                  <a:lnTo>
                    <a:pt x="1179177" y="449124"/>
                  </a:lnTo>
                  <a:lnTo>
                    <a:pt x="1180651" y="448942"/>
                  </a:lnTo>
                  <a:lnTo>
                    <a:pt x="1182125" y="448760"/>
                  </a:lnTo>
                  <a:lnTo>
                    <a:pt x="1183600" y="448578"/>
                  </a:lnTo>
                  <a:lnTo>
                    <a:pt x="1185074" y="448219"/>
                  </a:lnTo>
                  <a:lnTo>
                    <a:pt x="1186548" y="447860"/>
                  </a:lnTo>
                  <a:lnTo>
                    <a:pt x="1188022" y="447500"/>
                  </a:lnTo>
                  <a:lnTo>
                    <a:pt x="1189497" y="447142"/>
                  </a:lnTo>
                  <a:lnTo>
                    <a:pt x="1190971" y="446896"/>
                  </a:lnTo>
                  <a:lnTo>
                    <a:pt x="1192445" y="446719"/>
                  </a:lnTo>
                  <a:lnTo>
                    <a:pt x="1193919" y="446614"/>
                  </a:lnTo>
                  <a:lnTo>
                    <a:pt x="1195394" y="446614"/>
                  </a:lnTo>
                  <a:lnTo>
                    <a:pt x="1196868" y="446614"/>
                  </a:lnTo>
                  <a:lnTo>
                    <a:pt x="1198342" y="446542"/>
                  </a:lnTo>
                  <a:lnTo>
                    <a:pt x="1199816" y="446470"/>
                  </a:lnTo>
                  <a:lnTo>
                    <a:pt x="1201291" y="446397"/>
                  </a:lnTo>
                  <a:lnTo>
                    <a:pt x="1202765" y="446466"/>
                  </a:lnTo>
                  <a:lnTo>
                    <a:pt x="1204239" y="446534"/>
                  </a:lnTo>
                  <a:lnTo>
                    <a:pt x="1205713" y="446674"/>
                  </a:lnTo>
                  <a:lnTo>
                    <a:pt x="1207188" y="446972"/>
                  </a:lnTo>
                  <a:lnTo>
                    <a:pt x="1208662" y="447226"/>
                  </a:lnTo>
                  <a:lnTo>
                    <a:pt x="1210136" y="447524"/>
                  </a:lnTo>
                  <a:lnTo>
                    <a:pt x="1211610" y="447822"/>
                  </a:lnTo>
                  <a:lnTo>
                    <a:pt x="1213085" y="447936"/>
                  </a:lnTo>
                  <a:lnTo>
                    <a:pt x="1214559" y="449436"/>
                  </a:lnTo>
                  <a:lnTo>
                    <a:pt x="1216033" y="451325"/>
                  </a:lnTo>
                  <a:lnTo>
                    <a:pt x="1217507" y="453231"/>
                  </a:lnTo>
                  <a:lnTo>
                    <a:pt x="1218982" y="455137"/>
                  </a:lnTo>
                  <a:lnTo>
                    <a:pt x="1220456" y="457148"/>
                  </a:lnTo>
                  <a:lnTo>
                    <a:pt x="1221930" y="459158"/>
                  </a:lnTo>
                  <a:lnTo>
                    <a:pt x="1223404" y="461860"/>
                  </a:lnTo>
                  <a:lnTo>
                    <a:pt x="1224879" y="465350"/>
                  </a:lnTo>
                  <a:lnTo>
                    <a:pt x="1226353" y="468839"/>
                  </a:lnTo>
                  <a:lnTo>
                    <a:pt x="1227827" y="472224"/>
                  </a:lnTo>
                  <a:lnTo>
                    <a:pt x="1229301" y="475656"/>
                  </a:lnTo>
                  <a:lnTo>
                    <a:pt x="1230776" y="479290"/>
                  </a:lnTo>
                  <a:lnTo>
                    <a:pt x="1232250" y="482923"/>
                  </a:lnTo>
                  <a:lnTo>
                    <a:pt x="1233724" y="486829"/>
                  </a:lnTo>
                  <a:lnTo>
                    <a:pt x="1235198" y="490977"/>
                  </a:lnTo>
                  <a:lnTo>
                    <a:pt x="1236673" y="493959"/>
                  </a:lnTo>
                  <a:lnTo>
                    <a:pt x="1238147" y="496265"/>
                  </a:lnTo>
                  <a:lnTo>
                    <a:pt x="1239621" y="497271"/>
                  </a:lnTo>
                  <a:lnTo>
                    <a:pt x="1241095" y="498120"/>
                  </a:lnTo>
                  <a:lnTo>
                    <a:pt x="1242570" y="497647"/>
                  </a:lnTo>
                  <a:lnTo>
                    <a:pt x="1244044" y="497174"/>
                  </a:lnTo>
                  <a:lnTo>
                    <a:pt x="1245518" y="495965"/>
                  </a:lnTo>
                  <a:lnTo>
                    <a:pt x="1246992" y="493785"/>
                  </a:lnTo>
                  <a:lnTo>
                    <a:pt x="1248467" y="491604"/>
                  </a:lnTo>
                  <a:lnTo>
                    <a:pt x="1249941" y="489355"/>
                  </a:lnTo>
                  <a:lnTo>
                    <a:pt x="1251415" y="485826"/>
                  </a:lnTo>
                  <a:lnTo>
                    <a:pt x="1252889" y="482297"/>
                  </a:lnTo>
                  <a:lnTo>
                    <a:pt x="1254364" y="477712"/>
                  </a:lnTo>
                  <a:lnTo>
                    <a:pt x="1255838" y="472829"/>
                  </a:lnTo>
                  <a:lnTo>
                    <a:pt x="1257312" y="467673"/>
                  </a:lnTo>
                  <a:lnTo>
                    <a:pt x="1258786" y="462518"/>
                  </a:lnTo>
                  <a:lnTo>
                    <a:pt x="1260260" y="457443"/>
                  </a:lnTo>
                  <a:lnTo>
                    <a:pt x="1261735" y="453311"/>
                  </a:lnTo>
                  <a:lnTo>
                    <a:pt x="1263209" y="449303"/>
                  </a:lnTo>
                  <a:lnTo>
                    <a:pt x="1264683" y="446298"/>
                  </a:lnTo>
                  <a:lnTo>
                    <a:pt x="1266157" y="443180"/>
                  </a:lnTo>
                  <a:lnTo>
                    <a:pt x="1267632" y="439994"/>
                  </a:lnTo>
                  <a:lnTo>
                    <a:pt x="1269106" y="436667"/>
                  </a:lnTo>
                  <a:lnTo>
                    <a:pt x="1270580" y="433340"/>
                  </a:lnTo>
                  <a:lnTo>
                    <a:pt x="1272054" y="430082"/>
                  </a:lnTo>
                  <a:lnTo>
                    <a:pt x="1273529" y="428248"/>
                  </a:lnTo>
                  <a:lnTo>
                    <a:pt x="1275003" y="426415"/>
                  </a:lnTo>
                  <a:lnTo>
                    <a:pt x="1276477" y="426050"/>
                  </a:lnTo>
                  <a:lnTo>
                    <a:pt x="1277951" y="425868"/>
                  </a:lnTo>
                  <a:lnTo>
                    <a:pt x="1279426" y="425686"/>
                  </a:lnTo>
                  <a:lnTo>
                    <a:pt x="1280900" y="425432"/>
                  </a:lnTo>
                  <a:lnTo>
                    <a:pt x="1282374" y="425178"/>
                  </a:lnTo>
                  <a:lnTo>
                    <a:pt x="1283848" y="424924"/>
                  </a:lnTo>
                  <a:lnTo>
                    <a:pt x="1285323" y="424669"/>
                  </a:lnTo>
                  <a:lnTo>
                    <a:pt x="1286797" y="424471"/>
                  </a:lnTo>
                  <a:lnTo>
                    <a:pt x="1288271" y="424413"/>
                  </a:lnTo>
                  <a:lnTo>
                    <a:pt x="1289745" y="424355"/>
                  </a:lnTo>
                  <a:lnTo>
                    <a:pt x="1291220" y="424229"/>
                  </a:lnTo>
                  <a:lnTo>
                    <a:pt x="1292694" y="424030"/>
                  </a:lnTo>
                  <a:lnTo>
                    <a:pt x="1294168" y="423776"/>
                  </a:lnTo>
                  <a:lnTo>
                    <a:pt x="1295642" y="423417"/>
                  </a:lnTo>
                  <a:lnTo>
                    <a:pt x="1297117" y="423014"/>
                  </a:lnTo>
                  <a:lnTo>
                    <a:pt x="1298591" y="422611"/>
                  </a:lnTo>
                  <a:lnTo>
                    <a:pt x="1300065" y="422208"/>
                  </a:lnTo>
                  <a:lnTo>
                    <a:pt x="1301539" y="421805"/>
                  </a:lnTo>
                  <a:lnTo>
                    <a:pt x="1303014" y="421507"/>
                  </a:lnTo>
                  <a:lnTo>
                    <a:pt x="1304488" y="421103"/>
                  </a:lnTo>
                  <a:lnTo>
                    <a:pt x="1305962" y="420601"/>
                  </a:lnTo>
                  <a:lnTo>
                    <a:pt x="1307436" y="420098"/>
                  </a:lnTo>
                  <a:lnTo>
                    <a:pt x="1308911" y="419280"/>
                  </a:lnTo>
                  <a:lnTo>
                    <a:pt x="1310385" y="418273"/>
                  </a:lnTo>
                  <a:lnTo>
                    <a:pt x="1311859" y="417311"/>
                  </a:lnTo>
                  <a:lnTo>
                    <a:pt x="1313333" y="416712"/>
                  </a:lnTo>
                  <a:lnTo>
                    <a:pt x="1314808" y="417513"/>
                  </a:lnTo>
                  <a:lnTo>
                    <a:pt x="1316282" y="418472"/>
                  </a:lnTo>
                  <a:lnTo>
                    <a:pt x="1317756" y="420752"/>
                  </a:lnTo>
                  <a:lnTo>
                    <a:pt x="1319230" y="423032"/>
                  </a:lnTo>
                  <a:lnTo>
                    <a:pt x="1320705" y="425312"/>
                  </a:lnTo>
                  <a:lnTo>
                    <a:pt x="1322179" y="427592"/>
                  </a:lnTo>
                  <a:lnTo>
                    <a:pt x="1323653" y="429930"/>
                  </a:lnTo>
                  <a:lnTo>
                    <a:pt x="1325127" y="432405"/>
                  </a:lnTo>
                  <a:lnTo>
                    <a:pt x="1326602" y="436116"/>
                  </a:lnTo>
                  <a:lnTo>
                    <a:pt x="1328076" y="439758"/>
                  </a:lnTo>
                  <a:lnTo>
                    <a:pt x="1329550" y="444457"/>
                  </a:lnTo>
                  <a:lnTo>
                    <a:pt x="1331024" y="449454"/>
                  </a:lnTo>
                  <a:lnTo>
                    <a:pt x="1332499" y="454723"/>
                  </a:lnTo>
                  <a:lnTo>
                    <a:pt x="1333973" y="459934"/>
                  </a:lnTo>
                  <a:lnTo>
                    <a:pt x="1335447" y="465065"/>
                  </a:lnTo>
                  <a:lnTo>
                    <a:pt x="1336921" y="469197"/>
                  </a:lnTo>
                  <a:lnTo>
                    <a:pt x="1338396" y="473261"/>
                  </a:lnTo>
                  <a:lnTo>
                    <a:pt x="1339870" y="476321"/>
                  </a:lnTo>
                  <a:lnTo>
                    <a:pt x="1341344" y="479381"/>
                  </a:lnTo>
                  <a:lnTo>
                    <a:pt x="1342818" y="482441"/>
                  </a:lnTo>
                  <a:lnTo>
                    <a:pt x="1344293" y="485570"/>
                  </a:lnTo>
                  <a:lnTo>
                    <a:pt x="1345767" y="488642"/>
                  </a:lnTo>
                  <a:lnTo>
                    <a:pt x="1347241" y="491602"/>
                  </a:lnTo>
                  <a:lnTo>
                    <a:pt x="1348715" y="493210"/>
                  </a:lnTo>
                  <a:lnTo>
                    <a:pt x="1350190" y="494817"/>
                  </a:lnTo>
                  <a:lnTo>
                    <a:pt x="1351664" y="494957"/>
                  </a:lnTo>
                  <a:lnTo>
                    <a:pt x="1353138" y="494913"/>
                  </a:lnTo>
                  <a:lnTo>
                    <a:pt x="1354612" y="494869"/>
                  </a:lnTo>
                  <a:lnTo>
                    <a:pt x="1356087" y="494869"/>
                  </a:lnTo>
                  <a:lnTo>
                    <a:pt x="1357561" y="494925"/>
                  </a:lnTo>
                  <a:lnTo>
                    <a:pt x="1359035" y="494981"/>
                  </a:lnTo>
                  <a:lnTo>
                    <a:pt x="1360509" y="494981"/>
                  </a:lnTo>
                  <a:lnTo>
                    <a:pt x="1361984" y="494925"/>
                  </a:lnTo>
                  <a:lnTo>
                    <a:pt x="1363458" y="494869"/>
                  </a:lnTo>
                  <a:lnTo>
                    <a:pt x="1364932" y="494814"/>
                  </a:lnTo>
                  <a:lnTo>
                    <a:pt x="1366406" y="494758"/>
                  </a:lnTo>
                  <a:lnTo>
                    <a:pt x="1367881" y="494702"/>
                  </a:lnTo>
                  <a:lnTo>
                    <a:pt x="1369355" y="494758"/>
                  </a:lnTo>
                  <a:lnTo>
                    <a:pt x="1370829" y="494814"/>
                  </a:lnTo>
                  <a:lnTo>
                    <a:pt x="1372303" y="494913"/>
                  </a:lnTo>
                  <a:lnTo>
                    <a:pt x="1373778" y="495013"/>
                  </a:lnTo>
                  <a:lnTo>
                    <a:pt x="1375252" y="495416"/>
                  </a:lnTo>
                  <a:lnTo>
                    <a:pt x="1376726" y="495962"/>
                  </a:lnTo>
                  <a:lnTo>
                    <a:pt x="1378200" y="496509"/>
                  </a:lnTo>
                  <a:lnTo>
                    <a:pt x="1379675" y="497055"/>
                  </a:lnTo>
                  <a:lnTo>
                    <a:pt x="1381149" y="497558"/>
                  </a:lnTo>
                  <a:lnTo>
                    <a:pt x="1382623" y="498204"/>
                  </a:lnTo>
                  <a:lnTo>
                    <a:pt x="1384097" y="498895"/>
                  </a:lnTo>
                  <a:lnTo>
                    <a:pt x="1385572" y="499585"/>
                  </a:lnTo>
                  <a:lnTo>
                    <a:pt x="1387046" y="500232"/>
                  </a:lnTo>
                  <a:lnTo>
                    <a:pt x="1388520" y="501007"/>
                  </a:lnTo>
                  <a:lnTo>
                    <a:pt x="1389994" y="501726"/>
                  </a:lnTo>
                  <a:lnTo>
                    <a:pt x="1391469" y="502445"/>
                  </a:lnTo>
                  <a:lnTo>
                    <a:pt x="1392943" y="503164"/>
                  </a:lnTo>
                  <a:lnTo>
                    <a:pt x="1394417" y="503883"/>
                  </a:lnTo>
                  <a:lnTo>
                    <a:pt x="1395891" y="504603"/>
                  </a:lnTo>
                  <a:lnTo>
                    <a:pt x="1397366" y="505194"/>
                  </a:lnTo>
                  <a:lnTo>
                    <a:pt x="1398840" y="505582"/>
                  </a:lnTo>
                  <a:lnTo>
                    <a:pt x="1400314" y="505760"/>
                  </a:lnTo>
                  <a:lnTo>
                    <a:pt x="1401788" y="505937"/>
                  </a:lnTo>
                  <a:lnTo>
                    <a:pt x="1403263" y="506183"/>
                  </a:lnTo>
                  <a:lnTo>
                    <a:pt x="1404737" y="506323"/>
                  </a:lnTo>
                  <a:lnTo>
                    <a:pt x="1406211" y="506391"/>
                  </a:lnTo>
                  <a:lnTo>
                    <a:pt x="1407685" y="506460"/>
                  </a:lnTo>
                  <a:lnTo>
                    <a:pt x="1409160" y="506586"/>
                  </a:lnTo>
                  <a:lnTo>
                    <a:pt x="1410634" y="506644"/>
                  </a:lnTo>
                  <a:lnTo>
                    <a:pt x="1412108" y="506757"/>
                  </a:lnTo>
                  <a:lnTo>
                    <a:pt x="1413582" y="506815"/>
                  </a:lnTo>
                  <a:lnTo>
                    <a:pt x="1415057" y="506874"/>
                  </a:lnTo>
                  <a:lnTo>
                    <a:pt x="1416531" y="506932"/>
                  </a:lnTo>
                  <a:lnTo>
                    <a:pt x="1418005" y="506932"/>
                  </a:lnTo>
                  <a:lnTo>
                    <a:pt x="1419479" y="506876"/>
                  </a:lnTo>
                  <a:lnTo>
                    <a:pt x="1420954" y="506932"/>
                  </a:lnTo>
                  <a:lnTo>
                    <a:pt x="1422428" y="507031"/>
                  </a:lnTo>
                  <a:lnTo>
                    <a:pt x="1423902" y="507075"/>
                  </a:lnTo>
                  <a:lnTo>
                    <a:pt x="1425376" y="507175"/>
                  </a:lnTo>
                  <a:lnTo>
                    <a:pt x="1426851" y="507275"/>
                  </a:lnTo>
                  <a:lnTo>
                    <a:pt x="1428325" y="507500"/>
                  </a:lnTo>
                  <a:lnTo>
                    <a:pt x="1429799" y="507903"/>
                  </a:lnTo>
                  <a:lnTo>
                    <a:pt x="1431273" y="508263"/>
                  </a:lnTo>
                  <a:lnTo>
                    <a:pt x="1432748" y="508566"/>
                  </a:lnTo>
                  <a:lnTo>
                    <a:pt x="1434222" y="508870"/>
                  </a:lnTo>
                  <a:lnTo>
                    <a:pt x="1435696" y="509229"/>
                  </a:lnTo>
                  <a:lnTo>
                    <a:pt x="1437170" y="509588"/>
                  </a:lnTo>
                  <a:lnTo>
                    <a:pt x="1438645" y="509947"/>
                  </a:lnTo>
                  <a:lnTo>
                    <a:pt x="1440119" y="510307"/>
                  </a:lnTo>
                  <a:lnTo>
                    <a:pt x="1441593" y="510809"/>
                  </a:lnTo>
                  <a:lnTo>
                    <a:pt x="1443067" y="511311"/>
                  </a:lnTo>
                  <a:lnTo>
                    <a:pt x="1444542" y="511758"/>
                  </a:lnTo>
                  <a:lnTo>
                    <a:pt x="1446016" y="512205"/>
                  </a:lnTo>
                  <a:lnTo>
                    <a:pt x="1447490" y="512652"/>
                  </a:lnTo>
                  <a:lnTo>
                    <a:pt x="1448964" y="513099"/>
                  </a:lnTo>
                  <a:lnTo>
                    <a:pt x="1450439" y="513098"/>
                  </a:lnTo>
                  <a:lnTo>
                    <a:pt x="1451913" y="512850"/>
                  </a:lnTo>
                  <a:lnTo>
                    <a:pt x="1453387" y="512602"/>
                  </a:lnTo>
                  <a:lnTo>
                    <a:pt x="1454861" y="512281"/>
                  </a:lnTo>
                  <a:lnTo>
                    <a:pt x="1456335" y="511960"/>
                  </a:lnTo>
                  <a:lnTo>
                    <a:pt x="1457810" y="511427"/>
                  </a:lnTo>
                  <a:lnTo>
                    <a:pt x="1459284" y="510963"/>
                  </a:lnTo>
                  <a:lnTo>
                    <a:pt x="1460758" y="510498"/>
                  </a:lnTo>
                  <a:lnTo>
                    <a:pt x="1462232" y="510033"/>
                  </a:lnTo>
                  <a:lnTo>
                    <a:pt x="1463707" y="509314"/>
                  </a:lnTo>
                  <a:lnTo>
                    <a:pt x="1465181" y="508595"/>
                  </a:lnTo>
                  <a:lnTo>
                    <a:pt x="1466655" y="507820"/>
                  </a:lnTo>
                  <a:lnTo>
                    <a:pt x="1468129" y="507045"/>
                  </a:lnTo>
                  <a:lnTo>
                    <a:pt x="1469604" y="506326"/>
                  </a:lnTo>
                  <a:lnTo>
                    <a:pt x="1471078" y="505607"/>
                  </a:lnTo>
                  <a:lnTo>
                    <a:pt x="1472552" y="505015"/>
                  </a:lnTo>
                  <a:lnTo>
                    <a:pt x="1474026" y="504695"/>
                  </a:lnTo>
                  <a:lnTo>
                    <a:pt x="1475501" y="504517"/>
                  </a:lnTo>
                  <a:lnTo>
                    <a:pt x="1476975" y="504340"/>
                  </a:lnTo>
                  <a:lnTo>
                    <a:pt x="1478449" y="504163"/>
                  </a:lnTo>
                  <a:lnTo>
                    <a:pt x="1479923" y="504091"/>
                  </a:lnTo>
                  <a:lnTo>
                    <a:pt x="1481398" y="504023"/>
                  </a:lnTo>
                  <a:lnTo>
                    <a:pt x="1482872" y="504095"/>
                  </a:lnTo>
                  <a:lnTo>
                    <a:pt x="1484346" y="504416"/>
                  </a:lnTo>
                  <a:lnTo>
                    <a:pt x="1485820" y="504949"/>
                  </a:lnTo>
                  <a:lnTo>
                    <a:pt x="1487295" y="505797"/>
                  </a:lnTo>
                  <a:lnTo>
                    <a:pt x="1488769" y="506646"/>
                  </a:lnTo>
                  <a:lnTo>
                    <a:pt x="1490243" y="507494"/>
                  </a:lnTo>
                  <a:lnTo>
                    <a:pt x="1491717" y="508343"/>
                  </a:lnTo>
                  <a:lnTo>
                    <a:pt x="1493192" y="509249"/>
                  </a:lnTo>
                  <a:lnTo>
                    <a:pt x="1494666" y="510211"/>
                  </a:lnTo>
                  <a:lnTo>
                    <a:pt x="1496140" y="511117"/>
                  </a:lnTo>
                  <a:lnTo>
                    <a:pt x="1497614" y="512024"/>
                  </a:lnTo>
                  <a:lnTo>
                    <a:pt x="1499089" y="512986"/>
                  </a:lnTo>
                  <a:lnTo>
                    <a:pt x="1500563" y="514110"/>
                  </a:lnTo>
                  <a:lnTo>
                    <a:pt x="1502037" y="515449"/>
                  </a:lnTo>
                  <a:lnTo>
                    <a:pt x="1503511" y="516907"/>
                  </a:lnTo>
                  <a:lnTo>
                    <a:pt x="1504986" y="518510"/>
                  </a:lnTo>
                  <a:lnTo>
                    <a:pt x="1506460" y="520113"/>
                  </a:lnTo>
                  <a:lnTo>
                    <a:pt x="1507934" y="522065"/>
                  </a:lnTo>
                  <a:lnTo>
                    <a:pt x="1509408" y="524412"/>
                  </a:lnTo>
                  <a:lnTo>
                    <a:pt x="1510883" y="527191"/>
                  </a:lnTo>
                  <a:lnTo>
                    <a:pt x="1512357" y="528887"/>
                  </a:lnTo>
                  <a:lnTo>
                    <a:pt x="1513831" y="530503"/>
                  </a:lnTo>
                  <a:lnTo>
                    <a:pt x="1515305" y="532120"/>
                  </a:lnTo>
                  <a:lnTo>
                    <a:pt x="1516780" y="533593"/>
                  </a:lnTo>
                  <a:lnTo>
                    <a:pt x="1518254" y="535066"/>
                  </a:lnTo>
                  <a:lnTo>
                    <a:pt x="1519728" y="537147"/>
                  </a:lnTo>
                  <a:lnTo>
                    <a:pt x="1521202" y="538911"/>
                  </a:lnTo>
                  <a:lnTo>
                    <a:pt x="1522677" y="539959"/>
                  </a:lnTo>
                  <a:lnTo>
                    <a:pt x="1524151" y="541696"/>
                  </a:lnTo>
                  <a:lnTo>
                    <a:pt x="1525625" y="543391"/>
                  </a:lnTo>
                  <a:lnTo>
                    <a:pt x="1527099" y="545259"/>
                  </a:lnTo>
                  <a:lnTo>
                    <a:pt x="1528574" y="547127"/>
                  </a:lnTo>
                  <a:lnTo>
                    <a:pt x="1530048" y="549067"/>
                  </a:lnTo>
                  <a:lnTo>
                    <a:pt x="1531522" y="551007"/>
                  </a:lnTo>
                  <a:lnTo>
                    <a:pt x="1532996" y="553015"/>
                  </a:lnTo>
                  <a:lnTo>
                    <a:pt x="1534471" y="556191"/>
                  </a:lnTo>
                  <a:lnTo>
                    <a:pt x="1535945" y="559436"/>
                  </a:lnTo>
                  <a:lnTo>
                    <a:pt x="1537419" y="562680"/>
                  </a:lnTo>
                  <a:lnTo>
                    <a:pt x="1538893" y="566880"/>
                  </a:lnTo>
                  <a:lnTo>
                    <a:pt x="1540368" y="571530"/>
                  </a:lnTo>
                  <a:lnTo>
                    <a:pt x="1541842" y="574837"/>
                  </a:lnTo>
                  <a:lnTo>
                    <a:pt x="1543316" y="578144"/>
                  </a:lnTo>
                  <a:lnTo>
                    <a:pt x="1544790" y="581964"/>
                  </a:lnTo>
                  <a:lnTo>
                    <a:pt x="1546265" y="585785"/>
                  </a:lnTo>
                  <a:lnTo>
                    <a:pt x="1547612" y="589806"/>
                  </a:lnTo>
                  <a:lnTo>
                    <a:pt x="1649261" y="589806"/>
                  </a:lnTo>
                  <a:lnTo>
                    <a:pt x="1649462" y="589312"/>
                  </a:lnTo>
                  <a:lnTo>
                    <a:pt x="1650936" y="585681"/>
                  </a:lnTo>
                  <a:lnTo>
                    <a:pt x="1652410" y="581617"/>
                  </a:lnTo>
                  <a:lnTo>
                    <a:pt x="1653885" y="578546"/>
                  </a:lnTo>
                  <a:lnTo>
                    <a:pt x="1655359" y="575787"/>
                  </a:lnTo>
                  <a:lnTo>
                    <a:pt x="1656833" y="574005"/>
                  </a:lnTo>
                  <a:lnTo>
                    <a:pt x="1658307" y="572223"/>
                  </a:lnTo>
                  <a:lnTo>
                    <a:pt x="1659782" y="572574"/>
                  </a:lnTo>
                  <a:lnTo>
                    <a:pt x="1661256" y="573554"/>
                  </a:lnTo>
                  <a:lnTo>
                    <a:pt x="1662730" y="574415"/>
                  </a:lnTo>
                  <a:lnTo>
                    <a:pt x="1664204" y="576534"/>
                  </a:lnTo>
                  <a:lnTo>
                    <a:pt x="1665679" y="580084"/>
                  </a:lnTo>
                  <a:lnTo>
                    <a:pt x="1667153" y="581805"/>
                  </a:lnTo>
                  <a:lnTo>
                    <a:pt x="1668627" y="584992"/>
                  </a:lnTo>
                  <a:lnTo>
                    <a:pt x="1670101" y="588178"/>
                  </a:lnTo>
                  <a:lnTo>
                    <a:pt x="1670729" y="589806"/>
                  </a:lnTo>
                  <a:lnTo>
                    <a:pt x="1760781" y="589806"/>
                  </a:lnTo>
                  <a:lnTo>
                    <a:pt x="1761505" y="587440"/>
                  </a:lnTo>
                  <a:lnTo>
                    <a:pt x="1762979" y="583192"/>
                  </a:lnTo>
                  <a:lnTo>
                    <a:pt x="1764453" y="578944"/>
                  </a:lnTo>
                  <a:lnTo>
                    <a:pt x="1765928" y="574695"/>
                  </a:lnTo>
                  <a:lnTo>
                    <a:pt x="1767402" y="570260"/>
                  </a:lnTo>
                  <a:lnTo>
                    <a:pt x="1768876" y="565696"/>
                  </a:lnTo>
                  <a:lnTo>
                    <a:pt x="1770350" y="560989"/>
                  </a:lnTo>
                  <a:lnTo>
                    <a:pt x="1771825" y="556281"/>
                  </a:lnTo>
                  <a:lnTo>
                    <a:pt x="1773299" y="552610"/>
                  </a:lnTo>
                  <a:lnTo>
                    <a:pt x="1774773" y="549574"/>
                  </a:lnTo>
                  <a:lnTo>
                    <a:pt x="1776247" y="546682"/>
                  </a:lnTo>
                  <a:lnTo>
                    <a:pt x="1777722" y="544378"/>
                  </a:lnTo>
                  <a:lnTo>
                    <a:pt x="1779196" y="542074"/>
                  </a:lnTo>
                  <a:lnTo>
                    <a:pt x="1780670" y="540136"/>
                  </a:lnTo>
                  <a:lnTo>
                    <a:pt x="1782144" y="538307"/>
                  </a:lnTo>
                  <a:lnTo>
                    <a:pt x="1783619" y="536667"/>
                  </a:lnTo>
                  <a:lnTo>
                    <a:pt x="1785093" y="534599"/>
                  </a:lnTo>
                  <a:lnTo>
                    <a:pt x="1786567" y="533586"/>
                  </a:lnTo>
                  <a:lnTo>
                    <a:pt x="1788041" y="531950"/>
                  </a:lnTo>
                  <a:lnTo>
                    <a:pt x="1789516" y="530207"/>
                  </a:lnTo>
                  <a:lnTo>
                    <a:pt x="1790990" y="529536"/>
                  </a:lnTo>
                  <a:lnTo>
                    <a:pt x="1792464" y="529187"/>
                  </a:lnTo>
                  <a:lnTo>
                    <a:pt x="1793938" y="529187"/>
                  </a:lnTo>
                  <a:lnTo>
                    <a:pt x="1795413" y="527985"/>
                  </a:lnTo>
                  <a:lnTo>
                    <a:pt x="1796887" y="527193"/>
                  </a:lnTo>
                  <a:lnTo>
                    <a:pt x="1798361" y="526402"/>
                  </a:lnTo>
                  <a:lnTo>
                    <a:pt x="1799835" y="525825"/>
                  </a:lnTo>
                  <a:lnTo>
                    <a:pt x="1801310" y="525118"/>
                  </a:lnTo>
                  <a:lnTo>
                    <a:pt x="1802784" y="524411"/>
                  </a:lnTo>
                  <a:lnTo>
                    <a:pt x="1804258" y="523704"/>
                  </a:lnTo>
                  <a:lnTo>
                    <a:pt x="1805732" y="521985"/>
                  </a:lnTo>
                  <a:lnTo>
                    <a:pt x="1807207" y="520114"/>
                  </a:lnTo>
                  <a:lnTo>
                    <a:pt x="1808681" y="518243"/>
                  </a:lnTo>
                  <a:lnTo>
                    <a:pt x="1810155" y="517057"/>
                  </a:lnTo>
                  <a:lnTo>
                    <a:pt x="1811629" y="516386"/>
                  </a:lnTo>
                  <a:lnTo>
                    <a:pt x="1813104" y="515499"/>
                  </a:lnTo>
                  <a:lnTo>
                    <a:pt x="1814578" y="514500"/>
                  </a:lnTo>
                  <a:lnTo>
                    <a:pt x="1816052" y="513313"/>
                  </a:lnTo>
                  <a:lnTo>
                    <a:pt x="1817526" y="511999"/>
                  </a:lnTo>
                  <a:lnTo>
                    <a:pt x="1819001" y="510435"/>
                  </a:lnTo>
                  <a:lnTo>
                    <a:pt x="1820475" y="508479"/>
                  </a:lnTo>
                  <a:lnTo>
                    <a:pt x="1821949" y="506379"/>
                  </a:lnTo>
                  <a:lnTo>
                    <a:pt x="1823423" y="504151"/>
                  </a:lnTo>
                  <a:lnTo>
                    <a:pt x="1824898" y="501736"/>
                  </a:lnTo>
                  <a:lnTo>
                    <a:pt x="1826372" y="499507"/>
                  </a:lnTo>
                  <a:lnTo>
                    <a:pt x="1827846" y="498483"/>
                  </a:lnTo>
                  <a:lnTo>
                    <a:pt x="1829320" y="497822"/>
                  </a:lnTo>
                  <a:lnTo>
                    <a:pt x="1830795" y="496973"/>
                  </a:lnTo>
                  <a:lnTo>
                    <a:pt x="1832269" y="496125"/>
                  </a:lnTo>
                  <a:lnTo>
                    <a:pt x="1833743" y="495163"/>
                  </a:lnTo>
                  <a:lnTo>
                    <a:pt x="1835217" y="494200"/>
                  </a:lnTo>
                  <a:lnTo>
                    <a:pt x="1836692" y="493238"/>
                  </a:lnTo>
                  <a:lnTo>
                    <a:pt x="1838166" y="492276"/>
                  </a:lnTo>
                  <a:lnTo>
                    <a:pt x="1839640" y="491314"/>
                  </a:lnTo>
                  <a:lnTo>
                    <a:pt x="1841114" y="490352"/>
                  </a:lnTo>
                  <a:lnTo>
                    <a:pt x="1842589" y="489633"/>
                  </a:lnTo>
                  <a:lnTo>
                    <a:pt x="1844063" y="489042"/>
                  </a:lnTo>
                  <a:lnTo>
                    <a:pt x="1845537" y="488595"/>
                  </a:lnTo>
                  <a:lnTo>
                    <a:pt x="1847011" y="488148"/>
                  </a:lnTo>
                  <a:lnTo>
                    <a:pt x="1848485" y="487903"/>
                  </a:lnTo>
                  <a:lnTo>
                    <a:pt x="1849960" y="487514"/>
                  </a:lnTo>
                  <a:lnTo>
                    <a:pt x="1851434" y="486981"/>
                  </a:lnTo>
                  <a:lnTo>
                    <a:pt x="1852908" y="486516"/>
                  </a:lnTo>
                  <a:lnTo>
                    <a:pt x="1854382" y="486229"/>
                  </a:lnTo>
                  <a:lnTo>
                    <a:pt x="1855857" y="485941"/>
                  </a:lnTo>
                  <a:lnTo>
                    <a:pt x="1857331" y="485754"/>
                  </a:lnTo>
                  <a:lnTo>
                    <a:pt x="1858805" y="485625"/>
                  </a:lnTo>
                  <a:lnTo>
                    <a:pt x="1860279" y="485310"/>
                  </a:lnTo>
                  <a:lnTo>
                    <a:pt x="1861754" y="484994"/>
                  </a:lnTo>
                  <a:lnTo>
                    <a:pt x="1863228" y="485430"/>
                  </a:lnTo>
                  <a:lnTo>
                    <a:pt x="1864702" y="486516"/>
                  </a:lnTo>
                  <a:lnTo>
                    <a:pt x="1866176" y="487546"/>
                  </a:lnTo>
                  <a:lnTo>
                    <a:pt x="1867651" y="488066"/>
                  </a:lnTo>
                  <a:lnTo>
                    <a:pt x="1869125" y="488773"/>
                  </a:lnTo>
                  <a:lnTo>
                    <a:pt x="1870599" y="489481"/>
                  </a:lnTo>
                  <a:lnTo>
                    <a:pt x="1872073" y="490272"/>
                  </a:lnTo>
                  <a:lnTo>
                    <a:pt x="1873548" y="491064"/>
                  </a:lnTo>
                  <a:lnTo>
                    <a:pt x="1875022" y="491856"/>
                  </a:lnTo>
                  <a:lnTo>
                    <a:pt x="1876496" y="492781"/>
                  </a:lnTo>
                  <a:lnTo>
                    <a:pt x="1877970" y="493706"/>
                  </a:lnTo>
                  <a:lnTo>
                    <a:pt x="1879445" y="494413"/>
                  </a:lnTo>
                  <a:lnTo>
                    <a:pt x="1880919" y="496537"/>
                  </a:lnTo>
                  <a:lnTo>
                    <a:pt x="1882393" y="498941"/>
                  </a:lnTo>
                  <a:lnTo>
                    <a:pt x="1883867" y="501345"/>
                  </a:lnTo>
                  <a:lnTo>
                    <a:pt x="1885342" y="502845"/>
                  </a:lnTo>
                  <a:lnTo>
                    <a:pt x="1886816" y="503090"/>
                  </a:lnTo>
                  <a:lnTo>
                    <a:pt x="1888290" y="503550"/>
                  </a:lnTo>
                  <a:lnTo>
                    <a:pt x="1889764" y="503763"/>
                  </a:lnTo>
                  <a:lnTo>
                    <a:pt x="1891239" y="503149"/>
                  </a:lnTo>
                  <a:lnTo>
                    <a:pt x="1892713" y="502985"/>
                  </a:lnTo>
                  <a:lnTo>
                    <a:pt x="1894187" y="502966"/>
                  </a:lnTo>
                  <a:lnTo>
                    <a:pt x="1895661" y="503195"/>
                  </a:lnTo>
                  <a:lnTo>
                    <a:pt x="1897136" y="501756"/>
                  </a:lnTo>
                  <a:lnTo>
                    <a:pt x="1898610" y="499514"/>
                  </a:lnTo>
                  <a:lnTo>
                    <a:pt x="1900084" y="496626"/>
                  </a:lnTo>
                  <a:lnTo>
                    <a:pt x="1901558" y="493327"/>
                  </a:lnTo>
                  <a:lnTo>
                    <a:pt x="1903033" y="488825"/>
                  </a:lnTo>
                  <a:lnTo>
                    <a:pt x="1904507" y="483960"/>
                  </a:lnTo>
                  <a:lnTo>
                    <a:pt x="1905981" y="479095"/>
                  </a:lnTo>
                  <a:lnTo>
                    <a:pt x="1907455" y="474433"/>
                  </a:lnTo>
                  <a:lnTo>
                    <a:pt x="1908930" y="470415"/>
                  </a:lnTo>
                  <a:lnTo>
                    <a:pt x="1910404" y="466397"/>
                  </a:lnTo>
                  <a:lnTo>
                    <a:pt x="1911878" y="462472"/>
                  </a:lnTo>
                  <a:lnTo>
                    <a:pt x="1913352" y="459376"/>
                  </a:lnTo>
                  <a:lnTo>
                    <a:pt x="1914827" y="455847"/>
                  </a:lnTo>
                  <a:lnTo>
                    <a:pt x="1916301" y="452318"/>
                  </a:lnTo>
                  <a:lnTo>
                    <a:pt x="1917775" y="448418"/>
                  </a:lnTo>
                  <a:lnTo>
                    <a:pt x="1919249" y="446246"/>
                  </a:lnTo>
                  <a:lnTo>
                    <a:pt x="1920724" y="444985"/>
                  </a:lnTo>
                  <a:lnTo>
                    <a:pt x="1922198" y="444574"/>
                  </a:lnTo>
                  <a:lnTo>
                    <a:pt x="1923672" y="444819"/>
                  </a:lnTo>
                  <a:lnTo>
                    <a:pt x="1925146" y="445208"/>
                  </a:lnTo>
                  <a:lnTo>
                    <a:pt x="1926621" y="445869"/>
                  </a:lnTo>
                  <a:lnTo>
                    <a:pt x="1928095" y="446334"/>
                  </a:lnTo>
                  <a:lnTo>
                    <a:pt x="1929569" y="446750"/>
                  </a:lnTo>
                  <a:lnTo>
                    <a:pt x="1931043" y="447166"/>
                  </a:lnTo>
                  <a:lnTo>
                    <a:pt x="1932518" y="447166"/>
                  </a:lnTo>
                  <a:lnTo>
                    <a:pt x="1933992" y="447481"/>
                  </a:lnTo>
                  <a:lnTo>
                    <a:pt x="1935466" y="447797"/>
                  </a:lnTo>
                  <a:lnTo>
                    <a:pt x="1936940" y="448545"/>
                  </a:lnTo>
                  <a:lnTo>
                    <a:pt x="1938415" y="449733"/>
                  </a:lnTo>
                  <a:lnTo>
                    <a:pt x="1939889" y="451269"/>
                  </a:lnTo>
                  <a:lnTo>
                    <a:pt x="1941363" y="453012"/>
                  </a:lnTo>
                  <a:lnTo>
                    <a:pt x="1942837" y="454865"/>
                  </a:lnTo>
                  <a:lnTo>
                    <a:pt x="1944312" y="456487"/>
                  </a:lnTo>
                  <a:lnTo>
                    <a:pt x="1945786" y="459243"/>
                  </a:lnTo>
                  <a:lnTo>
                    <a:pt x="1947260" y="461882"/>
                  </a:lnTo>
                  <a:lnTo>
                    <a:pt x="1948734" y="463278"/>
                  </a:lnTo>
                  <a:lnTo>
                    <a:pt x="1950209" y="465309"/>
                  </a:lnTo>
                  <a:lnTo>
                    <a:pt x="1951683" y="467555"/>
                  </a:lnTo>
                  <a:lnTo>
                    <a:pt x="1953157" y="469802"/>
                  </a:lnTo>
                  <a:lnTo>
                    <a:pt x="1954631" y="473096"/>
                  </a:lnTo>
                  <a:lnTo>
                    <a:pt x="1956106" y="476171"/>
                  </a:lnTo>
                  <a:lnTo>
                    <a:pt x="1957580" y="479247"/>
                  </a:lnTo>
                  <a:lnTo>
                    <a:pt x="1959054" y="482323"/>
                  </a:lnTo>
                  <a:lnTo>
                    <a:pt x="1960528" y="485761"/>
                  </a:lnTo>
                  <a:lnTo>
                    <a:pt x="1962003" y="490084"/>
                  </a:lnTo>
                  <a:lnTo>
                    <a:pt x="1963477" y="494407"/>
                  </a:lnTo>
                  <a:lnTo>
                    <a:pt x="1964951" y="500058"/>
                  </a:lnTo>
                  <a:lnTo>
                    <a:pt x="1966425" y="506510"/>
                  </a:lnTo>
                  <a:lnTo>
                    <a:pt x="1967900" y="512640"/>
                  </a:lnTo>
                  <a:lnTo>
                    <a:pt x="1969374" y="518374"/>
                  </a:lnTo>
                  <a:lnTo>
                    <a:pt x="1970848" y="525575"/>
                  </a:lnTo>
                  <a:lnTo>
                    <a:pt x="1972322" y="533893"/>
                  </a:lnTo>
                  <a:lnTo>
                    <a:pt x="1973797" y="542326"/>
                  </a:lnTo>
                  <a:lnTo>
                    <a:pt x="1975271" y="551405"/>
                  </a:lnTo>
                  <a:lnTo>
                    <a:pt x="1976745" y="560894"/>
                  </a:lnTo>
                  <a:lnTo>
                    <a:pt x="1978219" y="569754"/>
                  </a:lnTo>
                  <a:lnTo>
                    <a:pt x="1979694" y="577089"/>
                  </a:lnTo>
                  <a:lnTo>
                    <a:pt x="1981168" y="584425"/>
                  </a:lnTo>
                  <a:lnTo>
                    <a:pt x="1982280" y="589806"/>
                  </a:lnTo>
                  <a:lnTo>
                    <a:pt x="2074144" y="589806"/>
                  </a:lnTo>
                  <a:lnTo>
                    <a:pt x="2075520" y="586417"/>
                  </a:lnTo>
                  <a:lnTo>
                    <a:pt x="2076994" y="581238"/>
                  </a:lnTo>
                  <a:lnTo>
                    <a:pt x="2078468" y="576371"/>
                  </a:lnTo>
                  <a:lnTo>
                    <a:pt x="2079942" y="574897"/>
                  </a:lnTo>
                  <a:lnTo>
                    <a:pt x="2081417" y="574897"/>
                  </a:lnTo>
                  <a:lnTo>
                    <a:pt x="2082891" y="575585"/>
                  </a:lnTo>
                  <a:lnTo>
                    <a:pt x="2084365" y="576273"/>
                  </a:lnTo>
                  <a:lnTo>
                    <a:pt x="2085839" y="577407"/>
                  </a:lnTo>
                  <a:lnTo>
                    <a:pt x="2087314" y="579150"/>
                  </a:lnTo>
                  <a:lnTo>
                    <a:pt x="2088788" y="580892"/>
                  </a:lnTo>
                  <a:lnTo>
                    <a:pt x="2090262" y="582634"/>
                  </a:lnTo>
                  <a:lnTo>
                    <a:pt x="2091736" y="585112"/>
                  </a:lnTo>
                  <a:lnTo>
                    <a:pt x="2093211" y="589107"/>
                  </a:lnTo>
                  <a:lnTo>
                    <a:pt x="2093444" y="589806"/>
                  </a:lnTo>
                  <a:lnTo>
                    <a:pt x="2435269" y="589806"/>
                  </a:lnTo>
                  <a:lnTo>
                    <a:pt x="2436710" y="582443"/>
                  </a:lnTo>
                  <a:lnTo>
                    <a:pt x="2438185" y="573893"/>
                  </a:lnTo>
                  <a:lnTo>
                    <a:pt x="2439659" y="567709"/>
                  </a:lnTo>
                  <a:lnTo>
                    <a:pt x="2441133" y="561214"/>
                  </a:lnTo>
                  <a:lnTo>
                    <a:pt x="2442607" y="554457"/>
                  </a:lnTo>
                  <a:lnTo>
                    <a:pt x="2444082" y="548563"/>
                  </a:lnTo>
                  <a:lnTo>
                    <a:pt x="2445556" y="543433"/>
                  </a:lnTo>
                  <a:lnTo>
                    <a:pt x="2447030" y="538652"/>
                  </a:lnTo>
                  <a:lnTo>
                    <a:pt x="2448504" y="535356"/>
                  </a:lnTo>
                  <a:lnTo>
                    <a:pt x="2449979" y="532881"/>
                  </a:lnTo>
                  <a:lnTo>
                    <a:pt x="2451453" y="530407"/>
                  </a:lnTo>
                  <a:lnTo>
                    <a:pt x="2452927" y="527932"/>
                  </a:lnTo>
                  <a:lnTo>
                    <a:pt x="2454401" y="526374"/>
                  </a:lnTo>
                  <a:lnTo>
                    <a:pt x="2455876" y="525611"/>
                  </a:lnTo>
                  <a:lnTo>
                    <a:pt x="2457350" y="524848"/>
                  </a:lnTo>
                  <a:lnTo>
                    <a:pt x="2458824" y="524452"/>
                  </a:lnTo>
                  <a:lnTo>
                    <a:pt x="2460298" y="524000"/>
                  </a:lnTo>
                  <a:lnTo>
                    <a:pt x="2461773" y="521994"/>
                  </a:lnTo>
                  <a:lnTo>
                    <a:pt x="2463247" y="520694"/>
                  </a:lnTo>
                  <a:lnTo>
                    <a:pt x="2464721" y="519973"/>
                  </a:lnTo>
                  <a:lnTo>
                    <a:pt x="2466195" y="518684"/>
                  </a:lnTo>
                  <a:lnTo>
                    <a:pt x="2467670" y="516917"/>
                  </a:lnTo>
                  <a:lnTo>
                    <a:pt x="2469144" y="515150"/>
                  </a:lnTo>
                  <a:lnTo>
                    <a:pt x="2470618" y="514709"/>
                  </a:lnTo>
                  <a:lnTo>
                    <a:pt x="2472092" y="516602"/>
                  </a:lnTo>
                  <a:lnTo>
                    <a:pt x="2473567" y="518373"/>
                  </a:lnTo>
                  <a:lnTo>
                    <a:pt x="2475041" y="520833"/>
                  </a:lnTo>
                  <a:lnTo>
                    <a:pt x="2476515" y="522160"/>
                  </a:lnTo>
                  <a:lnTo>
                    <a:pt x="2477989" y="523639"/>
                  </a:lnTo>
                  <a:lnTo>
                    <a:pt x="2479464" y="525118"/>
                  </a:lnTo>
                  <a:lnTo>
                    <a:pt x="2480938" y="527030"/>
                  </a:lnTo>
                  <a:lnTo>
                    <a:pt x="2482412" y="529487"/>
                  </a:lnTo>
                  <a:lnTo>
                    <a:pt x="2483886" y="532551"/>
                  </a:lnTo>
                  <a:lnTo>
                    <a:pt x="2485361" y="536062"/>
                  </a:lnTo>
                  <a:lnTo>
                    <a:pt x="2486835" y="538921"/>
                  </a:lnTo>
                  <a:lnTo>
                    <a:pt x="2488309" y="540336"/>
                  </a:lnTo>
                  <a:lnTo>
                    <a:pt x="2489783" y="541318"/>
                  </a:lnTo>
                  <a:lnTo>
                    <a:pt x="2491258" y="542016"/>
                  </a:lnTo>
                  <a:lnTo>
                    <a:pt x="2492732" y="542018"/>
                  </a:lnTo>
                  <a:lnTo>
                    <a:pt x="2494206" y="540275"/>
                  </a:lnTo>
                  <a:lnTo>
                    <a:pt x="2495680" y="539199"/>
                  </a:lnTo>
                  <a:lnTo>
                    <a:pt x="2497155" y="538123"/>
                  </a:lnTo>
                  <a:lnTo>
                    <a:pt x="2498629" y="537010"/>
                  </a:lnTo>
                  <a:lnTo>
                    <a:pt x="2500103" y="535345"/>
                  </a:lnTo>
                  <a:lnTo>
                    <a:pt x="2501577" y="535767"/>
                  </a:lnTo>
                  <a:lnTo>
                    <a:pt x="2503052" y="535748"/>
                  </a:lnTo>
                  <a:lnTo>
                    <a:pt x="2504526" y="536147"/>
                  </a:lnTo>
                  <a:lnTo>
                    <a:pt x="2506000" y="536545"/>
                  </a:lnTo>
                  <a:lnTo>
                    <a:pt x="2507474" y="536554"/>
                  </a:lnTo>
                  <a:lnTo>
                    <a:pt x="2508949" y="537283"/>
                  </a:lnTo>
                  <a:lnTo>
                    <a:pt x="2510423" y="538840"/>
                  </a:lnTo>
                  <a:lnTo>
                    <a:pt x="2511897" y="539945"/>
                  </a:lnTo>
                  <a:lnTo>
                    <a:pt x="2513371" y="540053"/>
                  </a:lnTo>
                  <a:lnTo>
                    <a:pt x="2514846" y="539661"/>
                  </a:lnTo>
                  <a:lnTo>
                    <a:pt x="2516320" y="539560"/>
                  </a:lnTo>
                  <a:lnTo>
                    <a:pt x="2517794" y="538640"/>
                  </a:lnTo>
                  <a:lnTo>
                    <a:pt x="2519268" y="536860"/>
                  </a:lnTo>
                  <a:lnTo>
                    <a:pt x="2520743" y="536119"/>
                  </a:lnTo>
                  <a:lnTo>
                    <a:pt x="2522217" y="535937"/>
                  </a:lnTo>
                  <a:lnTo>
                    <a:pt x="2523691" y="534310"/>
                  </a:lnTo>
                  <a:lnTo>
                    <a:pt x="2525165" y="532639"/>
                  </a:lnTo>
                  <a:lnTo>
                    <a:pt x="2526640" y="531040"/>
                  </a:lnTo>
                  <a:lnTo>
                    <a:pt x="2528114" y="529442"/>
                  </a:lnTo>
                  <a:lnTo>
                    <a:pt x="2529588" y="528547"/>
                  </a:lnTo>
                  <a:lnTo>
                    <a:pt x="2531062" y="527290"/>
                  </a:lnTo>
                  <a:lnTo>
                    <a:pt x="2532537" y="526034"/>
                  </a:lnTo>
                  <a:lnTo>
                    <a:pt x="2534011" y="525249"/>
                  </a:lnTo>
                  <a:lnTo>
                    <a:pt x="2535485" y="526155"/>
                  </a:lnTo>
                  <a:lnTo>
                    <a:pt x="2536959" y="527657"/>
                  </a:lnTo>
                  <a:lnTo>
                    <a:pt x="2538434" y="527073"/>
                  </a:lnTo>
                  <a:lnTo>
                    <a:pt x="2539908" y="526489"/>
                  </a:lnTo>
                  <a:lnTo>
                    <a:pt x="2541382" y="526233"/>
                  </a:lnTo>
                  <a:lnTo>
                    <a:pt x="2542856" y="525886"/>
                  </a:lnTo>
                  <a:lnTo>
                    <a:pt x="2544331" y="524986"/>
                  </a:lnTo>
                  <a:lnTo>
                    <a:pt x="2545805" y="522952"/>
                  </a:lnTo>
                  <a:lnTo>
                    <a:pt x="2547279" y="520919"/>
                  </a:lnTo>
                  <a:lnTo>
                    <a:pt x="2548753" y="517654"/>
                  </a:lnTo>
                  <a:lnTo>
                    <a:pt x="2550228" y="514140"/>
                  </a:lnTo>
                  <a:lnTo>
                    <a:pt x="2551702" y="511304"/>
                  </a:lnTo>
                  <a:lnTo>
                    <a:pt x="2553176" y="508520"/>
                  </a:lnTo>
                  <a:lnTo>
                    <a:pt x="2554650" y="505737"/>
                  </a:lnTo>
                  <a:lnTo>
                    <a:pt x="2556125" y="503498"/>
                  </a:lnTo>
                  <a:lnTo>
                    <a:pt x="2557599" y="501768"/>
                  </a:lnTo>
                  <a:lnTo>
                    <a:pt x="2559073" y="500261"/>
                  </a:lnTo>
                  <a:lnTo>
                    <a:pt x="2560547" y="500261"/>
                  </a:lnTo>
                  <a:lnTo>
                    <a:pt x="2562022" y="500913"/>
                  </a:lnTo>
                  <a:lnTo>
                    <a:pt x="2563496" y="503008"/>
                  </a:lnTo>
                  <a:lnTo>
                    <a:pt x="2564970" y="505104"/>
                  </a:lnTo>
                  <a:lnTo>
                    <a:pt x="2566444" y="508311"/>
                  </a:lnTo>
                  <a:lnTo>
                    <a:pt x="2567919" y="511574"/>
                  </a:lnTo>
                  <a:lnTo>
                    <a:pt x="2569393" y="515524"/>
                  </a:lnTo>
                  <a:lnTo>
                    <a:pt x="2570867" y="520268"/>
                  </a:lnTo>
                  <a:lnTo>
                    <a:pt x="2572341" y="525374"/>
                  </a:lnTo>
                  <a:lnTo>
                    <a:pt x="2573816" y="530950"/>
                  </a:lnTo>
                  <a:lnTo>
                    <a:pt x="2575290" y="537393"/>
                  </a:lnTo>
                  <a:lnTo>
                    <a:pt x="2576764" y="543055"/>
                  </a:lnTo>
                  <a:lnTo>
                    <a:pt x="2578238" y="549559"/>
                  </a:lnTo>
                  <a:lnTo>
                    <a:pt x="2579713" y="554831"/>
                  </a:lnTo>
                  <a:lnTo>
                    <a:pt x="2581187" y="560103"/>
                  </a:lnTo>
                  <a:lnTo>
                    <a:pt x="2582661" y="565590"/>
                  </a:lnTo>
                  <a:lnTo>
                    <a:pt x="2584135" y="570501"/>
                  </a:lnTo>
                  <a:lnTo>
                    <a:pt x="2585610" y="574440"/>
                  </a:lnTo>
                  <a:lnTo>
                    <a:pt x="2587084" y="578831"/>
                  </a:lnTo>
                  <a:lnTo>
                    <a:pt x="2588558" y="584075"/>
                  </a:lnTo>
                  <a:lnTo>
                    <a:pt x="2590032" y="588515"/>
                  </a:lnTo>
                  <a:lnTo>
                    <a:pt x="2590471" y="589806"/>
                  </a:lnTo>
                  <a:lnTo>
                    <a:pt x="2635893" y="589806"/>
                  </a:lnTo>
                  <a:lnTo>
                    <a:pt x="2637208" y="587993"/>
                  </a:lnTo>
                  <a:lnTo>
                    <a:pt x="2638682" y="585962"/>
                  </a:lnTo>
                  <a:lnTo>
                    <a:pt x="2640157" y="583930"/>
                  </a:lnTo>
                  <a:lnTo>
                    <a:pt x="2641631" y="581898"/>
                  </a:lnTo>
                  <a:lnTo>
                    <a:pt x="2643105" y="579867"/>
                  </a:lnTo>
                  <a:lnTo>
                    <a:pt x="2644579" y="577147"/>
                  </a:lnTo>
                  <a:lnTo>
                    <a:pt x="2646054" y="573083"/>
                  </a:lnTo>
                  <a:lnTo>
                    <a:pt x="2647528" y="569563"/>
                  </a:lnTo>
                  <a:lnTo>
                    <a:pt x="2649002" y="566843"/>
                  </a:lnTo>
                  <a:lnTo>
                    <a:pt x="2650476" y="564556"/>
                  </a:lnTo>
                  <a:lnTo>
                    <a:pt x="2651951" y="561837"/>
                  </a:lnTo>
                  <a:lnTo>
                    <a:pt x="2653425" y="559117"/>
                  </a:lnTo>
                  <a:lnTo>
                    <a:pt x="2654899" y="557086"/>
                  </a:lnTo>
                  <a:lnTo>
                    <a:pt x="2656373" y="555487"/>
                  </a:lnTo>
                  <a:lnTo>
                    <a:pt x="2657848" y="554334"/>
                  </a:lnTo>
                  <a:lnTo>
                    <a:pt x="2659322" y="552749"/>
                  </a:lnTo>
                  <a:lnTo>
                    <a:pt x="2660796" y="551163"/>
                  </a:lnTo>
                  <a:lnTo>
                    <a:pt x="2662270" y="550010"/>
                  </a:lnTo>
                  <a:lnTo>
                    <a:pt x="2663745" y="548857"/>
                  </a:lnTo>
                  <a:lnTo>
                    <a:pt x="2665219" y="549553"/>
                  </a:lnTo>
                  <a:lnTo>
                    <a:pt x="2666693" y="550653"/>
                  </a:lnTo>
                  <a:lnTo>
                    <a:pt x="2668167" y="551752"/>
                  </a:lnTo>
                  <a:lnTo>
                    <a:pt x="2669642" y="553459"/>
                  </a:lnTo>
                  <a:lnTo>
                    <a:pt x="2671116" y="555775"/>
                  </a:lnTo>
                  <a:lnTo>
                    <a:pt x="2672590" y="557482"/>
                  </a:lnTo>
                  <a:lnTo>
                    <a:pt x="2674064" y="559734"/>
                  </a:lnTo>
                  <a:lnTo>
                    <a:pt x="2675539" y="563027"/>
                  </a:lnTo>
                  <a:lnTo>
                    <a:pt x="2677013" y="565888"/>
                  </a:lnTo>
                  <a:lnTo>
                    <a:pt x="2678487" y="568748"/>
                  </a:lnTo>
                  <a:lnTo>
                    <a:pt x="2679961" y="571510"/>
                  </a:lnTo>
                  <a:lnTo>
                    <a:pt x="2681436" y="574816"/>
                  </a:lnTo>
                  <a:lnTo>
                    <a:pt x="2682910" y="578810"/>
                  </a:lnTo>
                  <a:lnTo>
                    <a:pt x="2684384" y="583715"/>
                  </a:lnTo>
                  <a:lnTo>
                    <a:pt x="2685858" y="589188"/>
                  </a:lnTo>
                  <a:lnTo>
                    <a:pt x="2686066" y="589806"/>
                  </a:lnTo>
                  <a:lnTo>
                    <a:pt x="2767467" y="589806"/>
                  </a:lnTo>
                  <a:lnTo>
                    <a:pt x="2768416" y="584108"/>
                  </a:lnTo>
                  <a:lnTo>
                    <a:pt x="2769891" y="575191"/>
                  </a:lnTo>
                  <a:lnTo>
                    <a:pt x="2771365" y="566260"/>
                  </a:lnTo>
                  <a:lnTo>
                    <a:pt x="2772839" y="556741"/>
                  </a:lnTo>
                  <a:lnTo>
                    <a:pt x="2774313" y="547976"/>
                  </a:lnTo>
                  <a:lnTo>
                    <a:pt x="2775788" y="539268"/>
                  </a:lnTo>
                  <a:lnTo>
                    <a:pt x="2777262" y="529201"/>
                  </a:lnTo>
                  <a:lnTo>
                    <a:pt x="2778736" y="521227"/>
                  </a:lnTo>
                  <a:lnTo>
                    <a:pt x="2780210" y="514382"/>
                  </a:lnTo>
                  <a:lnTo>
                    <a:pt x="2781685" y="508598"/>
                  </a:lnTo>
                  <a:lnTo>
                    <a:pt x="2783159" y="504374"/>
                  </a:lnTo>
                  <a:lnTo>
                    <a:pt x="2784633" y="498876"/>
                  </a:lnTo>
                  <a:lnTo>
                    <a:pt x="2786107" y="494421"/>
                  </a:lnTo>
                  <a:lnTo>
                    <a:pt x="2787582" y="490017"/>
                  </a:lnTo>
                  <a:lnTo>
                    <a:pt x="2789056" y="485922"/>
                  </a:lnTo>
                  <a:lnTo>
                    <a:pt x="2790530" y="481759"/>
                  </a:lnTo>
                  <a:lnTo>
                    <a:pt x="2792004" y="477145"/>
                  </a:lnTo>
                  <a:lnTo>
                    <a:pt x="2793479" y="472100"/>
                  </a:lnTo>
                  <a:lnTo>
                    <a:pt x="2794953" y="466697"/>
                  </a:lnTo>
                  <a:lnTo>
                    <a:pt x="2796427" y="461294"/>
                  </a:lnTo>
                  <a:lnTo>
                    <a:pt x="2797901" y="456249"/>
                  </a:lnTo>
                  <a:lnTo>
                    <a:pt x="2799376" y="451455"/>
                  </a:lnTo>
                  <a:lnTo>
                    <a:pt x="2800850" y="445799"/>
                  </a:lnTo>
                  <a:lnTo>
                    <a:pt x="2802324" y="439526"/>
                  </a:lnTo>
                  <a:lnTo>
                    <a:pt x="2803798" y="432425"/>
                  </a:lnTo>
                  <a:lnTo>
                    <a:pt x="2805273" y="423639"/>
                  </a:lnTo>
                  <a:lnTo>
                    <a:pt x="2806747" y="417488"/>
                  </a:lnTo>
                  <a:lnTo>
                    <a:pt x="2808221" y="412523"/>
                  </a:lnTo>
                  <a:lnTo>
                    <a:pt x="2809695" y="409907"/>
                  </a:lnTo>
                  <a:lnTo>
                    <a:pt x="2811170" y="407888"/>
                  </a:lnTo>
                  <a:lnTo>
                    <a:pt x="2812644" y="405869"/>
                  </a:lnTo>
                  <a:lnTo>
                    <a:pt x="2814118" y="404257"/>
                  </a:lnTo>
                  <a:lnTo>
                    <a:pt x="2815592" y="403269"/>
                  </a:lnTo>
                  <a:lnTo>
                    <a:pt x="2817067" y="402677"/>
                  </a:lnTo>
                  <a:lnTo>
                    <a:pt x="2818541" y="401030"/>
                  </a:lnTo>
                  <a:lnTo>
                    <a:pt x="2820015" y="398475"/>
                  </a:lnTo>
                  <a:lnTo>
                    <a:pt x="2821489" y="394851"/>
                  </a:lnTo>
                  <a:lnTo>
                    <a:pt x="2822963" y="391227"/>
                  </a:lnTo>
                  <a:lnTo>
                    <a:pt x="2824438" y="387462"/>
                  </a:lnTo>
                  <a:lnTo>
                    <a:pt x="2825912" y="383765"/>
                  </a:lnTo>
                  <a:lnTo>
                    <a:pt x="2827386" y="379929"/>
                  </a:lnTo>
                  <a:lnTo>
                    <a:pt x="2828860" y="376801"/>
                  </a:lnTo>
                  <a:lnTo>
                    <a:pt x="2830335" y="373376"/>
                  </a:lnTo>
                  <a:lnTo>
                    <a:pt x="2831809" y="369074"/>
                  </a:lnTo>
                  <a:lnTo>
                    <a:pt x="2833283" y="364310"/>
                  </a:lnTo>
                  <a:lnTo>
                    <a:pt x="2834757" y="360662"/>
                  </a:lnTo>
                  <a:lnTo>
                    <a:pt x="2836232" y="358209"/>
                  </a:lnTo>
                  <a:lnTo>
                    <a:pt x="2837706" y="357006"/>
                  </a:lnTo>
                  <a:lnTo>
                    <a:pt x="2839180" y="356553"/>
                  </a:lnTo>
                  <a:lnTo>
                    <a:pt x="2840654" y="357154"/>
                  </a:lnTo>
                  <a:lnTo>
                    <a:pt x="2842129" y="357359"/>
                  </a:lnTo>
                  <a:lnTo>
                    <a:pt x="2843603" y="358774"/>
                  </a:lnTo>
                  <a:lnTo>
                    <a:pt x="2845077" y="360042"/>
                  </a:lnTo>
                  <a:lnTo>
                    <a:pt x="2846551" y="360587"/>
                  </a:lnTo>
                  <a:lnTo>
                    <a:pt x="2848026" y="360040"/>
                  </a:lnTo>
                  <a:lnTo>
                    <a:pt x="2849500" y="359805"/>
                  </a:lnTo>
                  <a:lnTo>
                    <a:pt x="2850974" y="359513"/>
                  </a:lnTo>
                  <a:lnTo>
                    <a:pt x="2852448" y="359892"/>
                  </a:lnTo>
                  <a:lnTo>
                    <a:pt x="2853923" y="360163"/>
                  </a:lnTo>
                  <a:lnTo>
                    <a:pt x="2855397" y="360439"/>
                  </a:lnTo>
                  <a:lnTo>
                    <a:pt x="2856871" y="359654"/>
                  </a:lnTo>
                  <a:lnTo>
                    <a:pt x="2858345" y="357631"/>
                  </a:lnTo>
                  <a:lnTo>
                    <a:pt x="2859820" y="355904"/>
                  </a:lnTo>
                  <a:lnTo>
                    <a:pt x="2861294" y="352623"/>
                  </a:lnTo>
                  <a:lnTo>
                    <a:pt x="2862768" y="348881"/>
                  </a:lnTo>
                  <a:lnTo>
                    <a:pt x="2864242" y="345600"/>
                  </a:lnTo>
                  <a:lnTo>
                    <a:pt x="2865717" y="342074"/>
                  </a:lnTo>
                  <a:lnTo>
                    <a:pt x="2867191" y="338998"/>
                  </a:lnTo>
                  <a:lnTo>
                    <a:pt x="2868665" y="337225"/>
                  </a:lnTo>
                  <a:lnTo>
                    <a:pt x="2870139" y="337586"/>
                  </a:lnTo>
                  <a:lnTo>
                    <a:pt x="2871614" y="336842"/>
                  </a:lnTo>
                  <a:lnTo>
                    <a:pt x="2873088" y="335149"/>
                  </a:lnTo>
                  <a:lnTo>
                    <a:pt x="2874562" y="333205"/>
                  </a:lnTo>
                  <a:lnTo>
                    <a:pt x="2876036" y="331042"/>
                  </a:lnTo>
                  <a:lnTo>
                    <a:pt x="2877511" y="328880"/>
                  </a:lnTo>
                  <a:lnTo>
                    <a:pt x="2878985" y="326718"/>
                  </a:lnTo>
                  <a:lnTo>
                    <a:pt x="2880459" y="325465"/>
                  </a:lnTo>
                  <a:lnTo>
                    <a:pt x="2881933" y="323729"/>
                  </a:lnTo>
                  <a:lnTo>
                    <a:pt x="2883408" y="323846"/>
                  </a:lnTo>
                  <a:lnTo>
                    <a:pt x="2884882" y="324010"/>
                  </a:lnTo>
                  <a:lnTo>
                    <a:pt x="2886356" y="324453"/>
                  </a:lnTo>
                  <a:lnTo>
                    <a:pt x="2887830" y="325039"/>
                  </a:lnTo>
                  <a:lnTo>
                    <a:pt x="2889305" y="326059"/>
                  </a:lnTo>
                  <a:lnTo>
                    <a:pt x="2890779" y="326312"/>
                  </a:lnTo>
                  <a:lnTo>
                    <a:pt x="2892253" y="325923"/>
                  </a:lnTo>
                  <a:lnTo>
                    <a:pt x="2893727" y="327755"/>
                  </a:lnTo>
                  <a:lnTo>
                    <a:pt x="2895202" y="331105"/>
                  </a:lnTo>
                  <a:lnTo>
                    <a:pt x="2896676" y="335456"/>
                  </a:lnTo>
                  <a:lnTo>
                    <a:pt x="2898150" y="339807"/>
                  </a:lnTo>
                  <a:lnTo>
                    <a:pt x="2899624" y="344298"/>
                  </a:lnTo>
                  <a:lnTo>
                    <a:pt x="2901099" y="348721"/>
                  </a:lnTo>
                  <a:lnTo>
                    <a:pt x="2902573" y="353071"/>
                  </a:lnTo>
                  <a:lnTo>
                    <a:pt x="2904047" y="357046"/>
                  </a:lnTo>
                  <a:lnTo>
                    <a:pt x="2905521" y="359929"/>
                  </a:lnTo>
                  <a:lnTo>
                    <a:pt x="2906996" y="363613"/>
                  </a:lnTo>
                  <a:lnTo>
                    <a:pt x="2908470" y="367859"/>
                  </a:lnTo>
                  <a:lnTo>
                    <a:pt x="2909944" y="372350"/>
                  </a:lnTo>
                  <a:lnTo>
                    <a:pt x="2911418" y="376841"/>
                  </a:lnTo>
                  <a:lnTo>
                    <a:pt x="2912893" y="381332"/>
                  </a:lnTo>
                  <a:lnTo>
                    <a:pt x="2914367" y="385679"/>
                  </a:lnTo>
                  <a:lnTo>
                    <a:pt x="2915841" y="389731"/>
                  </a:lnTo>
                  <a:lnTo>
                    <a:pt x="2917315" y="393595"/>
                  </a:lnTo>
                  <a:lnTo>
                    <a:pt x="2918790" y="396249"/>
                  </a:lnTo>
                  <a:lnTo>
                    <a:pt x="2920264" y="399248"/>
                  </a:lnTo>
                  <a:lnTo>
                    <a:pt x="2921738" y="402983"/>
                  </a:lnTo>
                  <a:lnTo>
                    <a:pt x="2923212" y="408398"/>
                  </a:lnTo>
                  <a:lnTo>
                    <a:pt x="2924687" y="413436"/>
                  </a:lnTo>
                  <a:lnTo>
                    <a:pt x="2926161" y="418474"/>
                  </a:lnTo>
                  <a:lnTo>
                    <a:pt x="2927635" y="423699"/>
                  </a:lnTo>
                  <a:lnTo>
                    <a:pt x="2929109" y="427993"/>
                  </a:lnTo>
                  <a:lnTo>
                    <a:pt x="2930584" y="431806"/>
                  </a:lnTo>
                  <a:lnTo>
                    <a:pt x="2932058" y="435619"/>
                  </a:lnTo>
                  <a:lnTo>
                    <a:pt x="2933532" y="439110"/>
                  </a:lnTo>
                  <a:lnTo>
                    <a:pt x="2935006" y="443580"/>
                  </a:lnTo>
                  <a:lnTo>
                    <a:pt x="2936481" y="448560"/>
                  </a:lnTo>
                  <a:lnTo>
                    <a:pt x="2937955" y="453763"/>
                  </a:lnTo>
                  <a:lnTo>
                    <a:pt x="2939429" y="458555"/>
                  </a:lnTo>
                  <a:lnTo>
                    <a:pt x="2940903" y="463781"/>
                  </a:lnTo>
                  <a:lnTo>
                    <a:pt x="2942378" y="469005"/>
                  </a:lnTo>
                  <a:lnTo>
                    <a:pt x="2943852" y="473359"/>
                  </a:lnTo>
                  <a:lnTo>
                    <a:pt x="2945326" y="476154"/>
                  </a:lnTo>
                  <a:lnTo>
                    <a:pt x="2946800" y="480054"/>
                  </a:lnTo>
                  <a:lnTo>
                    <a:pt x="2948275" y="484545"/>
                  </a:lnTo>
                  <a:lnTo>
                    <a:pt x="2949749" y="489036"/>
                  </a:lnTo>
                  <a:lnTo>
                    <a:pt x="2951223" y="493527"/>
                  </a:lnTo>
                  <a:lnTo>
                    <a:pt x="2952697" y="498018"/>
                  </a:lnTo>
                  <a:lnTo>
                    <a:pt x="2954172" y="502727"/>
                  </a:lnTo>
                  <a:lnTo>
                    <a:pt x="2955646" y="507839"/>
                  </a:lnTo>
                  <a:lnTo>
                    <a:pt x="2957120" y="510789"/>
                  </a:lnTo>
                  <a:lnTo>
                    <a:pt x="2958594" y="512472"/>
                  </a:lnTo>
                  <a:lnTo>
                    <a:pt x="2960069" y="513198"/>
                  </a:lnTo>
                  <a:lnTo>
                    <a:pt x="2961543" y="514065"/>
                  </a:lnTo>
                  <a:lnTo>
                    <a:pt x="2963017" y="515222"/>
                  </a:lnTo>
                  <a:lnTo>
                    <a:pt x="2964491" y="516924"/>
                  </a:lnTo>
                  <a:lnTo>
                    <a:pt x="2965966" y="519377"/>
                  </a:lnTo>
                  <a:lnTo>
                    <a:pt x="2967440" y="520231"/>
                  </a:lnTo>
                  <a:lnTo>
                    <a:pt x="2968914" y="518783"/>
                  </a:lnTo>
                  <a:lnTo>
                    <a:pt x="2970388" y="516917"/>
                  </a:lnTo>
                  <a:lnTo>
                    <a:pt x="2971863" y="514551"/>
                  </a:lnTo>
                  <a:lnTo>
                    <a:pt x="2973337" y="512185"/>
                  </a:lnTo>
                  <a:lnTo>
                    <a:pt x="2974811" y="509819"/>
                  </a:lnTo>
                  <a:lnTo>
                    <a:pt x="2976285" y="507453"/>
                  </a:lnTo>
                  <a:lnTo>
                    <a:pt x="2977760" y="505087"/>
                  </a:lnTo>
                  <a:lnTo>
                    <a:pt x="2979234" y="502955"/>
                  </a:lnTo>
                  <a:lnTo>
                    <a:pt x="2980708" y="501264"/>
                  </a:lnTo>
                  <a:lnTo>
                    <a:pt x="2982182" y="499819"/>
                  </a:lnTo>
                  <a:lnTo>
                    <a:pt x="2983657" y="496567"/>
                  </a:lnTo>
                  <a:lnTo>
                    <a:pt x="2985131" y="492558"/>
                  </a:lnTo>
                  <a:lnTo>
                    <a:pt x="2986605" y="487937"/>
                  </a:lnTo>
                  <a:lnTo>
                    <a:pt x="2988079" y="482930"/>
                  </a:lnTo>
                  <a:lnTo>
                    <a:pt x="2989554" y="478688"/>
                  </a:lnTo>
                  <a:lnTo>
                    <a:pt x="2991028" y="475519"/>
                  </a:lnTo>
                  <a:lnTo>
                    <a:pt x="2992502" y="471253"/>
                  </a:lnTo>
                  <a:lnTo>
                    <a:pt x="2993976" y="467576"/>
                  </a:lnTo>
                  <a:lnTo>
                    <a:pt x="2995451" y="463770"/>
                  </a:lnTo>
                  <a:lnTo>
                    <a:pt x="2996925" y="460226"/>
                  </a:lnTo>
                  <a:lnTo>
                    <a:pt x="2998399" y="456511"/>
                  </a:lnTo>
                  <a:lnTo>
                    <a:pt x="2999873" y="452796"/>
                  </a:lnTo>
                  <a:lnTo>
                    <a:pt x="3001348" y="449796"/>
                  </a:lnTo>
                  <a:lnTo>
                    <a:pt x="3002822" y="447545"/>
                  </a:lnTo>
                  <a:lnTo>
                    <a:pt x="3004296" y="445396"/>
                  </a:lnTo>
                  <a:lnTo>
                    <a:pt x="3005770" y="445368"/>
                  </a:lnTo>
                  <a:lnTo>
                    <a:pt x="3007245" y="445097"/>
                  </a:lnTo>
                  <a:lnTo>
                    <a:pt x="3008719" y="444647"/>
                  </a:lnTo>
                  <a:lnTo>
                    <a:pt x="3010193" y="444619"/>
                  </a:lnTo>
                  <a:lnTo>
                    <a:pt x="3011667" y="444591"/>
                  </a:lnTo>
                  <a:lnTo>
                    <a:pt x="3013142" y="444750"/>
                  </a:lnTo>
                  <a:lnTo>
                    <a:pt x="3014616" y="446767"/>
                  </a:lnTo>
                  <a:lnTo>
                    <a:pt x="3016090" y="448595"/>
                  </a:lnTo>
                  <a:lnTo>
                    <a:pt x="3017564" y="450424"/>
                  </a:lnTo>
                  <a:lnTo>
                    <a:pt x="3019038" y="452676"/>
                  </a:lnTo>
                  <a:lnTo>
                    <a:pt x="3020513" y="453681"/>
                  </a:lnTo>
                  <a:lnTo>
                    <a:pt x="3021987" y="453564"/>
                  </a:lnTo>
                  <a:lnTo>
                    <a:pt x="3023461" y="452704"/>
                  </a:lnTo>
                  <a:lnTo>
                    <a:pt x="3024935" y="451291"/>
                  </a:lnTo>
                  <a:lnTo>
                    <a:pt x="3026410" y="450096"/>
                  </a:lnTo>
                  <a:lnTo>
                    <a:pt x="3027884" y="448901"/>
                  </a:lnTo>
                  <a:lnTo>
                    <a:pt x="3029358" y="447024"/>
                  </a:lnTo>
                  <a:lnTo>
                    <a:pt x="3030832" y="445875"/>
                  </a:lnTo>
                  <a:lnTo>
                    <a:pt x="3032307" y="446189"/>
                  </a:lnTo>
                  <a:lnTo>
                    <a:pt x="3033781" y="446718"/>
                  </a:lnTo>
                  <a:lnTo>
                    <a:pt x="3035255" y="447394"/>
                  </a:lnTo>
                  <a:lnTo>
                    <a:pt x="3036729" y="447076"/>
                  </a:lnTo>
                  <a:lnTo>
                    <a:pt x="3038204" y="445198"/>
                  </a:lnTo>
                  <a:lnTo>
                    <a:pt x="3039678" y="442725"/>
                  </a:lnTo>
                  <a:lnTo>
                    <a:pt x="3041152" y="439694"/>
                  </a:lnTo>
                  <a:lnTo>
                    <a:pt x="3042626" y="439577"/>
                  </a:lnTo>
                  <a:lnTo>
                    <a:pt x="3044101" y="441692"/>
                  </a:lnTo>
                  <a:lnTo>
                    <a:pt x="3045575" y="444481"/>
                  </a:lnTo>
                  <a:lnTo>
                    <a:pt x="3047049" y="447839"/>
                  </a:lnTo>
                  <a:lnTo>
                    <a:pt x="3048523" y="451196"/>
                  </a:lnTo>
                  <a:lnTo>
                    <a:pt x="3049998" y="454198"/>
                  </a:lnTo>
                  <a:lnTo>
                    <a:pt x="3051472" y="455529"/>
                  </a:lnTo>
                  <a:lnTo>
                    <a:pt x="3052946" y="456861"/>
                  </a:lnTo>
                  <a:lnTo>
                    <a:pt x="3054420" y="457959"/>
                  </a:lnTo>
                  <a:lnTo>
                    <a:pt x="3055895" y="458228"/>
                  </a:lnTo>
                  <a:lnTo>
                    <a:pt x="3057369" y="458696"/>
                  </a:lnTo>
                  <a:lnTo>
                    <a:pt x="3058843" y="461036"/>
                  </a:lnTo>
                  <a:lnTo>
                    <a:pt x="3060317" y="465290"/>
                  </a:lnTo>
                  <a:lnTo>
                    <a:pt x="3061792" y="468368"/>
                  </a:lnTo>
                  <a:lnTo>
                    <a:pt x="3063266" y="469444"/>
                  </a:lnTo>
                  <a:lnTo>
                    <a:pt x="3064740" y="469014"/>
                  </a:lnTo>
                  <a:lnTo>
                    <a:pt x="3066214" y="466655"/>
                  </a:lnTo>
                  <a:lnTo>
                    <a:pt x="3067689" y="465394"/>
                  </a:lnTo>
                  <a:lnTo>
                    <a:pt x="3069163" y="463543"/>
                  </a:lnTo>
                  <a:lnTo>
                    <a:pt x="3070637" y="462301"/>
                  </a:lnTo>
                  <a:lnTo>
                    <a:pt x="3072111" y="461321"/>
                  </a:lnTo>
                  <a:lnTo>
                    <a:pt x="3073586" y="461184"/>
                  </a:lnTo>
                  <a:lnTo>
                    <a:pt x="3075060" y="460985"/>
                  </a:lnTo>
                  <a:lnTo>
                    <a:pt x="3076534" y="460071"/>
                  </a:lnTo>
                  <a:lnTo>
                    <a:pt x="3078008" y="457844"/>
                  </a:lnTo>
                  <a:lnTo>
                    <a:pt x="3079483" y="455072"/>
                  </a:lnTo>
                  <a:lnTo>
                    <a:pt x="3080957" y="449490"/>
                  </a:lnTo>
                  <a:lnTo>
                    <a:pt x="3082431" y="443536"/>
                  </a:lnTo>
                  <a:lnTo>
                    <a:pt x="3083905" y="438698"/>
                  </a:lnTo>
                  <a:lnTo>
                    <a:pt x="3085380" y="435343"/>
                  </a:lnTo>
                  <a:lnTo>
                    <a:pt x="3086854" y="433478"/>
                  </a:lnTo>
                  <a:lnTo>
                    <a:pt x="3088328" y="431666"/>
                  </a:lnTo>
                  <a:lnTo>
                    <a:pt x="3089802" y="427456"/>
                  </a:lnTo>
                  <a:lnTo>
                    <a:pt x="3091277" y="423600"/>
                  </a:lnTo>
                  <a:lnTo>
                    <a:pt x="3092751" y="418901"/>
                  </a:lnTo>
                  <a:lnTo>
                    <a:pt x="3094225" y="412564"/>
                  </a:lnTo>
                  <a:lnTo>
                    <a:pt x="3095699" y="407727"/>
                  </a:lnTo>
                  <a:lnTo>
                    <a:pt x="3097174" y="404712"/>
                  </a:lnTo>
                  <a:lnTo>
                    <a:pt x="3098648" y="402442"/>
                  </a:lnTo>
                  <a:lnTo>
                    <a:pt x="3100122" y="401114"/>
                  </a:lnTo>
                  <a:lnTo>
                    <a:pt x="3101596" y="400282"/>
                  </a:lnTo>
                  <a:lnTo>
                    <a:pt x="3103071" y="398815"/>
                  </a:lnTo>
                  <a:lnTo>
                    <a:pt x="3104545" y="399212"/>
                  </a:lnTo>
                  <a:lnTo>
                    <a:pt x="3106019" y="398865"/>
                  </a:lnTo>
                  <a:lnTo>
                    <a:pt x="3107493" y="398518"/>
                  </a:lnTo>
                  <a:lnTo>
                    <a:pt x="3108968" y="397981"/>
                  </a:lnTo>
                  <a:lnTo>
                    <a:pt x="3110442" y="398065"/>
                  </a:lnTo>
                  <a:lnTo>
                    <a:pt x="3111916" y="399435"/>
                  </a:lnTo>
                  <a:lnTo>
                    <a:pt x="3113390" y="401961"/>
                  </a:lnTo>
                  <a:lnTo>
                    <a:pt x="3114865" y="405179"/>
                  </a:lnTo>
                  <a:lnTo>
                    <a:pt x="3116339" y="409160"/>
                  </a:lnTo>
                  <a:lnTo>
                    <a:pt x="3117813" y="413443"/>
                  </a:lnTo>
                  <a:lnTo>
                    <a:pt x="3119287" y="415264"/>
                  </a:lnTo>
                  <a:lnTo>
                    <a:pt x="3120762" y="415627"/>
                  </a:lnTo>
                  <a:lnTo>
                    <a:pt x="3122236" y="416205"/>
                  </a:lnTo>
                  <a:lnTo>
                    <a:pt x="3123710" y="415976"/>
                  </a:lnTo>
                  <a:lnTo>
                    <a:pt x="3125184" y="414411"/>
                  </a:lnTo>
                  <a:lnTo>
                    <a:pt x="3126659" y="413898"/>
                  </a:lnTo>
                  <a:lnTo>
                    <a:pt x="3128133" y="413385"/>
                  </a:lnTo>
                  <a:lnTo>
                    <a:pt x="3129607" y="412872"/>
                  </a:lnTo>
                  <a:lnTo>
                    <a:pt x="3131081" y="412665"/>
                  </a:lnTo>
                  <a:lnTo>
                    <a:pt x="3132556" y="409446"/>
                  </a:lnTo>
                  <a:lnTo>
                    <a:pt x="3134030" y="405289"/>
                  </a:lnTo>
                  <a:lnTo>
                    <a:pt x="3135504" y="400351"/>
                  </a:lnTo>
                  <a:lnTo>
                    <a:pt x="3136978" y="397301"/>
                  </a:lnTo>
                  <a:lnTo>
                    <a:pt x="3138453" y="396655"/>
                  </a:lnTo>
                  <a:lnTo>
                    <a:pt x="3139927" y="396751"/>
                  </a:lnTo>
                  <a:lnTo>
                    <a:pt x="3141401" y="397918"/>
                  </a:lnTo>
                  <a:lnTo>
                    <a:pt x="3142875" y="400080"/>
                  </a:lnTo>
                  <a:lnTo>
                    <a:pt x="3144350" y="402430"/>
                  </a:lnTo>
                  <a:lnTo>
                    <a:pt x="3145824" y="404069"/>
                  </a:lnTo>
                  <a:lnTo>
                    <a:pt x="3147298" y="405999"/>
                  </a:lnTo>
                  <a:lnTo>
                    <a:pt x="3148772" y="406714"/>
                  </a:lnTo>
                  <a:lnTo>
                    <a:pt x="3150247" y="407385"/>
                  </a:lnTo>
                  <a:lnTo>
                    <a:pt x="3151721" y="408057"/>
                  </a:lnTo>
                  <a:lnTo>
                    <a:pt x="3153195" y="408738"/>
                  </a:lnTo>
                  <a:lnTo>
                    <a:pt x="3154669" y="412144"/>
                  </a:lnTo>
                  <a:lnTo>
                    <a:pt x="3156144" y="417320"/>
                  </a:lnTo>
                  <a:lnTo>
                    <a:pt x="3157618" y="422936"/>
                  </a:lnTo>
                  <a:lnTo>
                    <a:pt x="3159092" y="427942"/>
                  </a:lnTo>
                  <a:lnTo>
                    <a:pt x="3160566" y="431679"/>
                  </a:lnTo>
                  <a:lnTo>
                    <a:pt x="3162041" y="433925"/>
                  </a:lnTo>
                  <a:lnTo>
                    <a:pt x="3163515" y="436119"/>
                  </a:lnTo>
                  <a:lnTo>
                    <a:pt x="3164989" y="437754"/>
                  </a:lnTo>
                  <a:lnTo>
                    <a:pt x="3166463" y="438327"/>
                  </a:lnTo>
                  <a:lnTo>
                    <a:pt x="3167938" y="439171"/>
                  </a:lnTo>
                  <a:lnTo>
                    <a:pt x="3169412" y="441845"/>
                  </a:lnTo>
                  <a:lnTo>
                    <a:pt x="3170886" y="444100"/>
                  </a:lnTo>
                  <a:lnTo>
                    <a:pt x="3172360" y="445130"/>
                  </a:lnTo>
                  <a:lnTo>
                    <a:pt x="3173835" y="446161"/>
                  </a:lnTo>
                  <a:lnTo>
                    <a:pt x="3175309" y="446355"/>
                  </a:lnTo>
                  <a:lnTo>
                    <a:pt x="3176783" y="446053"/>
                  </a:lnTo>
                  <a:lnTo>
                    <a:pt x="3178257" y="446221"/>
                  </a:lnTo>
                  <a:lnTo>
                    <a:pt x="3179732" y="443694"/>
                  </a:lnTo>
                  <a:lnTo>
                    <a:pt x="3181206" y="440764"/>
                  </a:lnTo>
                  <a:lnTo>
                    <a:pt x="3182680" y="437834"/>
                  </a:lnTo>
                  <a:lnTo>
                    <a:pt x="3184154" y="434562"/>
                  </a:lnTo>
                  <a:lnTo>
                    <a:pt x="3185629" y="430181"/>
                  </a:lnTo>
                  <a:lnTo>
                    <a:pt x="3187103" y="426700"/>
                  </a:lnTo>
                  <a:lnTo>
                    <a:pt x="3188577" y="424310"/>
                  </a:lnTo>
                  <a:lnTo>
                    <a:pt x="3190051" y="420669"/>
                  </a:lnTo>
                  <a:lnTo>
                    <a:pt x="3191526" y="415156"/>
                  </a:lnTo>
                  <a:lnTo>
                    <a:pt x="3193000" y="408034"/>
                  </a:lnTo>
                  <a:lnTo>
                    <a:pt x="3194474" y="401955"/>
                  </a:lnTo>
                  <a:lnTo>
                    <a:pt x="3195948" y="396791"/>
                  </a:lnTo>
                  <a:lnTo>
                    <a:pt x="3197423" y="391761"/>
                  </a:lnTo>
                  <a:lnTo>
                    <a:pt x="3198897" y="387538"/>
                  </a:lnTo>
                  <a:lnTo>
                    <a:pt x="3200371" y="384572"/>
                  </a:lnTo>
                  <a:lnTo>
                    <a:pt x="3201845" y="383581"/>
                  </a:lnTo>
                  <a:lnTo>
                    <a:pt x="3203320" y="382835"/>
                  </a:lnTo>
                  <a:lnTo>
                    <a:pt x="3204794" y="381740"/>
                  </a:lnTo>
                  <a:lnTo>
                    <a:pt x="3206268" y="381133"/>
                  </a:lnTo>
                  <a:lnTo>
                    <a:pt x="3207742" y="382601"/>
                  </a:lnTo>
                  <a:lnTo>
                    <a:pt x="3209216" y="384605"/>
                  </a:lnTo>
                  <a:lnTo>
                    <a:pt x="3210691" y="386596"/>
                  </a:lnTo>
                  <a:lnTo>
                    <a:pt x="3212165" y="388926"/>
                  </a:lnTo>
                  <a:lnTo>
                    <a:pt x="3213639" y="392711"/>
                  </a:lnTo>
                  <a:lnTo>
                    <a:pt x="3215113" y="397425"/>
                  </a:lnTo>
                  <a:lnTo>
                    <a:pt x="3216588" y="401635"/>
                  </a:lnTo>
                  <a:lnTo>
                    <a:pt x="3218062" y="404850"/>
                  </a:lnTo>
                  <a:lnTo>
                    <a:pt x="3219536" y="407878"/>
                  </a:lnTo>
                  <a:lnTo>
                    <a:pt x="3221010" y="411009"/>
                  </a:lnTo>
                  <a:lnTo>
                    <a:pt x="3222485" y="414415"/>
                  </a:lnTo>
                  <a:lnTo>
                    <a:pt x="3223959" y="418753"/>
                  </a:lnTo>
                  <a:lnTo>
                    <a:pt x="3225433" y="423196"/>
                  </a:lnTo>
                  <a:lnTo>
                    <a:pt x="3226907" y="427639"/>
                  </a:lnTo>
                  <a:lnTo>
                    <a:pt x="3228382" y="431250"/>
                  </a:lnTo>
                  <a:lnTo>
                    <a:pt x="3229856" y="432847"/>
                  </a:lnTo>
                  <a:lnTo>
                    <a:pt x="3231330" y="433750"/>
                  </a:lnTo>
                  <a:lnTo>
                    <a:pt x="3232804" y="434395"/>
                  </a:lnTo>
                  <a:lnTo>
                    <a:pt x="3234279" y="434714"/>
                  </a:lnTo>
                  <a:lnTo>
                    <a:pt x="3235753" y="434396"/>
                  </a:lnTo>
                  <a:lnTo>
                    <a:pt x="3237227" y="433684"/>
                  </a:lnTo>
                  <a:lnTo>
                    <a:pt x="3238701" y="433366"/>
                  </a:lnTo>
                  <a:lnTo>
                    <a:pt x="3240176" y="433755"/>
                  </a:lnTo>
                  <a:lnTo>
                    <a:pt x="3241650" y="434850"/>
                  </a:lnTo>
                  <a:lnTo>
                    <a:pt x="3243124" y="436518"/>
                  </a:lnTo>
                  <a:lnTo>
                    <a:pt x="3244598" y="437569"/>
                  </a:lnTo>
                  <a:lnTo>
                    <a:pt x="3246073" y="438570"/>
                  </a:lnTo>
                  <a:lnTo>
                    <a:pt x="3247547" y="440094"/>
                  </a:lnTo>
                  <a:lnTo>
                    <a:pt x="3249021" y="442013"/>
                  </a:lnTo>
                  <a:lnTo>
                    <a:pt x="3250495" y="445722"/>
                  </a:lnTo>
                  <a:lnTo>
                    <a:pt x="3251970" y="450320"/>
                  </a:lnTo>
                  <a:lnTo>
                    <a:pt x="3253444" y="452348"/>
                  </a:lnTo>
                  <a:lnTo>
                    <a:pt x="3254918" y="456280"/>
                  </a:lnTo>
                  <a:lnTo>
                    <a:pt x="3256392" y="460416"/>
                  </a:lnTo>
                  <a:lnTo>
                    <a:pt x="3257867" y="464552"/>
                  </a:lnTo>
                  <a:lnTo>
                    <a:pt x="3259341" y="469665"/>
                  </a:lnTo>
                  <a:lnTo>
                    <a:pt x="3260815" y="474658"/>
                  </a:lnTo>
                  <a:lnTo>
                    <a:pt x="3262289" y="478673"/>
                  </a:lnTo>
                  <a:lnTo>
                    <a:pt x="3263764" y="481569"/>
                  </a:lnTo>
                  <a:lnTo>
                    <a:pt x="3265238" y="483220"/>
                  </a:lnTo>
                  <a:lnTo>
                    <a:pt x="3266712" y="484704"/>
                  </a:lnTo>
                  <a:lnTo>
                    <a:pt x="3268186" y="486425"/>
                  </a:lnTo>
                  <a:lnTo>
                    <a:pt x="3269661" y="488468"/>
                  </a:lnTo>
                  <a:lnTo>
                    <a:pt x="3271135" y="489754"/>
                  </a:lnTo>
                  <a:lnTo>
                    <a:pt x="3272609" y="490071"/>
                  </a:lnTo>
                  <a:lnTo>
                    <a:pt x="3274083" y="489665"/>
                  </a:lnTo>
                  <a:lnTo>
                    <a:pt x="3275558" y="491266"/>
                  </a:lnTo>
                  <a:lnTo>
                    <a:pt x="3277032" y="491510"/>
                  </a:lnTo>
                  <a:lnTo>
                    <a:pt x="3278506" y="490839"/>
                  </a:lnTo>
                  <a:lnTo>
                    <a:pt x="3279980" y="490150"/>
                  </a:lnTo>
                  <a:lnTo>
                    <a:pt x="3281455" y="487163"/>
                  </a:lnTo>
                  <a:lnTo>
                    <a:pt x="3282929" y="484517"/>
                  </a:lnTo>
                  <a:lnTo>
                    <a:pt x="3284403" y="481638"/>
                  </a:lnTo>
                  <a:lnTo>
                    <a:pt x="3285877" y="476988"/>
                  </a:lnTo>
                  <a:lnTo>
                    <a:pt x="3287352" y="471699"/>
                  </a:lnTo>
                  <a:lnTo>
                    <a:pt x="3288826" y="464962"/>
                  </a:lnTo>
                  <a:lnTo>
                    <a:pt x="3290300" y="457254"/>
                  </a:lnTo>
                  <a:lnTo>
                    <a:pt x="3291774" y="449013"/>
                  </a:lnTo>
                  <a:lnTo>
                    <a:pt x="3293249" y="440848"/>
                  </a:lnTo>
                  <a:lnTo>
                    <a:pt x="3294723" y="432927"/>
                  </a:lnTo>
                  <a:lnTo>
                    <a:pt x="3296197" y="423885"/>
                  </a:lnTo>
                  <a:lnTo>
                    <a:pt x="3297671" y="412733"/>
                  </a:lnTo>
                  <a:lnTo>
                    <a:pt x="3299146" y="400862"/>
                  </a:lnTo>
                  <a:lnTo>
                    <a:pt x="3300620" y="388746"/>
                  </a:lnTo>
                  <a:lnTo>
                    <a:pt x="3302094" y="376940"/>
                  </a:lnTo>
                  <a:lnTo>
                    <a:pt x="3303568" y="367544"/>
                  </a:lnTo>
                  <a:lnTo>
                    <a:pt x="3305043" y="357992"/>
                  </a:lnTo>
                  <a:lnTo>
                    <a:pt x="3306517" y="348275"/>
                  </a:lnTo>
                  <a:lnTo>
                    <a:pt x="3307991" y="339143"/>
                  </a:lnTo>
                  <a:lnTo>
                    <a:pt x="3309465" y="328539"/>
                  </a:lnTo>
                  <a:lnTo>
                    <a:pt x="3310940" y="318033"/>
                  </a:lnTo>
                  <a:lnTo>
                    <a:pt x="3312414" y="307889"/>
                  </a:lnTo>
                  <a:lnTo>
                    <a:pt x="3313888" y="297989"/>
                  </a:lnTo>
                  <a:lnTo>
                    <a:pt x="3315362" y="288076"/>
                  </a:lnTo>
                  <a:lnTo>
                    <a:pt x="3316837" y="278297"/>
                  </a:lnTo>
                  <a:lnTo>
                    <a:pt x="3318311" y="269544"/>
                  </a:lnTo>
                  <a:lnTo>
                    <a:pt x="3319785" y="261920"/>
                  </a:lnTo>
                  <a:lnTo>
                    <a:pt x="3321259" y="255064"/>
                  </a:lnTo>
                  <a:lnTo>
                    <a:pt x="3322734" y="245804"/>
                  </a:lnTo>
                  <a:lnTo>
                    <a:pt x="3324208" y="234948"/>
                  </a:lnTo>
                  <a:lnTo>
                    <a:pt x="3325682" y="222748"/>
                  </a:lnTo>
                  <a:lnTo>
                    <a:pt x="3327156" y="209659"/>
                  </a:lnTo>
                  <a:lnTo>
                    <a:pt x="3328631" y="199304"/>
                  </a:lnTo>
                  <a:lnTo>
                    <a:pt x="3330105" y="188957"/>
                  </a:lnTo>
                  <a:lnTo>
                    <a:pt x="3331579" y="180843"/>
                  </a:lnTo>
                  <a:lnTo>
                    <a:pt x="3333053" y="173609"/>
                  </a:lnTo>
                  <a:lnTo>
                    <a:pt x="3334528" y="166466"/>
                  </a:lnTo>
                  <a:lnTo>
                    <a:pt x="3336002" y="159840"/>
                  </a:lnTo>
                  <a:lnTo>
                    <a:pt x="3337476" y="152335"/>
                  </a:lnTo>
                  <a:lnTo>
                    <a:pt x="3338950" y="145192"/>
                  </a:lnTo>
                  <a:lnTo>
                    <a:pt x="3340425" y="139100"/>
                  </a:lnTo>
                  <a:lnTo>
                    <a:pt x="3341899" y="134151"/>
                  </a:lnTo>
                  <a:lnTo>
                    <a:pt x="3343373" y="129202"/>
                  </a:lnTo>
                  <a:lnTo>
                    <a:pt x="3344847" y="127081"/>
                  </a:lnTo>
                  <a:lnTo>
                    <a:pt x="3346322" y="127484"/>
                  </a:lnTo>
                  <a:lnTo>
                    <a:pt x="3347796" y="128291"/>
                  </a:lnTo>
                  <a:lnTo>
                    <a:pt x="3349270" y="129820"/>
                  </a:lnTo>
                  <a:lnTo>
                    <a:pt x="3350744" y="129776"/>
                  </a:lnTo>
                  <a:lnTo>
                    <a:pt x="3352219" y="129732"/>
                  </a:lnTo>
                  <a:lnTo>
                    <a:pt x="3353693" y="129493"/>
                  </a:lnTo>
                  <a:lnTo>
                    <a:pt x="3355167" y="129182"/>
                  </a:lnTo>
                  <a:lnTo>
                    <a:pt x="3356641" y="130820"/>
                  </a:lnTo>
                  <a:lnTo>
                    <a:pt x="3358116" y="132733"/>
                  </a:lnTo>
                  <a:lnTo>
                    <a:pt x="3359590" y="136341"/>
                  </a:lnTo>
                  <a:lnTo>
                    <a:pt x="3361064" y="141286"/>
                  </a:lnTo>
                  <a:lnTo>
                    <a:pt x="3362538" y="147495"/>
                  </a:lnTo>
                  <a:lnTo>
                    <a:pt x="3364013" y="153731"/>
                  </a:lnTo>
                  <a:lnTo>
                    <a:pt x="3365487" y="158754"/>
                  </a:lnTo>
                  <a:lnTo>
                    <a:pt x="3366961" y="163958"/>
                  </a:lnTo>
                  <a:lnTo>
                    <a:pt x="3368435" y="169087"/>
                  </a:lnTo>
                  <a:lnTo>
                    <a:pt x="3369910" y="173972"/>
                  </a:lnTo>
                  <a:lnTo>
                    <a:pt x="3371384" y="179978"/>
                  </a:lnTo>
                  <a:lnTo>
                    <a:pt x="3372858" y="186858"/>
                  </a:lnTo>
                  <a:lnTo>
                    <a:pt x="3374332" y="192952"/>
                  </a:lnTo>
                  <a:lnTo>
                    <a:pt x="3375807" y="199934"/>
                  </a:lnTo>
                  <a:lnTo>
                    <a:pt x="3377281" y="204608"/>
                  </a:lnTo>
                  <a:lnTo>
                    <a:pt x="3378755" y="207016"/>
                  </a:lnTo>
                  <a:lnTo>
                    <a:pt x="3380229" y="209170"/>
                  </a:lnTo>
                  <a:lnTo>
                    <a:pt x="3381704" y="211101"/>
                  </a:lnTo>
                  <a:lnTo>
                    <a:pt x="3383178" y="212880"/>
                  </a:lnTo>
                  <a:lnTo>
                    <a:pt x="3384652" y="216026"/>
                  </a:lnTo>
                  <a:lnTo>
                    <a:pt x="3386126" y="218204"/>
                  </a:lnTo>
                  <a:lnTo>
                    <a:pt x="3387601" y="220107"/>
                  </a:lnTo>
                  <a:lnTo>
                    <a:pt x="3389075" y="221691"/>
                  </a:lnTo>
                  <a:lnTo>
                    <a:pt x="3390549" y="223682"/>
                  </a:lnTo>
                  <a:lnTo>
                    <a:pt x="3392023" y="225539"/>
                  </a:lnTo>
                  <a:lnTo>
                    <a:pt x="3393498" y="226514"/>
                  </a:lnTo>
                  <a:lnTo>
                    <a:pt x="3394972" y="226358"/>
                  </a:lnTo>
                  <a:lnTo>
                    <a:pt x="3396446" y="225481"/>
                  </a:lnTo>
                  <a:lnTo>
                    <a:pt x="3397920" y="225409"/>
                  </a:lnTo>
                  <a:lnTo>
                    <a:pt x="3399395" y="227349"/>
                  </a:lnTo>
                  <a:lnTo>
                    <a:pt x="3400869" y="229903"/>
                  </a:lnTo>
                  <a:lnTo>
                    <a:pt x="3402343" y="230210"/>
                  </a:lnTo>
                  <a:lnTo>
                    <a:pt x="3403817" y="229495"/>
                  </a:lnTo>
                  <a:lnTo>
                    <a:pt x="3405291" y="228382"/>
                  </a:lnTo>
                  <a:lnTo>
                    <a:pt x="3406766" y="225250"/>
                  </a:lnTo>
                  <a:lnTo>
                    <a:pt x="3408240" y="221739"/>
                  </a:lnTo>
                  <a:lnTo>
                    <a:pt x="3409714" y="218624"/>
                  </a:lnTo>
                  <a:lnTo>
                    <a:pt x="3411188" y="215069"/>
                  </a:lnTo>
                  <a:lnTo>
                    <a:pt x="3412663" y="211717"/>
                  </a:lnTo>
                  <a:lnTo>
                    <a:pt x="3414137" y="206828"/>
                  </a:lnTo>
                  <a:lnTo>
                    <a:pt x="3415611" y="201763"/>
                  </a:lnTo>
                  <a:lnTo>
                    <a:pt x="3417085" y="196747"/>
                  </a:lnTo>
                  <a:lnTo>
                    <a:pt x="3418560" y="191924"/>
                  </a:lnTo>
                  <a:lnTo>
                    <a:pt x="3420034" y="185761"/>
                  </a:lnTo>
                  <a:lnTo>
                    <a:pt x="3421508" y="178049"/>
                  </a:lnTo>
                  <a:lnTo>
                    <a:pt x="3422982" y="170115"/>
                  </a:lnTo>
                  <a:lnTo>
                    <a:pt x="3424457" y="164132"/>
                  </a:lnTo>
                  <a:lnTo>
                    <a:pt x="3425931" y="159454"/>
                  </a:lnTo>
                  <a:lnTo>
                    <a:pt x="3427405" y="154503"/>
                  </a:lnTo>
                  <a:lnTo>
                    <a:pt x="3428879" y="150274"/>
                  </a:lnTo>
                  <a:lnTo>
                    <a:pt x="3430354" y="146484"/>
                  </a:lnTo>
                  <a:lnTo>
                    <a:pt x="3431828" y="143214"/>
                  </a:lnTo>
                  <a:lnTo>
                    <a:pt x="3433302" y="140165"/>
                  </a:lnTo>
                  <a:lnTo>
                    <a:pt x="3434776" y="135307"/>
                  </a:lnTo>
                  <a:lnTo>
                    <a:pt x="3436251" y="132656"/>
                  </a:lnTo>
                  <a:lnTo>
                    <a:pt x="3437725" y="130456"/>
                  </a:lnTo>
                  <a:lnTo>
                    <a:pt x="3439199" y="128561"/>
                  </a:lnTo>
                  <a:lnTo>
                    <a:pt x="3440673" y="127923"/>
                  </a:lnTo>
                  <a:lnTo>
                    <a:pt x="3442148" y="127635"/>
                  </a:lnTo>
                  <a:lnTo>
                    <a:pt x="3443622" y="127560"/>
                  </a:lnTo>
                  <a:lnTo>
                    <a:pt x="3445096" y="128895"/>
                  </a:lnTo>
                  <a:lnTo>
                    <a:pt x="3446570" y="130502"/>
                  </a:lnTo>
                  <a:lnTo>
                    <a:pt x="3448045" y="132441"/>
                  </a:lnTo>
                  <a:lnTo>
                    <a:pt x="3449519" y="135419"/>
                  </a:lnTo>
                  <a:lnTo>
                    <a:pt x="3450993" y="136353"/>
                  </a:lnTo>
                  <a:lnTo>
                    <a:pt x="3452467" y="139502"/>
                  </a:lnTo>
                  <a:lnTo>
                    <a:pt x="3453942" y="143707"/>
                  </a:lnTo>
                  <a:lnTo>
                    <a:pt x="3455416" y="148194"/>
                  </a:lnTo>
                  <a:lnTo>
                    <a:pt x="3456890" y="153803"/>
                  </a:lnTo>
                  <a:lnTo>
                    <a:pt x="3458364" y="159413"/>
                  </a:lnTo>
                  <a:lnTo>
                    <a:pt x="3459839" y="165127"/>
                  </a:lnTo>
                  <a:lnTo>
                    <a:pt x="3461313" y="171712"/>
                  </a:lnTo>
                  <a:lnTo>
                    <a:pt x="3462787" y="178822"/>
                  </a:lnTo>
                  <a:lnTo>
                    <a:pt x="3464261" y="185613"/>
                  </a:lnTo>
                  <a:lnTo>
                    <a:pt x="3465736" y="192403"/>
                  </a:lnTo>
                  <a:lnTo>
                    <a:pt x="3467210" y="199021"/>
                  </a:lnTo>
                  <a:lnTo>
                    <a:pt x="3468684" y="204405"/>
                  </a:lnTo>
                  <a:lnTo>
                    <a:pt x="3470158" y="209574"/>
                  </a:lnTo>
                  <a:lnTo>
                    <a:pt x="3471633" y="214768"/>
                  </a:lnTo>
                  <a:lnTo>
                    <a:pt x="3473107" y="222968"/>
                  </a:lnTo>
                  <a:lnTo>
                    <a:pt x="3474581" y="230140"/>
                  </a:lnTo>
                  <a:lnTo>
                    <a:pt x="3476055" y="236699"/>
                  </a:lnTo>
                  <a:lnTo>
                    <a:pt x="3477530" y="245504"/>
                  </a:lnTo>
                  <a:lnTo>
                    <a:pt x="3479004" y="255550"/>
                  </a:lnTo>
                  <a:lnTo>
                    <a:pt x="3480478" y="265220"/>
                  </a:lnTo>
                  <a:lnTo>
                    <a:pt x="3481952" y="273354"/>
                  </a:lnTo>
                  <a:lnTo>
                    <a:pt x="3483427" y="280988"/>
                  </a:lnTo>
                  <a:lnTo>
                    <a:pt x="3484901" y="288350"/>
                  </a:lnTo>
                  <a:lnTo>
                    <a:pt x="3486375" y="296243"/>
                  </a:lnTo>
                  <a:lnTo>
                    <a:pt x="3487849" y="304205"/>
                  </a:lnTo>
                  <a:lnTo>
                    <a:pt x="3489324" y="313258"/>
                  </a:lnTo>
                  <a:lnTo>
                    <a:pt x="3490798" y="323505"/>
                  </a:lnTo>
                  <a:lnTo>
                    <a:pt x="3492272" y="333439"/>
                  </a:lnTo>
                  <a:lnTo>
                    <a:pt x="3493746" y="342508"/>
                  </a:lnTo>
                  <a:lnTo>
                    <a:pt x="3495221" y="348287"/>
                  </a:lnTo>
                  <a:lnTo>
                    <a:pt x="3496695" y="353743"/>
                  </a:lnTo>
                  <a:lnTo>
                    <a:pt x="3498169" y="359638"/>
                  </a:lnTo>
                  <a:lnTo>
                    <a:pt x="3499643" y="363583"/>
                  </a:lnTo>
                  <a:lnTo>
                    <a:pt x="3501118" y="366222"/>
                  </a:lnTo>
                  <a:lnTo>
                    <a:pt x="3502592" y="369491"/>
                  </a:lnTo>
                  <a:lnTo>
                    <a:pt x="3504066" y="373958"/>
                  </a:lnTo>
                  <a:lnTo>
                    <a:pt x="3505540" y="377711"/>
                  </a:lnTo>
                  <a:lnTo>
                    <a:pt x="3507015" y="379436"/>
                  </a:lnTo>
                  <a:lnTo>
                    <a:pt x="3508489" y="380572"/>
                  </a:lnTo>
                  <a:lnTo>
                    <a:pt x="3509963" y="382336"/>
                  </a:lnTo>
                  <a:lnTo>
                    <a:pt x="3511437" y="381549"/>
                  </a:lnTo>
                  <a:lnTo>
                    <a:pt x="3512912" y="378483"/>
                  </a:lnTo>
                  <a:lnTo>
                    <a:pt x="3514386" y="375596"/>
                  </a:lnTo>
                  <a:lnTo>
                    <a:pt x="3515860" y="373179"/>
                  </a:lnTo>
                  <a:lnTo>
                    <a:pt x="3517334" y="372310"/>
                  </a:lnTo>
                  <a:lnTo>
                    <a:pt x="3518809" y="371229"/>
                  </a:lnTo>
                  <a:lnTo>
                    <a:pt x="3520283" y="368738"/>
                  </a:lnTo>
                  <a:lnTo>
                    <a:pt x="3521757" y="365652"/>
                  </a:lnTo>
                  <a:lnTo>
                    <a:pt x="3523231" y="362379"/>
                  </a:lnTo>
                  <a:lnTo>
                    <a:pt x="3524706" y="358941"/>
                  </a:lnTo>
                  <a:lnTo>
                    <a:pt x="3526180" y="356903"/>
                  </a:lnTo>
                  <a:lnTo>
                    <a:pt x="3527654" y="355332"/>
                  </a:lnTo>
                  <a:lnTo>
                    <a:pt x="3529128" y="354492"/>
                  </a:lnTo>
                  <a:lnTo>
                    <a:pt x="3530603" y="353263"/>
                  </a:lnTo>
                  <a:lnTo>
                    <a:pt x="3532077" y="349397"/>
                  </a:lnTo>
                  <a:lnTo>
                    <a:pt x="3533551" y="345691"/>
                  </a:lnTo>
                  <a:lnTo>
                    <a:pt x="3535025" y="343279"/>
                  </a:lnTo>
                  <a:lnTo>
                    <a:pt x="3536500" y="340713"/>
                  </a:lnTo>
                  <a:lnTo>
                    <a:pt x="3537974" y="337712"/>
                  </a:lnTo>
                  <a:lnTo>
                    <a:pt x="3539448" y="334711"/>
                  </a:lnTo>
                  <a:lnTo>
                    <a:pt x="3540922" y="331709"/>
                  </a:lnTo>
                  <a:lnTo>
                    <a:pt x="3542397" y="328881"/>
                  </a:lnTo>
                  <a:lnTo>
                    <a:pt x="3543871" y="327117"/>
                  </a:lnTo>
                  <a:lnTo>
                    <a:pt x="3545345" y="324646"/>
                  </a:lnTo>
                  <a:lnTo>
                    <a:pt x="3546819" y="321252"/>
                  </a:lnTo>
                  <a:lnTo>
                    <a:pt x="3548294" y="315920"/>
                  </a:lnTo>
                  <a:lnTo>
                    <a:pt x="3549768" y="310001"/>
                  </a:lnTo>
                  <a:lnTo>
                    <a:pt x="3551242" y="303779"/>
                  </a:lnTo>
                  <a:lnTo>
                    <a:pt x="3552716" y="296780"/>
                  </a:lnTo>
                  <a:lnTo>
                    <a:pt x="3554191" y="290862"/>
                  </a:lnTo>
                  <a:lnTo>
                    <a:pt x="3555665" y="285509"/>
                  </a:lnTo>
                  <a:lnTo>
                    <a:pt x="3557139" y="281800"/>
                  </a:lnTo>
                  <a:lnTo>
                    <a:pt x="3558613" y="277420"/>
                  </a:lnTo>
                  <a:lnTo>
                    <a:pt x="3560088" y="272609"/>
                  </a:lnTo>
                  <a:lnTo>
                    <a:pt x="3561562" y="267097"/>
                  </a:lnTo>
                  <a:lnTo>
                    <a:pt x="3563036" y="261466"/>
                  </a:lnTo>
                  <a:lnTo>
                    <a:pt x="3564510" y="255916"/>
                  </a:lnTo>
                  <a:lnTo>
                    <a:pt x="3565985" y="250309"/>
                  </a:lnTo>
                  <a:lnTo>
                    <a:pt x="3567459" y="244088"/>
                  </a:lnTo>
                  <a:lnTo>
                    <a:pt x="3568933" y="238470"/>
                  </a:lnTo>
                  <a:lnTo>
                    <a:pt x="3570407" y="235223"/>
                  </a:lnTo>
                  <a:lnTo>
                    <a:pt x="3571882" y="232256"/>
                  </a:lnTo>
                  <a:lnTo>
                    <a:pt x="3573356" y="230154"/>
                  </a:lnTo>
                  <a:lnTo>
                    <a:pt x="3574830" y="228992"/>
                  </a:lnTo>
                  <a:lnTo>
                    <a:pt x="3576304" y="227829"/>
                  </a:lnTo>
                  <a:lnTo>
                    <a:pt x="3577779" y="226310"/>
                  </a:lnTo>
                  <a:lnTo>
                    <a:pt x="3579253" y="223567"/>
                  </a:lnTo>
                  <a:lnTo>
                    <a:pt x="3580727" y="220807"/>
                  </a:lnTo>
                  <a:lnTo>
                    <a:pt x="3582201" y="220179"/>
                  </a:lnTo>
                  <a:lnTo>
                    <a:pt x="3583676" y="220490"/>
                  </a:lnTo>
                  <a:lnTo>
                    <a:pt x="3585150" y="220716"/>
                  </a:lnTo>
                  <a:lnTo>
                    <a:pt x="3586624" y="220676"/>
                  </a:lnTo>
                  <a:lnTo>
                    <a:pt x="3588098" y="221331"/>
                  </a:lnTo>
                  <a:lnTo>
                    <a:pt x="3589573" y="223572"/>
                  </a:lnTo>
                  <a:lnTo>
                    <a:pt x="3591047" y="225756"/>
                  </a:lnTo>
                  <a:lnTo>
                    <a:pt x="3592521" y="226445"/>
                  </a:lnTo>
                  <a:lnTo>
                    <a:pt x="3593995" y="227621"/>
                  </a:lnTo>
                  <a:lnTo>
                    <a:pt x="3595470" y="228798"/>
                  </a:lnTo>
                  <a:lnTo>
                    <a:pt x="3596944" y="230296"/>
                  </a:lnTo>
                  <a:lnTo>
                    <a:pt x="3598418" y="231794"/>
                  </a:lnTo>
                  <a:lnTo>
                    <a:pt x="3599892" y="233537"/>
                  </a:lnTo>
                  <a:lnTo>
                    <a:pt x="3601366" y="235072"/>
                  </a:lnTo>
                  <a:lnTo>
                    <a:pt x="3602841" y="237963"/>
                  </a:lnTo>
                  <a:lnTo>
                    <a:pt x="3604315" y="239934"/>
                  </a:lnTo>
                  <a:lnTo>
                    <a:pt x="3605789" y="242550"/>
                  </a:lnTo>
                  <a:lnTo>
                    <a:pt x="3607263" y="246637"/>
                  </a:lnTo>
                  <a:lnTo>
                    <a:pt x="3608738" y="252087"/>
                  </a:lnTo>
                  <a:lnTo>
                    <a:pt x="3610212" y="255084"/>
                  </a:lnTo>
                  <a:lnTo>
                    <a:pt x="3611686" y="257520"/>
                  </a:lnTo>
                  <a:lnTo>
                    <a:pt x="3613160" y="260888"/>
                  </a:lnTo>
                  <a:lnTo>
                    <a:pt x="3614635" y="264672"/>
                  </a:lnTo>
                  <a:lnTo>
                    <a:pt x="3616109" y="268134"/>
                  </a:lnTo>
                  <a:lnTo>
                    <a:pt x="3617583" y="271595"/>
                  </a:lnTo>
                  <a:lnTo>
                    <a:pt x="3619057" y="275082"/>
                  </a:lnTo>
                  <a:lnTo>
                    <a:pt x="3620532" y="279493"/>
                  </a:lnTo>
                  <a:lnTo>
                    <a:pt x="3622006" y="283669"/>
                  </a:lnTo>
                  <a:lnTo>
                    <a:pt x="3623480" y="287742"/>
                  </a:lnTo>
                  <a:lnTo>
                    <a:pt x="3624954" y="293356"/>
                  </a:lnTo>
                  <a:lnTo>
                    <a:pt x="3626429" y="299402"/>
                  </a:lnTo>
                  <a:lnTo>
                    <a:pt x="3627903" y="306914"/>
                  </a:lnTo>
                  <a:lnTo>
                    <a:pt x="3629377" y="312826"/>
                  </a:lnTo>
                  <a:lnTo>
                    <a:pt x="3630851" y="318127"/>
                  </a:lnTo>
                  <a:lnTo>
                    <a:pt x="3632326" y="323691"/>
                  </a:lnTo>
                  <a:lnTo>
                    <a:pt x="3633800" y="330430"/>
                  </a:lnTo>
                  <a:lnTo>
                    <a:pt x="3635274" y="337752"/>
                  </a:lnTo>
                  <a:lnTo>
                    <a:pt x="3636748" y="345160"/>
                  </a:lnTo>
                  <a:lnTo>
                    <a:pt x="3638223" y="352268"/>
                  </a:lnTo>
                  <a:lnTo>
                    <a:pt x="3639697" y="358993"/>
                  </a:lnTo>
                  <a:lnTo>
                    <a:pt x="3641171" y="364104"/>
                  </a:lnTo>
                  <a:lnTo>
                    <a:pt x="3642645" y="369310"/>
                  </a:lnTo>
                  <a:lnTo>
                    <a:pt x="3644120" y="374972"/>
                  </a:lnTo>
                  <a:lnTo>
                    <a:pt x="3645594" y="379481"/>
                  </a:lnTo>
                  <a:lnTo>
                    <a:pt x="3647068" y="382955"/>
                  </a:lnTo>
                  <a:lnTo>
                    <a:pt x="3648542" y="385663"/>
                  </a:lnTo>
                  <a:lnTo>
                    <a:pt x="3650017" y="387201"/>
                  </a:lnTo>
                  <a:lnTo>
                    <a:pt x="3651491" y="389273"/>
                  </a:lnTo>
                  <a:lnTo>
                    <a:pt x="3652965" y="391482"/>
                  </a:lnTo>
                  <a:lnTo>
                    <a:pt x="3654439" y="394249"/>
                  </a:lnTo>
                  <a:lnTo>
                    <a:pt x="3655914" y="398837"/>
                  </a:lnTo>
                  <a:lnTo>
                    <a:pt x="3657388" y="402996"/>
                  </a:lnTo>
                  <a:lnTo>
                    <a:pt x="3658862" y="406988"/>
                  </a:lnTo>
                  <a:lnTo>
                    <a:pt x="3660336" y="411328"/>
                  </a:lnTo>
                  <a:lnTo>
                    <a:pt x="3661811" y="415777"/>
                  </a:lnTo>
                  <a:lnTo>
                    <a:pt x="3663285" y="421525"/>
                  </a:lnTo>
                  <a:lnTo>
                    <a:pt x="3664759" y="426235"/>
                  </a:lnTo>
                  <a:lnTo>
                    <a:pt x="3666233" y="430360"/>
                  </a:lnTo>
                  <a:lnTo>
                    <a:pt x="3667708" y="435739"/>
                  </a:lnTo>
                  <a:lnTo>
                    <a:pt x="3669182" y="441209"/>
                  </a:lnTo>
                  <a:lnTo>
                    <a:pt x="3670656" y="447510"/>
                  </a:lnTo>
                  <a:lnTo>
                    <a:pt x="3672130" y="453456"/>
                  </a:lnTo>
                  <a:lnTo>
                    <a:pt x="3673605" y="458766"/>
                  </a:lnTo>
                  <a:lnTo>
                    <a:pt x="3675079" y="463524"/>
                  </a:lnTo>
                  <a:lnTo>
                    <a:pt x="3676553" y="467804"/>
                  </a:lnTo>
                  <a:lnTo>
                    <a:pt x="3678027" y="469595"/>
                  </a:lnTo>
                  <a:lnTo>
                    <a:pt x="3679502" y="471575"/>
                  </a:lnTo>
                  <a:lnTo>
                    <a:pt x="3680976" y="472553"/>
                  </a:lnTo>
                  <a:lnTo>
                    <a:pt x="3682450" y="473574"/>
                  </a:lnTo>
                  <a:lnTo>
                    <a:pt x="3683924" y="473109"/>
                  </a:lnTo>
                  <a:lnTo>
                    <a:pt x="3685399" y="473873"/>
                  </a:lnTo>
                  <a:lnTo>
                    <a:pt x="3686873" y="476232"/>
                  </a:lnTo>
                  <a:lnTo>
                    <a:pt x="3688347" y="479531"/>
                  </a:lnTo>
                  <a:lnTo>
                    <a:pt x="3689821" y="482959"/>
                  </a:lnTo>
                  <a:lnTo>
                    <a:pt x="3691296" y="485690"/>
                  </a:lnTo>
                  <a:lnTo>
                    <a:pt x="3692770" y="488787"/>
                  </a:lnTo>
                  <a:lnTo>
                    <a:pt x="3694244" y="491885"/>
                  </a:lnTo>
                  <a:lnTo>
                    <a:pt x="3695718" y="494366"/>
                  </a:lnTo>
                  <a:lnTo>
                    <a:pt x="3697193" y="497072"/>
                  </a:lnTo>
                  <a:lnTo>
                    <a:pt x="3698667" y="500408"/>
                  </a:lnTo>
                  <a:lnTo>
                    <a:pt x="3700141" y="503699"/>
                  </a:lnTo>
                  <a:lnTo>
                    <a:pt x="3701615" y="506858"/>
                  </a:lnTo>
                  <a:lnTo>
                    <a:pt x="3703090" y="509330"/>
                  </a:lnTo>
                  <a:lnTo>
                    <a:pt x="3704564" y="512654"/>
                  </a:lnTo>
                  <a:lnTo>
                    <a:pt x="3706038" y="516817"/>
                  </a:lnTo>
                  <a:lnTo>
                    <a:pt x="3707512" y="520395"/>
                  </a:lnTo>
                  <a:lnTo>
                    <a:pt x="3708987" y="524298"/>
                  </a:lnTo>
                  <a:lnTo>
                    <a:pt x="3710461" y="527834"/>
                  </a:lnTo>
                  <a:lnTo>
                    <a:pt x="3711935" y="531155"/>
                  </a:lnTo>
                  <a:lnTo>
                    <a:pt x="3713409" y="535761"/>
                  </a:lnTo>
                  <a:lnTo>
                    <a:pt x="3714884" y="538131"/>
                  </a:lnTo>
                  <a:lnTo>
                    <a:pt x="3716358" y="541769"/>
                  </a:lnTo>
                  <a:lnTo>
                    <a:pt x="3717832" y="546780"/>
                  </a:lnTo>
                  <a:lnTo>
                    <a:pt x="3719306" y="552205"/>
                  </a:lnTo>
                  <a:lnTo>
                    <a:pt x="3720781" y="558212"/>
                  </a:lnTo>
                  <a:lnTo>
                    <a:pt x="3722255" y="564759"/>
                  </a:lnTo>
                  <a:lnTo>
                    <a:pt x="3723729" y="570654"/>
                  </a:lnTo>
                  <a:lnTo>
                    <a:pt x="3725203" y="576780"/>
                  </a:lnTo>
                  <a:lnTo>
                    <a:pt x="3726678" y="581685"/>
                  </a:lnTo>
                  <a:lnTo>
                    <a:pt x="3728152" y="585397"/>
                  </a:lnTo>
                  <a:lnTo>
                    <a:pt x="3729626" y="588178"/>
                  </a:lnTo>
                  <a:lnTo>
                    <a:pt x="3731100" y="589434"/>
                  </a:lnTo>
                  <a:lnTo>
                    <a:pt x="3731922" y="589806"/>
                  </a:lnTo>
                  <a:lnTo>
                    <a:pt x="3776189" y="589806"/>
                  </a:lnTo>
                  <a:lnTo>
                    <a:pt x="3776802" y="587494"/>
                  </a:lnTo>
                  <a:lnTo>
                    <a:pt x="3778276" y="581680"/>
                  </a:lnTo>
                  <a:lnTo>
                    <a:pt x="3779751" y="575827"/>
                  </a:lnTo>
                  <a:lnTo>
                    <a:pt x="3781225" y="569933"/>
                  </a:lnTo>
                  <a:lnTo>
                    <a:pt x="3782699" y="565282"/>
                  </a:lnTo>
                  <a:lnTo>
                    <a:pt x="3784173" y="559480"/>
                  </a:lnTo>
                  <a:lnTo>
                    <a:pt x="3785648" y="553434"/>
                  </a:lnTo>
                  <a:lnTo>
                    <a:pt x="3787122" y="548461"/>
                  </a:lnTo>
                  <a:lnTo>
                    <a:pt x="3788596" y="542380"/>
                  </a:lnTo>
                  <a:lnTo>
                    <a:pt x="3790070" y="538916"/>
                  </a:lnTo>
                  <a:lnTo>
                    <a:pt x="3791545" y="535638"/>
                  </a:lnTo>
                  <a:lnTo>
                    <a:pt x="3793019" y="531642"/>
                  </a:lnTo>
                  <a:lnTo>
                    <a:pt x="3794493" y="526370"/>
                  </a:lnTo>
                  <a:lnTo>
                    <a:pt x="3795967" y="520051"/>
                  </a:lnTo>
                  <a:lnTo>
                    <a:pt x="3797441" y="514324"/>
                  </a:lnTo>
                  <a:lnTo>
                    <a:pt x="3798916" y="510951"/>
                  </a:lnTo>
                  <a:lnTo>
                    <a:pt x="3800390" y="508185"/>
                  </a:lnTo>
                  <a:lnTo>
                    <a:pt x="3801864" y="506321"/>
                  </a:lnTo>
                  <a:lnTo>
                    <a:pt x="3803338" y="505513"/>
                  </a:lnTo>
                  <a:lnTo>
                    <a:pt x="3804813" y="505493"/>
                  </a:lnTo>
                  <a:lnTo>
                    <a:pt x="3806287" y="505907"/>
                  </a:lnTo>
                  <a:lnTo>
                    <a:pt x="3807761" y="506715"/>
                  </a:lnTo>
                  <a:lnTo>
                    <a:pt x="3809235" y="507278"/>
                  </a:lnTo>
                  <a:lnTo>
                    <a:pt x="3810710" y="506519"/>
                  </a:lnTo>
                  <a:lnTo>
                    <a:pt x="3812184" y="503341"/>
                  </a:lnTo>
                  <a:lnTo>
                    <a:pt x="3813658" y="498551"/>
                  </a:lnTo>
                  <a:lnTo>
                    <a:pt x="3815132" y="493621"/>
                  </a:lnTo>
                  <a:lnTo>
                    <a:pt x="3816607" y="488642"/>
                  </a:lnTo>
                  <a:lnTo>
                    <a:pt x="3818081" y="484647"/>
                  </a:lnTo>
                  <a:lnTo>
                    <a:pt x="3819555" y="480652"/>
                  </a:lnTo>
                  <a:lnTo>
                    <a:pt x="3821029" y="476049"/>
                  </a:lnTo>
                  <a:lnTo>
                    <a:pt x="3822504" y="471838"/>
                  </a:lnTo>
                  <a:lnTo>
                    <a:pt x="3823978" y="465461"/>
                  </a:lnTo>
                  <a:lnTo>
                    <a:pt x="3825452" y="459164"/>
                  </a:lnTo>
                  <a:lnTo>
                    <a:pt x="3826926" y="452460"/>
                  </a:lnTo>
                  <a:lnTo>
                    <a:pt x="3828401" y="445945"/>
                  </a:lnTo>
                  <a:lnTo>
                    <a:pt x="3829875" y="439429"/>
                  </a:lnTo>
                  <a:lnTo>
                    <a:pt x="3831349" y="432913"/>
                  </a:lnTo>
                  <a:lnTo>
                    <a:pt x="3832823" y="427946"/>
                  </a:lnTo>
                  <a:lnTo>
                    <a:pt x="3834298" y="424685"/>
                  </a:lnTo>
                  <a:lnTo>
                    <a:pt x="3835772" y="423983"/>
                  </a:lnTo>
                  <a:lnTo>
                    <a:pt x="3837246" y="423437"/>
                  </a:lnTo>
                  <a:lnTo>
                    <a:pt x="3838720" y="422891"/>
                  </a:lnTo>
                  <a:lnTo>
                    <a:pt x="3840195" y="421881"/>
                  </a:lnTo>
                  <a:lnTo>
                    <a:pt x="3841669" y="419856"/>
                  </a:lnTo>
                  <a:lnTo>
                    <a:pt x="3843143" y="418657"/>
                  </a:lnTo>
                  <a:lnTo>
                    <a:pt x="3844617" y="417459"/>
                  </a:lnTo>
                  <a:lnTo>
                    <a:pt x="3846092" y="417798"/>
                  </a:lnTo>
                  <a:lnTo>
                    <a:pt x="3847566" y="418078"/>
                  </a:lnTo>
                  <a:lnTo>
                    <a:pt x="3849040" y="418358"/>
                  </a:lnTo>
                  <a:lnTo>
                    <a:pt x="3850514" y="419546"/>
                  </a:lnTo>
                  <a:lnTo>
                    <a:pt x="3851989" y="422339"/>
                  </a:lnTo>
                  <a:lnTo>
                    <a:pt x="3853463" y="425387"/>
                  </a:lnTo>
                  <a:lnTo>
                    <a:pt x="3854937" y="428137"/>
                  </a:lnTo>
                  <a:lnTo>
                    <a:pt x="3856411" y="430537"/>
                  </a:lnTo>
                  <a:lnTo>
                    <a:pt x="3857886" y="431449"/>
                  </a:lnTo>
                  <a:lnTo>
                    <a:pt x="3859360" y="432683"/>
                  </a:lnTo>
                  <a:lnTo>
                    <a:pt x="3860834" y="434162"/>
                  </a:lnTo>
                  <a:lnTo>
                    <a:pt x="3862308" y="434706"/>
                  </a:lnTo>
                  <a:lnTo>
                    <a:pt x="3863783" y="436185"/>
                  </a:lnTo>
                  <a:lnTo>
                    <a:pt x="3865257" y="437664"/>
                  </a:lnTo>
                  <a:lnTo>
                    <a:pt x="3866731" y="439076"/>
                  </a:lnTo>
                  <a:lnTo>
                    <a:pt x="3868205" y="439536"/>
                  </a:lnTo>
                  <a:lnTo>
                    <a:pt x="3869680" y="440793"/>
                  </a:lnTo>
                  <a:lnTo>
                    <a:pt x="3871154" y="442361"/>
                  </a:lnTo>
                  <a:lnTo>
                    <a:pt x="3872628" y="443117"/>
                  </a:lnTo>
                  <a:lnTo>
                    <a:pt x="3874102" y="442465"/>
                  </a:lnTo>
                  <a:lnTo>
                    <a:pt x="3875577" y="441208"/>
                  </a:lnTo>
                  <a:lnTo>
                    <a:pt x="3877051" y="438976"/>
                  </a:lnTo>
                  <a:lnTo>
                    <a:pt x="3878525" y="435941"/>
                  </a:lnTo>
                  <a:lnTo>
                    <a:pt x="3879999" y="432661"/>
                  </a:lnTo>
                  <a:lnTo>
                    <a:pt x="3881474" y="429382"/>
                  </a:lnTo>
                  <a:lnTo>
                    <a:pt x="3882948" y="426496"/>
                  </a:lnTo>
                  <a:lnTo>
                    <a:pt x="3884422" y="424720"/>
                  </a:lnTo>
                  <a:lnTo>
                    <a:pt x="3885896" y="423246"/>
                  </a:lnTo>
                  <a:lnTo>
                    <a:pt x="3887371" y="421378"/>
                  </a:lnTo>
                  <a:lnTo>
                    <a:pt x="3888845" y="421099"/>
                  </a:lnTo>
                  <a:lnTo>
                    <a:pt x="3890319" y="420737"/>
                  </a:lnTo>
                  <a:lnTo>
                    <a:pt x="3891793" y="418337"/>
                  </a:lnTo>
                  <a:lnTo>
                    <a:pt x="3893268" y="414734"/>
                  </a:lnTo>
                  <a:lnTo>
                    <a:pt x="3894742" y="411028"/>
                  </a:lnTo>
                  <a:lnTo>
                    <a:pt x="3896216" y="407077"/>
                  </a:lnTo>
                  <a:lnTo>
                    <a:pt x="3897690" y="402683"/>
                  </a:lnTo>
                  <a:lnTo>
                    <a:pt x="3899165" y="399428"/>
                  </a:lnTo>
                  <a:lnTo>
                    <a:pt x="3900639" y="396361"/>
                  </a:lnTo>
                  <a:lnTo>
                    <a:pt x="3902113" y="393699"/>
                  </a:lnTo>
                  <a:lnTo>
                    <a:pt x="3903587" y="390208"/>
                  </a:lnTo>
                  <a:lnTo>
                    <a:pt x="3905062" y="386717"/>
                  </a:lnTo>
                  <a:lnTo>
                    <a:pt x="3906536" y="383226"/>
                  </a:lnTo>
                  <a:lnTo>
                    <a:pt x="3908010" y="379735"/>
                  </a:lnTo>
                  <a:lnTo>
                    <a:pt x="3909484" y="376244"/>
                  </a:lnTo>
                  <a:lnTo>
                    <a:pt x="3910959" y="371431"/>
                  </a:lnTo>
                  <a:lnTo>
                    <a:pt x="3912433" y="367476"/>
                  </a:lnTo>
                  <a:lnTo>
                    <a:pt x="3913907" y="364525"/>
                  </a:lnTo>
                  <a:lnTo>
                    <a:pt x="3915381" y="363251"/>
                  </a:lnTo>
                  <a:lnTo>
                    <a:pt x="3916856" y="363295"/>
                  </a:lnTo>
                  <a:lnTo>
                    <a:pt x="3918330" y="362351"/>
                  </a:lnTo>
                  <a:lnTo>
                    <a:pt x="3919804" y="361645"/>
                  </a:lnTo>
                  <a:lnTo>
                    <a:pt x="3921278" y="360431"/>
                  </a:lnTo>
                  <a:lnTo>
                    <a:pt x="3922753" y="359412"/>
                  </a:lnTo>
                  <a:lnTo>
                    <a:pt x="3924227" y="358393"/>
                  </a:lnTo>
                  <a:lnTo>
                    <a:pt x="3925701" y="359175"/>
                  </a:lnTo>
                  <a:lnTo>
                    <a:pt x="3927175" y="359958"/>
                  </a:lnTo>
                  <a:lnTo>
                    <a:pt x="3928650" y="360418"/>
                  </a:lnTo>
                  <a:lnTo>
                    <a:pt x="3930124" y="360295"/>
                  </a:lnTo>
                  <a:lnTo>
                    <a:pt x="3931598" y="358815"/>
                  </a:lnTo>
                  <a:lnTo>
                    <a:pt x="3933072" y="357336"/>
                  </a:lnTo>
                  <a:lnTo>
                    <a:pt x="3934547" y="355858"/>
                  </a:lnTo>
                  <a:lnTo>
                    <a:pt x="3936021" y="354379"/>
                  </a:lnTo>
                  <a:lnTo>
                    <a:pt x="3937495" y="353835"/>
                  </a:lnTo>
                  <a:lnTo>
                    <a:pt x="3938969" y="352600"/>
                  </a:lnTo>
                  <a:lnTo>
                    <a:pt x="3940444" y="352183"/>
                  </a:lnTo>
                  <a:lnTo>
                    <a:pt x="3941918" y="353166"/>
                  </a:lnTo>
                  <a:lnTo>
                    <a:pt x="3943392" y="354583"/>
                  </a:lnTo>
                  <a:lnTo>
                    <a:pt x="3944866" y="355760"/>
                  </a:lnTo>
                  <a:lnTo>
                    <a:pt x="3946341" y="358217"/>
                  </a:lnTo>
                  <a:lnTo>
                    <a:pt x="3947815" y="360350"/>
                  </a:lnTo>
                  <a:lnTo>
                    <a:pt x="3949289" y="362087"/>
                  </a:lnTo>
                  <a:lnTo>
                    <a:pt x="3950763" y="363825"/>
                  </a:lnTo>
                  <a:lnTo>
                    <a:pt x="3952238" y="366961"/>
                  </a:lnTo>
                  <a:lnTo>
                    <a:pt x="3953712" y="371661"/>
                  </a:lnTo>
                  <a:lnTo>
                    <a:pt x="3955186" y="374961"/>
                  </a:lnTo>
                  <a:lnTo>
                    <a:pt x="3956660" y="378260"/>
                  </a:lnTo>
                  <a:lnTo>
                    <a:pt x="3958135" y="381709"/>
                  </a:lnTo>
                  <a:lnTo>
                    <a:pt x="3959609" y="384295"/>
                  </a:lnTo>
                  <a:lnTo>
                    <a:pt x="3961083" y="386577"/>
                  </a:lnTo>
                  <a:lnTo>
                    <a:pt x="3962557" y="389253"/>
                  </a:lnTo>
                  <a:lnTo>
                    <a:pt x="3964032" y="391137"/>
                  </a:lnTo>
                  <a:lnTo>
                    <a:pt x="3965506" y="393900"/>
                  </a:lnTo>
                  <a:lnTo>
                    <a:pt x="3966980" y="397851"/>
                  </a:lnTo>
                  <a:lnTo>
                    <a:pt x="3968454" y="402021"/>
                  </a:lnTo>
                  <a:lnTo>
                    <a:pt x="3969929" y="405971"/>
                  </a:lnTo>
                  <a:lnTo>
                    <a:pt x="3971403" y="410489"/>
                  </a:lnTo>
                  <a:lnTo>
                    <a:pt x="3972877" y="415157"/>
                  </a:lnTo>
                  <a:lnTo>
                    <a:pt x="3974351" y="419354"/>
                  </a:lnTo>
                  <a:lnTo>
                    <a:pt x="3975826" y="423655"/>
                  </a:lnTo>
                  <a:lnTo>
                    <a:pt x="3977300" y="427850"/>
                  </a:lnTo>
                  <a:lnTo>
                    <a:pt x="3978774" y="433414"/>
                  </a:lnTo>
                  <a:lnTo>
                    <a:pt x="3980248" y="438180"/>
                  </a:lnTo>
                  <a:lnTo>
                    <a:pt x="3981723" y="441270"/>
                  </a:lnTo>
                  <a:lnTo>
                    <a:pt x="3983197" y="443222"/>
                  </a:lnTo>
                  <a:lnTo>
                    <a:pt x="3984671" y="444480"/>
                  </a:lnTo>
                  <a:lnTo>
                    <a:pt x="3986145" y="445064"/>
                  </a:lnTo>
                  <a:lnTo>
                    <a:pt x="3987620" y="444286"/>
                  </a:lnTo>
                  <a:lnTo>
                    <a:pt x="3989094" y="442502"/>
                  </a:lnTo>
                  <a:lnTo>
                    <a:pt x="3990568" y="439477"/>
                  </a:lnTo>
                  <a:lnTo>
                    <a:pt x="3992042" y="436148"/>
                  </a:lnTo>
                  <a:lnTo>
                    <a:pt x="3993516" y="432704"/>
                  </a:lnTo>
                  <a:lnTo>
                    <a:pt x="3994991" y="428828"/>
                  </a:lnTo>
                  <a:lnTo>
                    <a:pt x="3996465" y="423834"/>
                  </a:lnTo>
                  <a:lnTo>
                    <a:pt x="3997939" y="418631"/>
                  </a:lnTo>
                  <a:lnTo>
                    <a:pt x="3999413" y="413500"/>
                  </a:lnTo>
                  <a:lnTo>
                    <a:pt x="4000888" y="406415"/>
                  </a:lnTo>
                  <a:lnTo>
                    <a:pt x="4002362" y="399622"/>
                  </a:lnTo>
                  <a:lnTo>
                    <a:pt x="4003836" y="392165"/>
                  </a:lnTo>
                  <a:lnTo>
                    <a:pt x="4005310" y="384915"/>
                  </a:lnTo>
                  <a:lnTo>
                    <a:pt x="4006785" y="378718"/>
                  </a:lnTo>
                  <a:lnTo>
                    <a:pt x="4008259" y="372685"/>
                  </a:lnTo>
                  <a:lnTo>
                    <a:pt x="4009733" y="367045"/>
                  </a:lnTo>
                  <a:lnTo>
                    <a:pt x="4011207" y="361405"/>
                  </a:lnTo>
                  <a:lnTo>
                    <a:pt x="4012682" y="355187"/>
                  </a:lnTo>
                  <a:lnTo>
                    <a:pt x="4014156" y="348257"/>
                  </a:lnTo>
                  <a:lnTo>
                    <a:pt x="4015630" y="341580"/>
                  </a:lnTo>
                  <a:lnTo>
                    <a:pt x="4017104" y="334005"/>
                  </a:lnTo>
                  <a:lnTo>
                    <a:pt x="4018579" y="327770"/>
                  </a:lnTo>
                  <a:lnTo>
                    <a:pt x="4020053" y="321218"/>
                  </a:lnTo>
                  <a:lnTo>
                    <a:pt x="4021527" y="313491"/>
                  </a:lnTo>
                  <a:lnTo>
                    <a:pt x="4023001" y="304986"/>
                  </a:lnTo>
                  <a:lnTo>
                    <a:pt x="4024476" y="296131"/>
                  </a:lnTo>
                  <a:lnTo>
                    <a:pt x="4025950" y="289427"/>
                  </a:lnTo>
                  <a:lnTo>
                    <a:pt x="4027424" y="282796"/>
                  </a:lnTo>
                  <a:lnTo>
                    <a:pt x="4028898" y="276219"/>
                  </a:lnTo>
                  <a:lnTo>
                    <a:pt x="4030373" y="271194"/>
                  </a:lnTo>
                  <a:lnTo>
                    <a:pt x="4031847" y="266192"/>
                  </a:lnTo>
                  <a:lnTo>
                    <a:pt x="4033321" y="259093"/>
                  </a:lnTo>
                  <a:lnTo>
                    <a:pt x="4034795" y="252474"/>
                  </a:lnTo>
                  <a:lnTo>
                    <a:pt x="4036270" y="245982"/>
                  </a:lnTo>
                  <a:lnTo>
                    <a:pt x="4037744" y="238548"/>
                  </a:lnTo>
                  <a:lnTo>
                    <a:pt x="4039218" y="231095"/>
                  </a:lnTo>
                  <a:lnTo>
                    <a:pt x="4040692" y="222909"/>
                  </a:lnTo>
                  <a:lnTo>
                    <a:pt x="4042167" y="214881"/>
                  </a:lnTo>
                  <a:lnTo>
                    <a:pt x="4043641" y="207363"/>
                  </a:lnTo>
                  <a:lnTo>
                    <a:pt x="4045115" y="200253"/>
                  </a:lnTo>
                  <a:lnTo>
                    <a:pt x="4046589" y="191097"/>
                  </a:lnTo>
                  <a:lnTo>
                    <a:pt x="4048064" y="182448"/>
                  </a:lnTo>
                  <a:lnTo>
                    <a:pt x="4049538" y="174018"/>
                  </a:lnTo>
                  <a:lnTo>
                    <a:pt x="4051012" y="163986"/>
                  </a:lnTo>
                  <a:lnTo>
                    <a:pt x="4052486" y="153742"/>
                  </a:lnTo>
                  <a:lnTo>
                    <a:pt x="4053961" y="142139"/>
                  </a:lnTo>
                  <a:lnTo>
                    <a:pt x="4055435" y="131962"/>
                  </a:lnTo>
                  <a:lnTo>
                    <a:pt x="4056909" y="123214"/>
                  </a:lnTo>
                  <a:lnTo>
                    <a:pt x="4058383" y="116021"/>
                  </a:lnTo>
                  <a:lnTo>
                    <a:pt x="4059858" y="109439"/>
                  </a:lnTo>
                  <a:lnTo>
                    <a:pt x="4061332" y="103768"/>
                  </a:lnTo>
                  <a:lnTo>
                    <a:pt x="4062806" y="97469"/>
                  </a:lnTo>
                  <a:lnTo>
                    <a:pt x="4064280" y="89561"/>
                  </a:lnTo>
                  <a:lnTo>
                    <a:pt x="4065755" y="81263"/>
                  </a:lnTo>
                  <a:lnTo>
                    <a:pt x="4067229" y="73519"/>
                  </a:lnTo>
                  <a:lnTo>
                    <a:pt x="4068703" y="67678"/>
                  </a:lnTo>
                  <a:lnTo>
                    <a:pt x="4070177" y="62031"/>
                  </a:lnTo>
                  <a:lnTo>
                    <a:pt x="4071652" y="57013"/>
                  </a:lnTo>
                  <a:lnTo>
                    <a:pt x="4073126" y="53233"/>
                  </a:lnTo>
                  <a:lnTo>
                    <a:pt x="4074600" y="49726"/>
                  </a:lnTo>
                  <a:lnTo>
                    <a:pt x="4076074" y="47331"/>
                  </a:lnTo>
                  <a:lnTo>
                    <a:pt x="4077549" y="44273"/>
                  </a:lnTo>
                  <a:lnTo>
                    <a:pt x="4079023" y="42223"/>
                  </a:lnTo>
                  <a:lnTo>
                    <a:pt x="4080497" y="39983"/>
                  </a:lnTo>
                  <a:lnTo>
                    <a:pt x="4081971" y="38316"/>
                  </a:lnTo>
                  <a:lnTo>
                    <a:pt x="4083446" y="36917"/>
                  </a:lnTo>
                  <a:lnTo>
                    <a:pt x="4084920" y="36722"/>
                  </a:lnTo>
                  <a:lnTo>
                    <a:pt x="4086394" y="38540"/>
                  </a:lnTo>
                  <a:lnTo>
                    <a:pt x="4087868" y="41434"/>
                  </a:lnTo>
                  <a:lnTo>
                    <a:pt x="4089343" y="45647"/>
                  </a:lnTo>
                  <a:lnTo>
                    <a:pt x="4090817" y="48790"/>
                  </a:lnTo>
                  <a:lnTo>
                    <a:pt x="4092291" y="51744"/>
                  </a:lnTo>
                  <a:lnTo>
                    <a:pt x="4093765" y="54031"/>
                  </a:lnTo>
                  <a:lnTo>
                    <a:pt x="4095240" y="55592"/>
                  </a:lnTo>
                  <a:lnTo>
                    <a:pt x="4096714" y="55749"/>
                  </a:lnTo>
                  <a:lnTo>
                    <a:pt x="4098188" y="56173"/>
                  </a:lnTo>
                  <a:lnTo>
                    <a:pt x="4099662" y="55987"/>
                  </a:lnTo>
                  <a:lnTo>
                    <a:pt x="4101137" y="52881"/>
                  </a:lnTo>
                  <a:lnTo>
                    <a:pt x="4102611" y="49056"/>
                  </a:lnTo>
                  <a:lnTo>
                    <a:pt x="4104085" y="44706"/>
                  </a:lnTo>
                  <a:lnTo>
                    <a:pt x="4105559" y="40207"/>
                  </a:lnTo>
                  <a:lnTo>
                    <a:pt x="4107034" y="35362"/>
                  </a:lnTo>
                  <a:lnTo>
                    <a:pt x="4108508" y="32489"/>
                  </a:lnTo>
                  <a:lnTo>
                    <a:pt x="4109982" y="28816"/>
                  </a:lnTo>
                  <a:lnTo>
                    <a:pt x="4111456" y="23621"/>
                  </a:lnTo>
                  <a:lnTo>
                    <a:pt x="4112931" y="18681"/>
                  </a:lnTo>
                  <a:lnTo>
                    <a:pt x="4114405" y="14102"/>
                  </a:lnTo>
                  <a:lnTo>
                    <a:pt x="4115879" y="9776"/>
                  </a:lnTo>
                  <a:lnTo>
                    <a:pt x="4117353" y="5984"/>
                  </a:lnTo>
                  <a:lnTo>
                    <a:pt x="4118828" y="2719"/>
                  </a:lnTo>
                  <a:lnTo>
                    <a:pt x="4120302" y="0"/>
                  </a:lnTo>
                  <a:lnTo>
                    <a:pt x="4121776" y="111"/>
                  </a:lnTo>
                  <a:lnTo>
                    <a:pt x="4123250" y="1022"/>
                  </a:lnTo>
                  <a:lnTo>
                    <a:pt x="4124725" y="1953"/>
                  </a:lnTo>
                  <a:lnTo>
                    <a:pt x="4126199" y="3606"/>
                  </a:lnTo>
                  <a:lnTo>
                    <a:pt x="4127673" y="4832"/>
                  </a:lnTo>
                  <a:lnTo>
                    <a:pt x="4129147" y="6855"/>
                  </a:lnTo>
                  <a:lnTo>
                    <a:pt x="4130622" y="7925"/>
                  </a:lnTo>
                  <a:lnTo>
                    <a:pt x="4132096" y="9760"/>
                  </a:lnTo>
                  <a:lnTo>
                    <a:pt x="4133570" y="12751"/>
                  </a:lnTo>
                  <a:lnTo>
                    <a:pt x="4135044" y="16930"/>
                  </a:lnTo>
                  <a:lnTo>
                    <a:pt x="4136519" y="20433"/>
                  </a:lnTo>
                  <a:lnTo>
                    <a:pt x="4137993" y="24422"/>
                  </a:lnTo>
                  <a:lnTo>
                    <a:pt x="4139467" y="30019"/>
                  </a:lnTo>
                  <a:lnTo>
                    <a:pt x="4140941" y="35972"/>
                  </a:lnTo>
                  <a:lnTo>
                    <a:pt x="4142416" y="40452"/>
                  </a:lnTo>
                  <a:lnTo>
                    <a:pt x="4143890" y="42663"/>
                  </a:lnTo>
                  <a:lnTo>
                    <a:pt x="4145364" y="44543"/>
                  </a:lnTo>
                  <a:lnTo>
                    <a:pt x="4146838" y="46234"/>
                  </a:lnTo>
                  <a:lnTo>
                    <a:pt x="4148313" y="47248"/>
                  </a:lnTo>
                  <a:lnTo>
                    <a:pt x="4149787" y="48822"/>
                  </a:lnTo>
                  <a:lnTo>
                    <a:pt x="4151261" y="49124"/>
                  </a:lnTo>
                  <a:lnTo>
                    <a:pt x="4152735" y="48821"/>
                  </a:lnTo>
                  <a:lnTo>
                    <a:pt x="4154210" y="48305"/>
                  </a:lnTo>
                  <a:lnTo>
                    <a:pt x="4155684" y="48124"/>
                  </a:lnTo>
                  <a:lnTo>
                    <a:pt x="4157158" y="46883"/>
                  </a:lnTo>
                  <a:lnTo>
                    <a:pt x="4158632" y="45121"/>
                  </a:lnTo>
                  <a:lnTo>
                    <a:pt x="4160107" y="41973"/>
                  </a:lnTo>
                  <a:lnTo>
                    <a:pt x="4161581" y="37058"/>
                  </a:lnTo>
                  <a:lnTo>
                    <a:pt x="4163055" y="31587"/>
                  </a:lnTo>
                  <a:lnTo>
                    <a:pt x="4164529" y="26352"/>
                  </a:lnTo>
                  <a:lnTo>
                    <a:pt x="4166004" y="22481"/>
                  </a:lnTo>
                  <a:lnTo>
                    <a:pt x="4167478" y="18754"/>
                  </a:lnTo>
                  <a:lnTo>
                    <a:pt x="4168952" y="15086"/>
                  </a:lnTo>
                  <a:lnTo>
                    <a:pt x="4170426" y="12380"/>
                  </a:lnTo>
                  <a:lnTo>
                    <a:pt x="4171901" y="11709"/>
                  </a:lnTo>
                  <a:lnTo>
                    <a:pt x="4173375" y="11478"/>
                  </a:lnTo>
                  <a:lnTo>
                    <a:pt x="4174849" y="13143"/>
                  </a:lnTo>
                  <a:lnTo>
                    <a:pt x="4176323" y="15460"/>
                  </a:lnTo>
                  <a:lnTo>
                    <a:pt x="4177798" y="17485"/>
                  </a:lnTo>
                  <a:lnTo>
                    <a:pt x="4179272" y="19400"/>
                  </a:lnTo>
                  <a:lnTo>
                    <a:pt x="4180746" y="21551"/>
                  </a:lnTo>
                  <a:lnTo>
                    <a:pt x="4182220" y="24023"/>
                  </a:lnTo>
                  <a:lnTo>
                    <a:pt x="4183695" y="25686"/>
                  </a:lnTo>
                  <a:lnTo>
                    <a:pt x="4185169" y="25525"/>
                  </a:lnTo>
                  <a:lnTo>
                    <a:pt x="4186643" y="26145"/>
                  </a:lnTo>
                  <a:lnTo>
                    <a:pt x="4188117" y="27482"/>
                  </a:lnTo>
                  <a:lnTo>
                    <a:pt x="4189591" y="28677"/>
                  </a:lnTo>
                  <a:lnTo>
                    <a:pt x="4191066" y="28910"/>
                  </a:lnTo>
                  <a:lnTo>
                    <a:pt x="4192540" y="28394"/>
                  </a:lnTo>
                  <a:lnTo>
                    <a:pt x="4194014" y="27177"/>
                  </a:lnTo>
                  <a:lnTo>
                    <a:pt x="4195488" y="26594"/>
                  </a:lnTo>
                  <a:lnTo>
                    <a:pt x="4196963" y="26257"/>
                  </a:lnTo>
                  <a:lnTo>
                    <a:pt x="4198437" y="24795"/>
                  </a:lnTo>
                  <a:lnTo>
                    <a:pt x="4199911" y="24283"/>
                  </a:lnTo>
                  <a:lnTo>
                    <a:pt x="4201385" y="24172"/>
                  </a:lnTo>
                  <a:lnTo>
                    <a:pt x="4202860" y="24777"/>
                  </a:lnTo>
                  <a:lnTo>
                    <a:pt x="4204334" y="24923"/>
                  </a:lnTo>
                  <a:lnTo>
                    <a:pt x="4205808" y="25663"/>
                  </a:lnTo>
                  <a:lnTo>
                    <a:pt x="4207282" y="27699"/>
                  </a:lnTo>
                  <a:lnTo>
                    <a:pt x="4208757" y="28486"/>
                  </a:lnTo>
                  <a:lnTo>
                    <a:pt x="4210231" y="27813"/>
                  </a:lnTo>
                  <a:lnTo>
                    <a:pt x="4211705" y="28368"/>
                  </a:lnTo>
                  <a:lnTo>
                    <a:pt x="4213179" y="30449"/>
                  </a:lnTo>
                  <a:lnTo>
                    <a:pt x="4214654" y="33188"/>
                  </a:lnTo>
                  <a:lnTo>
                    <a:pt x="4216128" y="35617"/>
                  </a:lnTo>
                  <a:lnTo>
                    <a:pt x="4217602" y="38113"/>
                  </a:lnTo>
                  <a:lnTo>
                    <a:pt x="4219076" y="41539"/>
                  </a:lnTo>
                  <a:lnTo>
                    <a:pt x="4220551" y="46122"/>
                  </a:lnTo>
                  <a:lnTo>
                    <a:pt x="4222025" y="50703"/>
                  </a:lnTo>
                  <a:lnTo>
                    <a:pt x="4223499" y="55063"/>
                  </a:lnTo>
                  <a:lnTo>
                    <a:pt x="4224973" y="59124"/>
                  </a:lnTo>
                  <a:lnTo>
                    <a:pt x="4226448" y="62188"/>
                  </a:lnTo>
                  <a:lnTo>
                    <a:pt x="4227922" y="65410"/>
                  </a:lnTo>
                  <a:lnTo>
                    <a:pt x="4229396" y="69602"/>
                  </a:lnTo>
                  <a:lnTo>
                    <a:pt x="4230870" y="73812"/>
                  </a:lnTo>
                  <a:lnTo>
                    <a:pt x="4232345" y="78455"/>
                  </a:lnTo>
                  <a:lnTo>
                    <a:pt x="4233819" y="83195"/>
                  </a:lnTo>
                  <a:lnTo>
                    <a:pt x="4235293" y="87576"/>
                  </a:lnTo>
                  <a:lnTo>
                    <a:pt x="4236767" y="91204"/>
                  </a:lnTo>
                  <a:lnTo>
                    <a:pt x="4238242" y="93279"/>
                  </a:lnTo>
                  <a:lnTo>
                    <a:pt x="4239716" y="95211"/>
                  </a:lnTo>
                  <a:lnTo>
                    <a:pt x="4241190" y="96100"/>
                  </a:lnTo>
                  <a:lnTo>
                    <a:pt x="4242664" y="96600"/>
                  </a:lnTo>
                  <a:lnTo>
                    <a:pt x="4244139" y="97101"/>
                  </a:lnTo>
                  <a:lnTo>
                    <a:pt x="4245613" y="97899"/>
                  </a:lnTo>
                  <a:lnTo>
                    <a:pt x="4247087" y="98400"/>
                  </a:lnTo>
                  <a:lnTo>
                    <a:pt x="4248561" y="100575"/>
                  </a:lnTo>
                  <a:lnTo>
                    <a:pt x="4250036" y="101220"/>
                  </a:lnTo>
                  <a:lnTo>
                    <a:pt x="4251510" y="100791"/>
                  </a:lnTo>
                  <a:lnTo>
                    <a:pt x="4252984" y="100753"/>
                  </a:lnTo>
                  <a:lnTo>
                    <a:pt x="4254458" y="100845"/>
                  </a:lnTo>
                  <a:lnTo>
                    <a:pt x="4255933" y="100087"/>
                  </a:lnTo>
                  <a:lnTo>
                    <a:pt x="4257407" y="99419"/>
                  </a:lnTo>
                  <a:lnTo>
                    <a:pt x="4258881" y="99110"/>
                  </a:lnTo>
                  <a:lnTo>
                    <a:pt x="4260355" y="102188"/>
                  </a:lnTo>
                  <a:lnTo>
                    <a:pt x="4261830" y="105513"/>
                  </a:lnTo>
                  <a:lnTo>
                    <a:pt x="4263304" y="108071"/>
                  </a:lnTo>
                  <a:lnTo>
                    <a:pt x="4264778" y="111204"/>
                  </a:lnTo>
                  <a:lnTo>
                    <a:pt x="4266252" y="114111"/>
                  </a:lnTo>
                  <a:lnTo>
                    <a:pt x="4267727" y="117403"/>
                  </a:lnTo>
                  <a:lnTo>
                    <a:pt x="4269201" y="119738"/>
                  </a:lnTo>
                  <a:lnTo>
                    <a:pt x="4270675" y="120978"/>
                  </a:lnTo>
                  <a:lnTo>
                    <a:pt x="4272149" y="121814"/>
                  </a:lnTo>
                  <a:lnTo>
                    <a:pt x="4273624" y="123495"/>
                  </a:lnTo>
                  <a:lnTo>
                    <a:pt x="4275098" y="124739"/>
                  </a:lnTo>
                  <a:lnTo>
                    <a:pt x="4276572" y="125955"/>
                  </a:lnTo>
                  <a:lnTo>
                    <a:pt x="4278046" y="127062"/>
                  </a:lnTo>
                  <a:lnTo>
                    <a:pt x="4279521" y="128382"/>
                  </a:lnTo>
                  <a:lnTo>
                    <a:pt x="4280995" y="129789"/>
                  </a:lnTo>
                  <a:lnTo>
                    <a:pt x="4282469" y="129436"/>
                  </a:lnTo>
                  <a:lnTo>
                    <a:pt x="4283943" y="129013"/>
                  </a:lnTo>
                  <a:lnTo>
                    <a:pt x="4285418" y="127729"/>
                  </a:lnTo>
                  <a:lnTo>
                    <a:pt x="4286892" y="125574"/>
                  </a:lnTo>
                  <a:lnTo>
                    <a:pt x="4288366" y="122984"/>
                  </a:lnTo>
                  <a:lnTo>
                    <a:pt x="4289840" y="120116"/>
                  </a:lnTo>
                  <a:lnTo>
                    <a:pt x="4291315" y="118061"/>
                  </a:lnTo>
                  <a:lnTo>
                    <a:pt x="4292789" y="116612"/>
                  </a:lnTo>
                  <a:lnTo>
                    <a:pt x="4294263" y="115054"/>
                  </a:lnTo>
                  <a:lnTo>
                    <a:pt x="4295737" y="113100"/>
                  </a:lnTo>
                  <a:lnTo>
                    <a:pt x="4297212" y="110779"/>
                  </a:lnTo>
                  <a:lnTo>
                    <a:pt x="4298686" y="108551"/>
                  </a:lnTo>
                  <a:lnTo>
                    <a:pt x="4300160" y="107062"/>
                  </a:lnTo>
                  <a:lnTo>
                    <a:pt x="4301634" y="107746"/>
                  </a:lnTo>
                  <a:lnTo>
                    <a:pt x="4303109" y="109352"/>
                  </a:lnTo>
                  <a:lnTo>
                    <a:pt x="4304583" y="109588"/>
                  </a:lnTo>
                  <a:lnTo>
                    <a:pt x="4306057" y="109872"/>
                  </a:lnTo>
                  <a:lnTo>
                    <a:pt x="4307531" y="111181"/>
                  </a:lnTo>
                  <a:lnTo>
                    <a:pt x="4309006" y="114084"/>
                  </a:lnTo>
                  <a:lnTo>
                    <a:pt x="4310480" y="118252"/>
                  </a:lnTo>
                  <a:lnTo>
                    <a:pt x="4311954" y="122928"/>
                  </a:lnTo>
                  <a:lnTo>
                    <a:pt x="4313428" y="129761"/>
                  </a:lnTo>
                  <a:lnTo>
                    <a:pt x="4314903" y="135046"/>
                  </a:lnTo>
                  <a:lnTo>
                    <a:pt x="4316377" y="138083"/>
                  </a:lnTo>
                  <a:lnTo>
                    <a:pt x="4317851" y="140928"/>
                  </a:lnTo>
                  <a:lnTo>
                    <a:pt x="4319325" y="142622"/>
                  </a:lnTo>
                  <a:lnTo>
                    <a:pt x="4320800" y="142535"/>
                  </a:lnTo>
                  <a:lnTo>
                    <a:pt x="4322274" y="142705"/>
                  </a:lnTo>
                  <a:lnTo>
                    <a:pt x="4323748" y="141659"/>
                  </a:lnTo>
                  <a:lnTo>
                    <a:pt x="4325222" y="140599"/>
                  </a:lnTo>
                  <a:lnTo>
                    <a:pt x="4326697" y="140767"/>
                  </a:lnTo>
                  <a:lnTo>
                    <a:pt x="4328171" y="140806"/>
                  </a:lnTo>
                  <a:lnTo>
                    <a:pt x="4329645" y="140533"/>
                  </a:lnTo>
                  <a:lnTo>
                    <a:pt x="4331119" y="140230"/>
                  </a:lnTo>
                  <a:lnTo>
                    <a:pt x="4332594" y="140093"/>
                  </a:lnTo>
                  <a:lnTo>
                    <a:pt x="4334068" y="138751"/>
                  </a:lnTo>
                  <a:lnTo>
                    <a:pt x="4335542" y="136168"/>
                  </a:lnTo>
                  <a:lnTo>
                    <a:pt x="4337016" y="134356"/>
                  </a:lnTo>
                  <a:lnTo>
                    <a:pt x="4338491" y="133508"/>
                  </a:lnTo>
                  <a:lnTo>
                    <a:pt x="4339965" y="132267"/>
                  </a:lnTo>
                  <a:lnTo>
                    <a:pt x="4341439" y="132445"/>
                  </a:lnTo>
                  <a:lnTo>
                    <a:pt x="4342913" y="133046"/>
                  </a:lnTo>
                  <a:lnTo>
                    <a:pt x="4344388" y="133978"/>
                  </a:lnTo>
                  <a:lnTo>
                    <a:pt x="4345862" y="134455"/>
                  </a:lnTo>
                  <a:lnTo>
                    <a:pt x="4347336" y="134559"/>
                  </a:lnTo>
                  <a:lnTo>
                    <a:pt x="4348810" y="133996"/>
                  </a:lnTo>
                  <a:lnTo>
                    <a:pt x="4350285" y="133720"/>
                  </a:lnTo>
                  <a:lnTo>
                    <a:pt x="4351759" y="132475"/>
                  </a:lnTo>
                  <a:lnTo>
                    <a:pt x="4353233" y="131366"/>
                  </a:lnTo>
                  <a:lnTo>
                    <a:pt x="4354707" y="130476"/>
                  </a:lnTo>
                  <a:lnTo>
                    <a:pt x="4356182" y="130396"/>
                  </a:lnTo>
                  <a:lnTo>
                    <a:pt x="4357656" y="130046"/>
                  </a:lnTo>
                  <a:lnTo>
                    <a:pt x="4359130" y="129886"/>
                  </a:lnTo>
                  <a:lnTo>
                    <a:pt x="4360604" y="131943"/>
                  </a:lnTo>
                  <a:lnTo>
                    <a:pt x="4362079" y="134126"/>
                  </a:lnTo>
                  <a:lnTo>
                    <a:pt x="4363553" y="136238"/>
                  </a:lnTo>
                  <a:lnTo>
                    <a:pt x="4365027" y="139088"/>
                  </a:lnTo>
                  <a:lnTo>
                    <a:pt x="4366501" y="141722"/>
                  </a:lnTo>
                  <a:lnTo>
                    <a:pt x="4367976" y="145315"/>
                  </a:lnTo>
                  <a:lnTo>
                    <a:pt x="4369450" y="148125"/>
                  </a:lnTo>
                  <a:lnTo>
                    <a:pt x="4370924" y="151312"/>
                  </a:lnTo>
                  <a:lnTo>
                    <a:pt x="4372398" y="153990"/>
                  </a:lnTo>
                  <a:lnTo>
                    <a:pt x="4373873" y="157260"/>
                  </a:lnTo>
                  <a:lnTo>
                    <a:pt x="4375347" y="160365"/>
                  </a:lnTo>
                  <a:lnTo>
                    <a:pt x="4376821" y="162606"/>
                  </a:lnTo>
                  <a:lnTo>
                    <a:pt x="4378295" y="164340"/>
                  </a:lnTo>
                  <a:lnTo>
                    <a:pt x="4379769" y="165448"/>
                  </a:lnTo>
                  <a:lnTo>
                    <a:pt x="4381244" y="164072"/>
                  </a:lnTo>
                  <a:lnTo>
                    <a:pt x="4382718" y="159862"/>
                  </a:lnTo>
                  <a:lnTo>
                    <a:pt x="4384192" y="154179"/>
                  </a:lnTo>
                  <a:lnTo>
                    <a:pt x="4385666" y="146876"/>
                  </a:lnTo>
                  <a:lnTo>
                    <a:pt x="4387141" y="139310"/>
                  </a:lnTo>
                  <a:lnTo>
                    <a:pt x="4388615" y="130955"/>
                  </a:lnTo>
                  <a:lnTo>
                    <a:pt x="4390089" y="122835"/>
                  </a:lnTo>
                  <a:lnTo>
                    <a:pt x="4391563" y="116503"/>
                  </a:lnTo>
                  <a:lnTo>
                    <a:pt x="4393038" y="110052"/>
                  </a:lnTo>
                  <a:lnTo>
                    <a:pt x="4394512" y="104786"/>
                  </a:lnTo>
                  <a:lnTo>
                    <a:pt x="4395986" y="101211"/>
                  </a:lnTo>
                  <a:lnTo>
                    <a:pt x="4397460" y="97675"/>
                  </a:lnTo>
                  <a:lnTo>
                    <a:pt x="4398935" y="94296"/>
                  </a:lnTo>
                  <a:lnTo>
                    <a:pt x="4400409" y="91734"/>
                  </a:lnTo>
                  <a:lnTo>
                    <a:pt x="4401883" y="89829"/>
                  </a:lnTo>
                  <a:lnTo>
                    <a:pt x="4403357" y="89785"/>
                  </a:lnTo>
                  <a:lnTo>
                    <a:pt x="4404832" y="91801"/>
                  </a:lnTo>
                  <a:lnTo>
                    <a:pt x="4406306" y="94627"/>
                  </a:lnTo>
                  <a:lnTo>
                    <a:pt x="4407780" y="97940"/>
                  </a:lnTo>
                  <a:lnTo>
                    <a:pt x="4409254" y="102912"/>
                  </a:lnTo>
                  <a:lnTo>
                    <a:pt x="4410729" y="107840"/>
                  </a:lnTo>
                  <a:lnTo>
                    <a:pt x="4412203" y="113559"/>
                  </a:lnTo>
                  <a:lnTo>
                    <a:pt x="4413677" y="120737"/>
                  </a:lnTo>
                  <a:lnTo>
                    <a:pt x="4415151" y="128296"/>
                  </a:lnTo>
                  <a:lnTo>
                    <a:pt x="4416626" y="133809"/>
                  </a:lnTo>
                  <a:lnTo>
                    <a:pt x="4418100" y="138924"/>
                  </a:lnTo>
                  <a:lnTo>
                    <a:pt x="4419574" y="144329"/>
                  </a:lnTo>
                  <a:lnTo>
                    <a:pt x="4421048" y="150020"/>
                  </a:lnTo>
                  <a:lnTo>
                    <a:pt x="4422523" y="155202"/>
                  </a:lnTo>
                  <a:lnTo>
                    <a:pt x="4423997" y="160531"/>
                  </a:lnTo>
                  <a:lnTo>
                    <a:pt x="4425471" y="165714"/>
                  </a:lnTo>
                  <a:lnTo>
                    <a:pt x="4426945" y="171009"/>
                  </a:lnTo>
                  <a:lnTo>
                    <a:pt x="4428420" y="175993"/>
                  </a:lnTo>
                  <a:lnTo>
                    <a:pt x="4429894" y="180770"/>
                  </a:lnTo>
                  <a:lnTo>
                    <a:pt x="4431368" y="184382"/>
                  </a:lnTo>
                  <a:lnTo>
                    <a:pt x="4432842" y="187669"/>
                  </a:lnTo>
                  <a:lnTo>
                    <a:pt x="4434317" y="188999"/>
                  </a:lnTo>
                  <a:lnTo>
                    <a:pt x="4435791" y="189407"/>
                  </a:lnTo>
                  <a:lnTo>
                    <a:pt x="4437265" y="190022"/>
                  </a:lnTo>
                  <a:lnTo>
                    <a:pt x="4438739" y="192122"/>
                  </a:lnTo>
                  <a:lnTo>
                    <a:pt x="4440214" y="191351"/>
                  </a:lnTo>
                  <a:lnTo>
                    <a:pt x="4441688" y="190259"/>
                  </a:lnTo>
                  <a:lnTo>
                    <a:pt x="4443162" y="188452"/>
                  </a:lnTo>
                  <a:lnTo>
                    <a:pt x="4444636" y="188049"/>
                  </a:lnTo>
                  <a:lnTo>
                    <a:pt x="4446111" y="185966"/>
                  </a:lnTo>
                  <a:lnTo>
                    <a:pt x="4447585" y="183864"/>
                  </a:lnTo>
                  <a:lnTo>
                    <a:pt x="4449059" y="180639"/>
                  </a:lnTo>
                  <a:lnTo>
                    <a:pt x="4450533" y="175503"/>
                  </a:lnTo>
                  <a:lnTo>
                    <a:pt x="4452008" y="169707"/>
                  </a:lnTo>
                  <a:lnTo>
                    <a:pt x="4453482" y="162779"/>
                  </a:lnTo>
                  <a:lnTo>
                    <a:pt x="4454956" y="156794"/>
                  </a:lnTo>
                  <a:lnTo>
                    <a:pt x="4456430" y="154146"/>
                  </a:lnTo>
                  <a:lnTo>
                    <a:pt x="4457905" y="153479"/>
                  </a:lnTo>
                  <a:lnTo>
                    <a:pt x="4459379" y="153280"/>
                  </a:lnTo>
                  <a:lnTo>
                    <a:pt x="4460853" y="153367"/>
                  </a:lnTo>
                  <a:lnTo>
                    <a:pt x="4462327" y="154715"/>
                  </a:lnTo>
                  <a:lnTo>
                    <a:pt x="4463802" y="155603"/>
                  </a:lnTo>
                  <a:lnTo>
                    <a:pt x="4465276" y="157101"/>
                  </a:lnTo>
                  <a:lnTo>
                    <a:pt x="4466750" y="158533"/>
                  </a:lnTo>
                  <a:lnTo>
                    <a:pt x="4468224" y="159776"/>
                  </a:lnTo>
                  <a:lnTo>
                    <a:pt x="4469699" y="160541"/>
                  </a:lnTo>
                  <a:lnTo>
                    <a:pt x="4471173" y="160913"/>
                  </a:lnTo>
                  <a:lnTo>
                    <a:pt x="4472647" y="161693"/>
                  </a:lnTo>
                  <a:lnTo>
                    <a:pt x="4474121" y="162975"/>
                  </a:lnTo>
                  <a:lnTo>
                    <a:pt x="4475596" y="165128"/>
                  </a:lnTo>
                  <a:lnTo>
                    <a:pt x="4477070" y="165714"/>
                  </a:lnTo>
                  <a:lnTo>
                    <a:pt x="4478544" y="163130"/>
                  </a:lnTo>
                  <a:lnTo>
                    <a:pt x="4480018" y="158180"/>
                  </a:lnTo>
                  <a:lnTo>
                    <a:pt x="4481493" y="152631"/>
                  </a:lnTo>
                  <a:lnTo>
                    <a:pt x="4482967" y="145958"/>
                  </a:lnTo>
                  <a:lnTo>
                    <a:pt x="4484441" y="138774"/>
                  </a:lnTo>
                  <a:lnTo>
                    <a:pt x="4485915" y="131019"/>
                  </a:lnTo>
                  <a:lnTo>
                    <a:pt x="4487390" y="121574"/>
                  </a:lnTo>
                  <a:lnTo>
                    <a:pt x="4488864" y="110471"/>
                  </a:lnTo>
                  <a:lnTo>
                    <a:pt x="4490338" y="100071"/>
                  </a:lnTo>
                  <a:lnTo>
                    <a:pt x="4491812" y="91180"/>
                  </a:lnTo>
                  <a:lnTo>
                    <a:pt x="4493287" y="82132"/>
                  </a:lnTo>
                  <a:lnTo>
                    <a:pt x="4494761" y="73212"/>
                  </a:lnTo>
                  <a:lnTo>
                    <a:pt x="4496235" y="64558"/>
                  </a:lnTo>
                  <a:lnTo>
                    <a:pt x="4497709" y="56368"/>
                  </a:lnTo>
                  <a:lnTo>
                    <a:pt x="4499184" y="49506"/>
                  </a:lnTo>
                  <a:lnTo>
                    <a:pt x="4500658" y="43549"/>
                  </a:lnTo>
                  <a:lnTo>
                    <a:pt x="4502132" y="38094"/>
                  </a:lnTo>
                  <a:lnTo>
                    <a:pt x="4503606" y="32613"/>
                  </a:lnTo>
                  <a:lnTo>
                    <a:pt x="4505081" y="27965"/>
                  </a:lnTo>
                  <a:lnTo>
                    <a:pt x="4506555" y="23460"/>
                  </a:lnTo>
                  <a:lnTo>
                    <a:pt x="4508029" y="20414"/>
                  </a:lnTo>
                  <a:lnTo>
                    <a:pt x="4509503" y="19014"/>
                  </a:lnTo>
                  <a:lnTo>
                    <a:pt x="4510978" y="17164"/>
                  </a:lnTo>
                  <a:lnTo>
                    <a:pt x="4512452" y="14890"/>
                  </a:lnTo>
                  <a:lnTo>
                    <a:pt x="4513926" y="11385"/>
                  </a:lnTo>
                  <a:lnTo>
                    <a:pt x="4515400" y="11012"/>
                  </a:lnTo>
                  <a:lnTo>
                    <a:pt x="4516875" y="9725"/>
                  </a:lnTo>
                  <a:lnTo>
                    <a:pt x="4518349" y="8346"/>
                  </a:lnTo>
                  <a:lnTo>
                    <a:pt x="4519823" y="6923"/>
                  </a:lnTo>
                  <a:lnTo>
                    <a:pt x="4521297" y="6366"/>
                  </a:lnTo>
                  <a:lnTo>
                    <a:pt x="4522772" y="7181"/>
                  </a:lnTo>
                  <a:lnTo>
                    <a:pt x="4524246" y="8875"/>
                  </a:lnTo>
                  <a:lnTo>
                    <a:pt x="4525720" y="11788"/>
                  </a:lnTo>
                  <a:lnTo>
                    <a:pt x="4527194" y="14912"/>
                  </a:lnTo>
                  <a:lnTo>
                    <a:pt x="4528669" y="19241"/>
                  </a:lnTo>
                  <a:lnTo>
                    <a:pt x="4530143" y="24304"/>
                  </a:lnTo>
                  <a:lnTo>
                    <a:pt x="4531617" y="28812"/>
                  </a:lnTo>
                  <a:lnTo>
                    <a:pt x="4533091" y="33690"/>
                  </a:lnTo>
                  <a:lnTo>
                    <a:pt x="4534566" y="37704"/>
                  </a:lnTo>
                  <a:lnTo>
                    <a:pt x="4536040" y="41445"/>
                  </a:lnTo>
                  <a:lnTo>
                    <a:pt x="4537514" y="44136"/>
                  </a:lnTo>
                  <a:lnTo>
                    <a:pt x="4538988" y="48177"/>
                  </a:lnTo>
                  <a:lnTo>
                    <a:pt x="4540463" y="51327"/>
                  </a:lnTo>
                  <a:lnTo>
                    <a:pt x="4541937" y="54683"/>
                  </a:lnTo>
                  <a:lnTo>
                    <a:pt x="4543411" y="58537"/>
                  </a:lnTo>
                  <a:lnTo>
                    <a:pt x="4544885" y="62837"/>
                  </a:lnTo>
                  <a:lnTo>
                    <a:pt x="4546360" y="67322"/>
                  </a:lnTo>
                  <a:lnTo>
                    <a:pt x="4547834" y="70483"/>
                  </a:lnTo>
                  <a:lnTo>
                    <a:pt x="4549308" y="72642"/>
                  </a:lnTo>
                  <a:lnTo>
                    <a:pt x="4550782" y="73060"/>
                  </a:lnTo>
                  <a:lnTo>
                    <a:pt x="4552257" y="74071"/>
                  </a:lnTo>
                  <a:lnTo>
                    <a:pt x="4553731" y="76024"/>
                  </a:lnTo>
                  <a:lnTo>
                    <a:pt x="4555205" y="77895"/>
                  </a:lnTo>
                  <a:lnTo>
                    <a:pt x="4556679" y="80900"/>
                  </a:lnTo>
                  <a:lnTo>
                    <a:pt x="4558154" y="85156"/>
                  </a:lnTo>
                  <a:lnTo>
                    <a:pt x="4559628" y="88376"/>
                  </a:lnTo>
                  <a:lnTo>
                    <a:pt x="4561102" y="91348"/>
                  </a:lnTo>
                  <a:lnTo>
                    <a:pt x="4562576" y="93581"/>
                  </a:lnTo>
                  <a:lnTo>
                    <a:pt x="4564051" y="94332"/>
                  </a:lnTo>
                  <a:lnTo>
                    <a:pt x="4565525" y="93453"/>
                  </a:lnTo>
                  <a:lnTo>
                    <a:pt x="4566999" y="93033"/>
                  </a:lnTo>
                  <a:lnTo>
                    <a:pt x="4568473" y="92283"/>
                  </a:lnTo>
                  <a:lnTo>
                    <a:pt x="4569948" y="92045"/>
                  </a:lnTo>
                  <a:lnTo>
                    <a:pt x="4571422" y="91941"/>
                  </a:lnTo>
                  <a:lnTo>
                    <a:pt x="4572896" y="92607"/>
                  </a:lnTo>
                  <a:lnTo>
                    <a:pt x="4574370" y="92369"/>
                  </a:lnTo>
                  <a:lnTo>
                    <a:pt x="4575844" y="91296"/>
                  </a:lnTo>
                  <a:lnTo>
                    <a:pt x="4577319" y="89985"/>
                  </a:lnTo>
                  <a:lnTo>
                    <a:pt x="4578793" y="88451"/>
                  </a:lnTo>
                  <a:lnTo>
                    <a:pt x="4580267" y="86106"/>
                  </a:lnTo>
                  <a:lnTo>
                    <a:pt x="4581741" y="83686"/>
                  </a:lnTo>
                  <a:lnTo>
                    <a:pt x="4583216" y="80020"/>
                  </a:lnTo>
                  <a:lnTo>
                    <a:pt x="4584690" y="76272"/>
                  </a:lnTo>
                  <a:lnTo>
                    <a:pt x="4586164" y="73575"/>
                  </a:lnTo>
                  <a:lnTo>
                    <a:pt x="4587638" y="71570"/>
                  </a:lnTo>
                  <a:lnTo>
                    <a:pt x="4589113" y="68819"/>
                  </a:lnTo>
                  <a:lnTo>
                    <a:pt x="4590587" y="65126"/>
                  </a:lnTo>
                  <a:lnTo>
                    <a:pt x="4592061" y="62712"/>
                  </a:lnTo>
                  <a:lnTo>
                    <a:pt x="4593535" y="60371"/>
                  </a:lnTo>
                  <a:lnTo>
                    <a:pt x="4595010" y="57531"/>
                  </a:lnTo>
                  <a:lnTo>
                    <a:pt x="4596484" y="55229"/>
                  </a:lnTo>
                  <a:lnTo>
                    <a:pt x="4597958" y="52834"/>
                  </a:lnTo>
                  <a:lnTo>
                    <a:pt x="4599432" y="51143"/>
                  </a:lnTo>
                  <a:lnTo>
                    <a:pt x="4600907" y="49450"/>
                  </a:lnTo>
                  <a:lnTo>
                    <a:pt x="4602381" y="47719"/>
                  </a:lnTo>
                  <a:lnTo>
                    <a:pt x="4603855" y="47166"/>
                  </a:lnTo>
                  <a:lnTo>
                    <a:pt x="4605329" y="46639"/>
                  </a:lnTo>
                  <a:lnTo>
                    <a:pt x="4606804" y="47292"/>
                  </a:lnTo>
                  <a:lnTo>
                    <a:pt x="4608278" y="46896"/>
                  </a:lnTo>
                  <a:lnTo>
                    <a:pt x="4609752" y="46778"/>
                  </a:lnTo>
                  <a:lnTo>
                    <a:pt x="4611226" y="46987"/>
                  </a:lnTo>
                  <a:lnTo>
                    <a:pt x="4612701" y="46547"/>
                  </a:lnTo>
                  <a:lnTo>
                    <a:pt x="4614175" y="44242"/>
                  </a:lnTo>
                  <a:lnTo>
                    <a:pt x="4615649" y="42680"/>
                  </a:lnTo>
                  <a:lnTo>
                    <a:pt x="4617123" y="41000"/>
                  </a:lnTo>
                  <a:lnTo>
                    <a:pt x="4618598" y="39538"/>
                  </a:lnTo>
                  <a:lnTo>
                    <a:pt x="4620072" y="39026"/>
                  </a:lnTo>
                  <a:lnTo>
                    <a:pt x="4621546" y="39552"/>
                  </a:lnTo>
                  <a:lnTo>
                    <a:pt x="4623020" y="41733"/>
                  </a:lnTo>
                  <a:lnTo>
                    <a:pt x="4624495" y="44860"/>
                  </a:lnTo>
                  <a:lnTo>
                    <a:pt x="4625969" y="49064"/>
                  </a:lnTo>
                  <a:lnTo>
                    <a:pt x="4627443" y="54653"/>
                  </a:lnTo>
                  <a:lnTo>
                    <a:pt x="4628917" y="59820"/>
                  </a:lnTo>
                  <a:lnTo>
                    <a:pt x="4630392" y="65375"/>
                  </a:lnTo>
                  <a:lnTo>
                    <a:pt x="4631866" y="70303"/>
                  </a:lnTo>
                  <a:lnTo>
                    <a:pt x="4633340" y="75069"/>
                  </a:lnTo>
                  <a:lnTo>
                    <a:pt x="4634814" y="82463"/>
                  </a:lnTo>
                  <a:lnTo>
                    <a:pt x="4636289" y="91743"/>
                  </a:lnTo>
                  <a:lnTo>
                    <a:pt x="4637763" y="102651"/>
                  </a:lnTo>
                  <a:lnTo>
                    <a:pt x="4639237" y="115014"/>
                  </a:lnTo>
                  <a:lnTo>
                    <a:pt x="4640711" y="127982"/>
                  </a:lnTo>
                  <a:lnTo>
                    <a:pt x="4642186" y="140619"/>
                  </a:lnTo>
                  <a:lnTo>
                    <a:pt x="4643660" y="153604"/>
                  </a:lnTo>
                  <a:lnTo>
                    <a:pt x="4645134" y="165949"/>
                  </a:lnTo>
                  <a:lnTo>
                    <a:pt x="4646608" y="177893"/>
                  </a:lnTo>
                  <a:lnTo>
                    <a:pt x="4648083" y="188477"/>
                  </a:lnTo>
                  <a:lnTo>
                    <a:pt x="4649557" y="198582"/>
                  </a:lnTo>
                  <a:lnTo>
                    <a:pt x="4651031" y="208616"/>
                  </a:lnTo>
                  <a:lnTo>
                    <a:pt x="4652505" y="219435"/>
                  </a:lnTo>
                  <a:lnTo>
                    <a:pt x="4653980" y="230941"/>
                  </a:lnTo>
                  <a:lnTo>
                    <a:pt x="4655454" y="242566"/>
                  </a:lnTo>
                  <a:lnTo>
                    <a:pt x="4656928" y="254121"/>
                  </a:lnTo>
                  <a:lnTo>
                    <a:pt x="4658402" y="266006"/>
                  </a:lnTo>
                  <a:lnTo>
                    <a:pt x="4659877" y="277840"/>
                  </a:lnTo>
                  <a:lnTo>
                    <a:pt x="4661351" y="289101"/>
                  </a:lnTo>
                  <a:lnTo>
                    <a:pt x="4662825" y="299839"/>
                  </a:lnTo>
                  <a:lnTo>
                    <a:pt x="4664299" y="310540"/>
                  </a:lnTo>
                  <a:lnTo>
                    <a:pt x="4665774" y="321091"/>
                  </a:lnTo>
                  <a:lnTo>
                    <a:pt x="4667248" y="331378"/>
                  </a:lnTo>
                  <a:lnTo>
                    <a:pt x="4668722" y="341684"/>
                  </a:lnTo>
                  <a:lnTo>
                    <a:pt x="4670196" y="352346"/>
                  </a:lnTo>
                  <a:lnTo>
                    <a:pt x="4671671" y="362789"/>
                  </a:lnTo>
                  <a:lnTo>
                    <a:pt x="4673145" y="372500"/>
                  </a:lnTo>
                  <a:lnTo>
                    <a:pt x="4674619" y="380797"/>
                  </a:lnTo>
                  <a:lnTo>
                    <a:pt x="4676093" y="388608"/>
                  </a:lnTo>
                  <a:lnTo>
                    <a:pt x="4677568" y="396905"/>
                  </a:lnTo>
                  <a:lnTo>
                    <a:pt x="4679042" y="404577"/>
                  </a:lnTo>
                  <a:lnTo>
                    <a:pt x="4680516" y="411760"/>
                  </a:lnTo>
                  <a:lnTo>
                    <a:pt x="4681990" y="417633"/>
                  </a:lnTo>
                  <a:lnTo>
                    <a:pt x="4683465" y="424121"/>
                  </a:lnTo>
                  <a:lnTo>
                    <a:pt x="4684939" y="430844"/>
                  </a:lnTo>
                  <a:lnTo>
                    <a:pt x="4686413" y="437977"/>
                  </a:lnTo>
                  <a:lnTo>
                    <a:pt x="4687887" y="445564"/>
                  </a:lnTo>
                  <a:lnTo>
                    <a:pt x="4689362" y="454125"/>
                  </a:lnTo>
                  <a:lnTo>
                    <a:pt x="4690836" y="462833"/>
                  </a:lnTo>
                  <a:lnTo>
                    <a:pt x="4692310" y="471659"/>
                  </a:lnTo>
                  <a:lnTo>
                    <a:pt x="4693784" y="480053"/>
                  </a:lnTo>
                  <a:lnTo>
                    <a:pt x="4695259" y="487279"/>
                  </a:lnTo>
                  <a:lnTo>
                    <a:pt x="4696733" y="493467"/>
                  </a:lnTo>
                  <a:lnTo>
                    <a:pt x="4698207" y="498917"/>
                  </a:lnTo>
                  <a:lnTo>
                    <a:pt x="4699681" y="503920"/>
                  </a:lnTo>
                  <a:lnTo>
                    <a:pt x="4701156" y="508320"/>
                  </a:lnTo>
                  <a:lnTo>
                    <a:pt x="4702630" y="511486"/>
                  </a:lnTo>
                  <a:lnTo>
                    <a:pt x="4704104" y="515480"/>
                  </a:lnTo>
                  <a:lnTo>
                    <a:pt x="4705578" y="519330"/>
                  </a:lnTo>
                  <a:lnTo>
                    <a:pt x="4707053" y="523106"/>
                  </a:lnTo>
                  <a:lnTo>
                    <a:pt x="4708527" y="526030"/>
                  </a:lnTo>
                  <a:lnTo>
                    <a:pt x="4710001" y="527450"/>
                  </a:lnTo>
                  <a:lnTo>
                    <a:pt x="4711475" y="527848"/>
                  </a:lnTo>
                  <a:lnTo>
                    <a:pt x="4712950" y="527848"/>
                  </a:lnTo>
                  <a:lnTo>
                    <a:pt x="4714424" y="527848"/>
                  </a:lnTo>
                  <a:lnTo>
                    <a:pt x="4715898" y="527848"/>
                  </a:lnTo>
                  <a:lnTo>
                    <a:pt x="4717372" y="527848"/>
                  </a:lnTo>
                  <a:lnTo>
                    <a:pt x="4718847" y="527988"/>
                  </a:lnTo>
                  <a:lnTo>
                    <a:pt x="4720321" y="528129"/>
                  </a:lnTo>
                  <a:lnTo>
                    <a:pt x="4721795" y="528197"/>
                  </a:lnTo>
                  <a:lnTo>
                    <a:pt x="4723269" y="528323"/>
                  </a:lnTo>
                  <a:lnTo>
                    <a:pt x="4724744" y="528577"/>
                  </a:lnTo>
                  <a:lnTo>
                    <a:pt x="4726218" y="528831"/>
                  </a:lnTo>
                  <a:lnTo>
                    <a:pt x="4727692" y="529030"/>
                  </a:lnTo>
                  <a:lnTo>
                    <a:pt x="4729166" y="529030"/>
                  </a:lnTo>
                  <a:lnTo>
                    <a:pt x="4730641" y="529135"/>
                  </a:lnTo>
                  <a:lnTo>
                    <a:pt x="4732115" y="529240"/>
                  </a:lnTo>
                  <a:lnTo>
                    <a:pt x="4733589" y="529489"/>
                  </a:lnTo>
                  <a:lnTo>
                    <a:pt x="4735063" y="529737"/>
                  </a:lnTo>
                  <a:lnTo>
                    <a:pt x="4736538" y="529880"/>
                  </a:lnTo>
                  <a:lnTo>
                    <a:pt x="4738012" y="530024"/>
                  </a:lnTo>
                  <a:lnTo>
                    <a:pt x="4739486" y="528862"/>
                  </a:lnTo>
                  <a:lnTo>
                    <a:pt x="4740960" y="527011"/>
                  </a:lnTo>
                  <a:lnTo>
                    <a:pt x="4742435" y="525159"/>
                  </a:lnTo>
                  <a:lnTo>
                    <a:pt x="4743909" y="523452"/>
                  </a:lnTo>
                  <a:lnTo>
                    <a:pt x="4745383" y="521744"/>
                  </a:lnTo>
                  <a:lnTo>
                    <a:pt x="4746857" y="519578"/>
                  </a:lnTo>
                  <a:lnTo>
                    <a:pt x="4748332" y="517410"/>
                  </a:lnTo>
                  <a:lnTo>
                    <a:pt x="4749806" y="515243"/>
                  </a:lnTo>
                  <a:lnTo>
                    <a:pt x="4751280" y="513077"/>
                  </a:lnTo>
                  <a:lnTo>
                    <a:pt x="4752754" y="510766"/>
                  </a:lnTo>
                  <a:lnTo>
                    <a:pt x="4754229" y="506898"/>
                  </a:lnTo>
                  <a:lnTo>
                    <a:pt x="4755703" y="502891"/>
                  </a:lnTo>
                  <a:lnTo>
                    <a:pt x="4757177" y="498669"/>
                  </a:lnTo>
                  <a:lnTo>
                    <a:pt x="4758651" y="494734"/>
                  </a:lnTo>
                  <a:lnTo>
                    <a:pt x="4760126" y="491114"/>
                  </a:lnTo>
                  <a:lnTo>
                    <a:pt x="4761600" y="488558"/>
                  </a:lnTo>
                  <a:lnTo>
                    <a:pt x="4763074" y="487095"/>
                  </a:lnTo>
                  <a:lnTo>
                    <a:pt x="4764548" y="485954"/>
                  </a:lnTo>
                  <a:lnTo>
                    <a:pt x="4766023" y="485163"/>
                  </a:lnTo>
                  <a:lnTo>
                    <a:pt x="4767497" y="484371"/>
                  </a:lnTo>
                  <a:lnTo>
                    <a:pt x="4768971" y="483794"/>
                  </a:lnTo>
                  <a:lnTo>
                    <a:pt x="4770445" y="483436"/>
                  </a:lnTo>
                  <a:lnTo>
                    <a:pt x="4771919" y="483077"/>
                  </a:lnTo>
                  <a:lnTo>
                    <a:pt x="4773394" y="482719"/>
                  </a:lnTo>
                  <a:lnTo>
                    <a:pt x="4774868" y="482360"/>
                  </a:lnTo>
                  <a:lnTo>
                    <a:pt x="4776342" y="483713"/>
                  </a:lnTo>
                  <a:lnTo>
                    <a:pt x="4777816" y="485377"/>
                  </a:lnTo>
                  <a:lnTo>
                    <a:pt x="4779291" y="487041"/>
                  </a:lnTo>
                  <a:lnTo>
                    <a:pt x="4780765" y="488850"/>
                  </a:lnTo>
                  <a:lnTo>
                    <a:pt x="4782239" y="490309"/>
                  </a:lnTo>
                  <a:lnTo>
                    <a:pt x="4783713" y="491590"/>
                  </a:lnTo>
                  <a:lnTo>
                    <a:pt x="4785188" y="492626"/>
                  </a:lnTo>
                  <a:lnTo>
                    <a:pt x="4786662" y="493447"/>
                  </a:lnTo>
                  <a:lnTo>
                    <a:pt x="4788136" y="493734"/>
                  </a:lnTo>
                  <a:lnTo>
                    <a:pt x="4789610" y="493878"/>
                  </a:lnTo>
                  <a:lnTo>
                    <a:pt x="4791085" y="494126"/>
                  </a:lnTo>
                  <a:lnTo>
                    <a:pt x="4792559" y="494231"/>
                  </a:lnTo>
                  <a:lnTo>
                    <a:pt x="4794033" y="494336"/>
                  </a:lnTo>
                  <a:lnTo>
                    <a:pt x="4795507" y="494336"/>
                  </a:lnTo>
                  <a:lnTo>
                    <a:pt x="4796982" y="494513"/>
                  </a:lnTo>
                  <a:lnTo>
                    <a:pt x="4798456" y="494690"/>
                  </a:lnTo>
                  <a:lnTo>
                    <a:pt x="4799930" y="494795"/>
                  </a:lnTo>
                  <a:lnTo>
                    <a:pt x="4801404" y="494901"/>
                  </a:lnTo>
                  <a:lnTo>
                    <a:pt x="4802879" y="494828"/>
                  </a:lnTo>
                  <a:lnTo>
                    <a:pt x="4804353" y="494760"/>
                  </a:lnTo>
                  <a:lnTo>
                    <a:pt x="4805827" y="494401"/>
                  </a:lnTo>
                  <a:lnTo>
                    <a:pt x="4807301" y="494097"/>
                  </a:lnTo>
                  <a:lnTo>
                    <a:pt x="4808776" y="493954"/>
                  </a:lnTo>
                  <a:lnTo>
                    <a:pt x="4810250" y="493811"/>
                  </a:lnTo>
                  <a:lnTo>
                    <a:pt x="4811724" y="493955"/>
                  </a:lnTo>
                  <a:lnTo>
                    <a:pt x="4813198" y="494227"/>
                  </a:lnTo>
                  <a:lnTo>
                    <a:pt x="4814673" y="495991"/>
                  </a:lnTo>
                  <a:lnTo>
                    <a:pt x="4816147" y="498376"/>
                  </a:lnTo>
                  <a:lnTo>
                    <a:pt x="4817621" y="500761"/>
                  </a:lnTo>
                  <a:lnTo>
                    <a:pt x="4819095" y="503001"/>
                  </a:lnTo>
                  <a:lnTo>
                    <a:pt x="4820570" y="505242"/>
                  </a:lnTo>
                  <a:lnTo>
                    <a:pt x="4822044" y="507627"/>
                  </a:lnTo>
                  <a:lnTo>
                    <a:pt x="4823518" y="510012"/>
                  </a:lnTo>
                  <a:lnTo>
                    <a:pt x="4824992" y="512396"/>
                  </a:lnTo>
                  <a:lnTo>
                    <a:pt x="4826467" y="514997"/>
                  </a:lnTo>
                  <a:lnTo>
                    <a:pt x="4827941" y="517740"/>
                  </a:lnTo>
                  <a:lnTo>
                    <a:pt x="4829415" y="521823"/>
                  </a:lnTo>
                  <a:lnTo>
                    <a:pt x="4830889" y="525831"/>
                  </a:lnTo>
                  <a:lnTo>
                    <a:pt x="4832364" y="529838"/>
                  </a:lnTo>
                  <a:lnTo>
                    <a:pt x="4833838" y="533339"/>
                  </a:lnTo>
                  <a:lnTo>
                    <a:pt x="4835312" y="536526"/>
                  </a:lnTo>
                  <a:lnTo>
                    <a:pt x="4836786" y="538089"/>
                  </a:lnTo>
                  <a:lnTo>
                    <a:pt x="4838261" y="538659"/>
                  </a:lnTo>
                  <a:lnTo>
                    <a:pt x="4839735" y="538906"/>
                  </a:lnTo>
                  <a:lnTo>
                    <a:pt x="4841209" y="538805"/>
                  </a:lnTo>
                  <a:lnTo>
                    <a:pt x="4842683" y="538704"/>
                  </a:lnTo>
                  <a:lnTo>
                    <a:pt x="4844158" y="538460"/>
                  </a:lnTo>
                  <a:lnTo>
                    <a:pt x="4845632" y="538215"/>
                  </a:lnTo>
                  <a:lnTo>
                    <a:pt x="4847106" y="537971"/>
                  </a:lnTo>
                  <a:lnTo>
                    <a:pt x="4848580" y="537481"/>
                  </a:lnTo>
                  <a:lnTo>
                    <a:pt x="4850055" y="536992"/>
                  </a:lnTo>
                  <a:lnTo>
                    <a:pt x="4851529" y="534864"/>
                  </a:lnTo>
                  <a:lnTo>
                    <a:pt x="4853003" y="532553"/>
                  </a:lnTo>
                  <a:lnTo>
                    <a:pt x="4854477" y="530198"/>
                  </a:lnTo>
                  <a:lnTo>
                    <a:pt x="4855952" y="527843"/>
                  </a:lnTo>
                  <a:lnTo>
                    <a:pt x="4857426" y="525837"/>
                  </a:lnTo>
                  <a:lnTo>
                    <a:pt x="4858900" y="524153"/>
                  </a:lnTo>
                  <a:lnTo>
                    <a:pt x="4860374" y="522648"/>
                  </a:lnTo>
                  <a:lnTo>
                    <a:pt x="4861849" y="521357"/>
                  </a:lnTo>
                  <a:lnTo>
                    <a:pt x="4863323" y="520600"/>
                  </a:lnTo>
                  <a:lnTo>
                    <a:pt x="4864797" y="519987"/>
                  </a:lnTo>
                  <a:lnTo>
                    <a:pt x="4866271" y="519374"/>
                  </a:lnTo>
                  <a:lnTo>
                    <a:pt x="4867746" y="518905"/>
                  </a:lnTo>
                  <a:lnTo>
                    <a:pt x="4869220" y="518502"/>
                  </a:lnTo>
                  <a:lnTo>
                    <a:pt x="4870694" y="518204"/>
                  </a:lnTo>
                  <a:lnTo>
                    <a:pt x="4872168" y="517844"/>
                  </a:lnTo>
                  <a:lnTo>
                    <a:pt x="4873643" y="517485"/>
                  </a:lnTo>
                  <a:lnTo>
                    <a:pt x="4875117" y="517182"/>
                  </a:lnTo>
                  <a:lnTo>
                    <a:pt x="4876591" y="516879"/>
                  </a:lnTo>
                  <a:lnTo>
                    <a:pt x="4878065" y="516752"/>
                  </a:lnTo>
                  <a:lnTo>
                    <a:pt x="4879540" y="516694"/>
                  </a:lnTo>
                  <a:lnTo>
                    <a:pt x="4881014" y="516808"/>
                  </a:lnTo>
                  <a:lnTo>
                    <a:pt x="4882488" y="516866"/>
                  </a:lnTo>
                  <a:lnTo>
                    <a:pt x="4883962" y="516620"/>
                  </a:lnTo>
                  <a:lnTo>
                    <a:pt x="4885437" y="516375"/>
                  </a:lnTo>
                  <a:lnTo>
                    <a:pt x="4886911" y="515910"/>
                  </a:lnTo>
                  <a:lnTo>
                    <a:pt x="4888385" y="515317"/>
                  </a:lnTo>
                  <a:lnTo>
                    <a:pt x="4889859" y="514609"/>
                  </a:lnTo>
                  <a:lnTo>
                    <a:pt x="4891334" y="513611"/>
                  </a:lnTo>
                  <a:lnTo>
                    <a:pt x="4892808" y="512613"/>
                  </a:lnTo>
                  <a:lnTo>
                    <a:pt x="4894282" y="511547"/>
                  </a:lnTo>
                  <a:lnTo>
                    <a:pt x="4895756" y="510481"/>
                  </a:lnTo>
                  <a:lnTo>
                    <a:pt x="4897231" y="509415"/>
                  </a:lnTo>
                  <a:lnTo>
                    <a:pt x="4898705" y="508417"/>
                  </a:lnTo>
                  <a:lnTo>
                    <a:pt x="4900179" y="507419"/>
                  </a:lnTo>
                  <a:lnTo>
                    <a:pt x="4901653" y="506206"/>
                  </a:lnTo>
                  <a:lnTo>
                    <a:pt x="4903128" y="504924"/>
                  </a:lnTo>
                  <a:lnTo>
                    <a:pt x="4904602" y="503643"/>
                  </a:lnTo>
                  <a:lnTo>
                    <a:pt x="4906076" y="502576"/>
                  </a:lnTo>
                  <a:lnTo>
                    <a:pt x="4907550" y="501510"/>
                  </a:lnTo>
                  <a:lnTo>
                    <a:pt x="4909025" y="500604"/>
                  </a:lnTo>
                  <a:lnTo>
                    <a:pt x="4910499" y="499697"/>
                  </a:lnTo>
                  <a:lnTo>
                    <a:pt x="4911973" y="499051"/>
                  </a:lnTo>
                  <a:lnTo>
                    <a:pt x="4913447" y="498548"/>
                  </a:lnTo>
                  <a:lnTo>
                    <a:pt x="4914922" y="498046"/>
                  </a:lnTo>
                  <a:lnTo>
                    <a:pt x="4916396" y="497543"/>
                  </a:lnTo>
                  <a:lnTo>
                    <a:pt x="4917870" y="497041"/>
                  </a:lnTo>
                  <a:lnTo>
                    <a:pt x="4919344" y="496637"/>
                  </a:lnTo>
                  <a:lnTo>
                    <a:pt x="4920819" y="496234"/>
                  </a:lnTo>
                  <a:lnTo>
                    <a:pt x="4922293" y="495831"/>
                  </a:lnTo>
                  <a:lnTo>
                    <a:pt x="4923767" y="495674"/>
                  </a:lnTo>
                  <a:lnTo>
                    <a:pt x="4925241" y="495516"/>
                  </a:lnTo>
                  <a:lnTo>
                    <a:pt x="4926716" y="495472"/>
                  </a:lnTo>
                  <a:lnTo>
                    <a:pt x="4928190" y="495428"/>
                  </a:lnTo>
                  <a:lnTo>
                    <a:pt x="4929664" y="495428"/>
                  </a:lnTo>
                  <a:lnTo>
                    <a:pt x="4931138" y="495428"/>
                  </a:lnTo>
                  <a:lnTo>
                    <a:pt x="4932613" y="495472"/>
                  </a:lnTo>
                  <a:lnTo>
                    <a:pt x="4934087" y="495572"/>
                  </a:lnTo>
                  <a:lnTo>
                    <a:pt x="4935561" y="495796"/>
                  </a:lnTo>
                  <a:lnTo>
                    <a:pt x="4937035" y="496020"/>
                  </a:lnTo>
                  <a:lnTo>
                    <a:pt x="4938510" y="496244"/>
                  </a:lnTo>
                  <a:lnTo>
                    <a:pt x="4939984" y="496536"/>
                  </a:lnTo>
                  <a:lnTo>
                    <a:pt x="4941458" y="496901"/>
                  </a:lnTo>
                  <a:lnTo>
                    <a:pt x="4942932" y="497370"/>
                  </a:lnTo>
                  <a:lnTo>
                    <a:pt x="4944407" y="497774"/>
                  </a:lnTo>
                  <a:lnTo>
                    <a:pt x="4945881" y="498320"/>
                  </a:lnTo>
                  <a:lnTo>
                    <a:pt x="4947355" y="498822"/>
                  </a:lnTo>
                  <a:lnTo>
                    <a:pt x="4948829" y="499325"/>
                  </a:lnTo>
                  <a:lnTo>
                    <a:pt x="4950304" y="499772"/>
                  </a:lnTo>
                  <a:lnTo>
                    <a:pt x="4951778" y="500362"/>
                  </a:lnTo>
                  <a:lnTo>
                    <a:pt x="4953252" y="500953"/>
                  </a:lnTo>
                  <a:lnTo>
                    <a:pt x="4954726" y="501673"/>
                  </a:lnTo>
                  <a:lnTo>
                    <a:pt x="4956201" y="502205"/>
                  </a:lnTo>
                  <a:lnTo>
                    <a:pt x="4957675" y="502739"/>
                  </a:lnTo>
                  <a:lnTo>
                    <a:pt x="4959149" y="503400"/>
                  </a:lnTo>
                  <a:lnTo>
                    <a:pt x="4960623" y="504061"/>
                  </a:lnTo>
                  <a:lnTo>
                    <a:pt x="4962098" y="504654"/>
                  </a:lnTo>
                  <a:lnTo>
                    <a:pt x="4963572" y="505119"/>
                  </a:lnTo>
                  <a:lnTo>
                    <a:pt x="4965046" y="505367"/>
                  </a:lnTo>
                  <a:lnTo>
                    <a:pt x="4966520" y="505832"/>
                  </a:lnTo>
                  <a:lnTo>
                    <a:pt x="4967994" y="506152"/>
                  </a:lnTo>
                  <a:lnTo>
                    <a:pt x="4969469" y="506541"/>
                  </a:lnTo>
                  <a:lnTo>
                    <a:pt x="4970943" y="506930"/>
                  </a:lnTo>
                  <a:lnTo>
                    <a:pt x="4972417" y="507463"/>
                  </a:lnTo>
                  <a:lnTo>
                    <a:pt x="4973891" y="507784"/>
                  </a:lnTo>
                  <a:lnTo>
                    <a:pt x="4975366" y="508104"/>
                  </a:lnTo>
                  <a:lnTo>
                    <a:pt x="4976840" y="508282"/>
                  </a:lnTo>
                  <a:lnTo>
                    <a:pt x="4978314" y="508527"/>
                  </a:lnTo>
                  <a:lnTo>
                    <a:pt x="4979788" y="508773"/>
                  </a:lnTo>
                  <a:lnTo>
                    <a:pt x="4981263" y="508841"/>
                  </a:lnTo>
                  <a:lnTo>
                    <a:pt x="4982737" y="508909"/>
                  </a:lnTo>
                  <a:lnTo>
                    <a:pt x="4984211" y="508967"/>
                  </a:lnTo>
                  <a:lnTo>
                    <a:pt x="4985685" y="509026"/>
                  </a:lnTo>
                  <a:lnTo>
                    <a:pt x="4987160" y="509208"/>
                  </a:lnTo>
                  <a:lnTo>
                    <a:pt x="4988634" y="509263"/>
                  </a:lnTo>
                  <a:lnTo>
                    <a:pt x="4990108" y="509319"/>
                  </a:lnTo>
                  <a:lnTo>
                    <a:pt x="4991582" y="509375"/>
                  </a:lnTo>
                  <a:lnTo>
                    <a:pt x="4993057" y="509375"/>
                  </a:lnTo>
                  <a:lnTo>
                    <a:pt x="4994531" y="509375"/>
                  </a:lnTo>
                  <a:lnTo>
                    <a:pt x="4996005" y="509375"/>
                  </a:lnTo>
                  <a:lnTo>
                    <a:pt x="4997479" y="509419"/>
                  </a:lnTo>
                  <a:lnTo>
                    <a:pt x="4998954" y="509463"/>
                  </a:lnTo>
                  <a:lnTo>
                    <a:pt x="5000428" y="509506"/>
                  </a:lnTo>
                  <a:lnTo>
                    <a:pt x="5001902" y="509551"/>
                  </a:lnTo>
                  <a:lnTo>
                    <a:pt x="5003376" y="509594"/>
                  </a:lnTo>
                  <a:lnTo>
                    <a:pt x="5004851" y="509752"/>
                  </a:lnTo>
                  <a:lnTo>
                    <a:pt x="5006325" y="509910"/>
                  </a:lnTo>
                  <a:lnTo>
                    <a:pt x="5007799" y="510023"/>
                  </a:lnTo>
                  <a:lnTo>
                    <a:pt x="5009273" y="510150"/>
                  </a:lnTo>
                  <a:lnTo>
                    <a:pt x="5010748" y="510290"/>
                  </a:lnTo>
                  <a:lnTo>
                    <a:pt x="5012222" y="510431"/>
                  </a:lnTo>
                  <a:lnTo>
                    <a:pt x="5013696" y="510676"/>
                  </a:lnTo>
                  <a:lnTo>
                    <a:pt x="5015170" y="510853"/>
                  </a:lnTo>
                  <a:lnTo>
                    <a:pt x="5016645" y="510958"/>
                  </a:lnTo>
                  <a:lnTo>
                    <a:pt x="5018119" y="510958"/>
                  </a:lnTo>
                  <a:lnTo>
                    <a:pt x="5019593" y="510958"/>
                  </a:lnTo>
                  <a:lnTo>
                    <a:pt x="5021067" y="510815"/>
                  </a:lnTo>
                  <a:lnTo>
                    <a:pt x="5022542" y="510815"/>
                  </a:lnTo>
                  <a:lnTo>
                    <a:pt x="5024016" y="510815"/>
                  </a:lnTo>
                  <a:lnTo>
                    <a:pt x="5025490" y="510959"/>
                  </a:lnTo>
                  <a:lnTo>
                    <a:pt x="5026964" y="510815"/>
                  </a:lnTo>
                  <a:lnTo>
                    <a:pt x="5028439" y="510670"/>
                  </a:lnTo>
                  <a:lnTo>
                    <a:pt x="5029913" y="510398"/>
                  </a:lnTo>
                  <a:lnTo>
                    <a:pt x="5031387" y="510110"/>
                  </a:lnTo>
                  <a:lnTo>
                    <a:pt x="5032861" y="509823"/>
                  </a:lnTo>
                  <a:lnTo>
                    <a:pt x="5034336" y="509407"/>
                  </a:lnTo>
                  <a:lnTo>
                    <a:pt x="5035810" y="508887"/>
                  </a:lnTo>
                  <a:lnTo>
                    <a:pt x="5037284" y="508294"/>
                  </a:lnTo>
                  <a:lnTo>
                    <a:pt x="5038758" y="507901"/>
                  </a:lnTo>
                  <a:lnTo>
                    <a:pt x="5040233" y="507652"/>
                  </a:lnTo>
                  <a:lnTo>
                    <a:pt x="5041707" y="507260"/>
                  </a:lnTo>
                  <a:lnTo>
                    <a:pt x="5043181" y="507117"/>
                  </a:lnTo>
                  <a:lnTo>
                    <a:pt x="5044655" y="506796"/>
                  </a:lnTo>
                  <a:lnTo>
                    <a:pt x="5046130" y="506407"/>
                  </a:lnTo>
                  <a:lnTo>
                    <a:pt x="5047604" y="505816"/>
                  </a:lnTo>
                  <a:lnTo>
                    <a:pt x="5049078" y="505369"/>
                  </a:lnTo>
                  <a:lnTo>
                    <a:pt x="5050552" y="504867"/>
                  </a:lnTo>
                  <a:lnTo>
                    <a:pt x="5052027" y="504508"/>
                  </a:lnTo>
                  <a:lnTo>
                    <a:pt x="5053501" y="504149"/>
                  </a:lnTo>
                  <a:lnTo>
                    <a:pt x="5054975" y="503789"/>
                  </a:lnTo>
                  <a:lnTo>
                    <a:pt x="5056449" y="503607"/>
                  </a:lnTo>
                  <a:lnTo>
                    <a:pt x="5057924" y="503481"/>
                  </a:lnTo>
                  <a:lnTo>
                    <a:pt x="5059398" y="503423"/>
                  </a:lnTo>
                  <a:lnTo>
                    <a:pt x="5060872" y="503310"/>
                  </a:lnTo>
                  <a:lnTo>
                    <a:pt x="5062346" y="503128"/>
                  </a:lnTo>
                  <a:lnTo>
                    <a:pt x="5063821" y="503072"/>
                  </a:lnTo>
                  <a:lnTo>
                    <a:pt x="5065295" y="502973"/>
                  </a:lnTo>
                  <a:lnTo>
                    <a:pt x="5066769" y="502917"/>
                  </a:lnTo>
                  <a:lnTo>
                    <a:pt x="5068243" y="502917"/>
                  </a:lnTo>
                  <a:lnTo>
                    <a:pt x="5069718" y="502961"/>
                  </a:lnTo>
                  <a:lnTo>
                    <a:pt x="5071192" y="503005"/>
                  </a:lnTo>
                  <a:lnTo>
                    <a:pt x="5072666" y="503005"/>
                  </a:lnTo>
                  <a:lnTo>
                    <a:pt x="5074140" y="503005"/>
                  </a:lnTo>
                  <a:lnTo>
                    <a:pt x="5075615" y="503005"/>
                  </a:lnTo>
                  <a:lnTo>
                    <a:pt x="5077089" y="503005"/>
                  </a:lnTo>
                  <a:lnTo>
                    <a:pt x="5078563" y="503005"/>
                  </a:lnTo>
                  <a:lnTo>
                    <a:pt x="5080037" y="502848"/>
                  </a:lnTo>
                  <a:lnTo>
                    <a:pt x="5081512" y="502690"/>
                  </a:lnTo>
                  <a:lnTo>
                    <a:pt x="5082986" y="502576"/>
                  </a:lnTo>
                  <a:lnTo>
                    <a:pt x="5084460" y="502394"/>
                  </a:lnTo>
                  <a:lnTo>
                    <a:pt x="5085934" y="502140"/>
                  </a:lnTo>
                  <a:lnTo>
                    <a:pt x="5087409" y="501942"/>
                  </a:lnTo>
                  <a:lnTo>
                    <a:pt x="5088883" y="501582"/>
                  </a:lnTo>
                  <a:lnTo>
                    <a:pt x="5090357" y="501223"/>
                  </a:lnTo>
                  <a:lnTo>
                    <a:pt x="5091831" y="500864"/>
                  </a:lnTo>
                  <a:lnTo>
                    <a:pt x="5093306" y="500505"/>
                  </a:lnTo>
                  <a:lnTo>
                    <a:pt x="5094780" y="500400"/>
                  </a:lnTo>
                  <a:lnTo>
                    <a:pt x="5096254" y="500400"/>
                  </a:lnTo>
                  <a:lnTo>
                    <a:pt x="5097728" y="500257"/>
                  </a:lnTo>
                  <a:lnTo>
                    <a:pt x="5099203" y="499370"/>
                  </a:lnTo>
                  <a:lnTo>
                    <a:pt x="5100677" y="497518"/>
                  </a:lnTo>
                  <a:lnTo>
                    <a:pt x="5102151" y="495811"/>
                  </a:lnTo>
                  <a:lnTo>
                    <a:pt x="5103625" y="494103"/>
                  </a:lnTo>
                  <a:lnTo>
                    <a:pt x="5105100" y="492396"/>
                  </a:lnTo>
                  <a:lnTo>
                    <a:pt x="5106574" y="490832"/>
                  </a:lnTo>
                  <a:lnTo>
                    <a:pt x="5108048" y="489268"/>
                  </a:lnTo>
                  <a:lnTo>
                    <a:pt x="5109522" y="487848"/>
                  </a:lnTo>
                  <a:lnTo>
                    <a:pt x="5110997" y="486661"/>
                  </a:lnTo>
                  <a:lnTo>
                    <a:pt x="5112471" y="485734"/>
                  </a:lnTo>
                  <a:lnTo>
                    <a:pt x="5113945" y="484952"/>
                  </a:lnTo>
                  <a:lnTo>
                    <a:pt x="5115419" y="484170"/>
                  </a:lnTo>
                  <a:lnTo>
                    <a:pt x="5116894" y="483388"/>
                  </a:lnTo>
                  <a:lnTo>
                    <a:pt x="5118368" y="482502"/>
                  </a:lnTo>
                  <a:lnTo>
                    <a:pt x="5119842" y="481792"/>
                  </a:lnTo>
                  <a:lnTo>
                    <a:pt x="5121316" y="482187"/>
                  </a:lnTo>
                  <a:lnTo>
                    <a:pt x="5122791" y="482140"/>
                  </a:lnTo>
                  <a:lnTo>
                    <a:pt x="5124265" y="481773"/>
                  </a:lnTo>
                  <a:lnTo>
                    <a:pt x="5125739" y="481705"/>
                  </a:lnTo>
                  <a:lnTo>
                    <a:pt x="5127213" y="481638"/>
                  </a:lnTo>
                  <a:lnTo>
                    <a:pt x="5128688" y="481571"/>
                  </a:lnTo>
                  <a:lnTo>
                    <a:pt x="5130162" y="481825"/>
                  </a:lnTo>
                  <a:lnTo>
                    <a:pt x="5131636" y="482080"/>
                  </a:lnTo>
                  <a:lnTo>
                    <a:pt x="5133110" y="482279"/>
                  </a:lnTo>
                  <a:lnTo>
                    <a:pt x="5134585" y="482478"/>
                  </a:lnTo>
                  <a:lnTo>
                    <a:pt x="5136059" y="482733"/>
                  </a:lnTo>
                  <a:lnTo>
                    <a:pt x="5137533" y="482988"/>
                  </a:lnTo>
                  <a:lnTo>
                    <a:pt x="5139007" y="482921"/>
                  </a:lnTo>
                  <a:lnTo>
                    <a:pt x="5140482" y="482897"/>
                  </a:lnTo>
                  <a:lnTo>
                    <a:pt x="5141956" y="482830"/>
                  </a:lnTo>
                  <a:lnTo>
                    <a:pt x="5143430" y="482762"/>
                  </a:lnTo>
                  <a:lnTo>
                    <a:pt x="5144904" y="484039"/>
                  </a:lnTo>
                  <a:lnTo>
                    <a:pt x="5146379" y="485434"/>
                  </a:lnTo>
                  <a:lnTo>
                    <a:pt x="5147853" y="486830"/>
                  </a:lnTo>
                  <a:lnTo>
                    <a:pt x="5149327" y="488225"/>
                  </a:lnTo>
                  <a:lnTo>
                    <a:pt x="5150801" y="489620"/>
                  </a:lnTo>
                  <a:lnTo>
                    <a:pt x="5152276" y="490583"/>
                  </a:lnTo>
                  <a:lnTo>
                    <a:pt x="5153750" y="491545"/>
                  </a:lnTo>
                  <a:lnTo>
                    <a:pt x="5155224" y="492363"/>
                  </a:lnTo>
                  <a:lnTo>
                    <a:pt x="5156698" y="493054"/>
                  </a:lnTo>
                  <a:lnTo>
                    <a:pt x="5158173" y="494016"/>
                  </a:lnTo>
                  <a:lnTo>
                    <a:pt x="5159647" y="494979"/>
                  </a:lnTo>
                  <a:lnTo>
                    <a:pt x="5161121" y="496374"/>
                  </a:lnTo>
                  <a:lnTo>
                    <a:pt x="5162595" y="497713"/>
                  </a:lnTo>
                  <a:lnTo>
                    <a:pt x="5164069" y="499109"/>
                  </a:lnTo>
                  <a:lnTo>
                    <a:pt x="5165544" y="500749"/>
                  </a:lnTo>
                  <a:lnTo>
                    <a:pt x="5167018" y="502389"/>
                  </a:lnTo>
                  <a:lnTo>
                    <a:pt x="5168492" y="504029"/>
                  </a:lnTo>
                  <a:lnTo>
                    <a:pt x="5169966" y="505415"/>
                  </a:lnTo>
                  <a:lnTo>
                    <a:pt x="5171441" y="506696"/>
                  </a:lnTo>
                  <a:lnTo>
                    <a:pt x="5172915" y="507732"/>
                  </a:lnTo>
                  <a:lnTo>
                    <a:pt x="5174389" y="509511"/>
                  </a:lnTo>
                  <a:lnTo>
                    <a:pt x="5175863" y="512111"/>
                  </a:lnTo>
                  <a:lnTo>
                    <a:pt x="5177338" y="514712"/>
                  </a:lnTo>
                  <a:lnTo>
                    <a:pt x="5178812" y="517312"/>
                  </a:lnTo>
                  <a:lnTo>
                    <a:pt x="5180286" y="519696"/>
                  </a:lnTo>
                  <a:lnTo>
                    <a:pt x="5181760" y="522081"/>
                  </a:lnTo>
                  <a:lnTo>
                    <a:pt x="5183235" y="524061"/>
                  </a:lnTo>
                  <a:lnTo>
                    <a:pt x="5184709" y="525768"/>
                  </a:lnTo>
                  <a:lnTo>
                    <a:pt x="5186183" y="527060"/>
                  </a:lnTo>
                  <a:lnTo>
                    <a:pt x="5187657" y="528165"/>
                  </a:lnTo>
                  <a:lnTo>
                    <a:pt x="5189132" y="529051"/>
                  </a:lnTo>
                  <a:lnTo>
                    <a:pt x="5190606" y="529938"/>
                  </a:lnTo>
                  <a:lnTo>
                    <a:pt x="5192080" y="530968"/>
                  </a:lnTo>
                  <a:lnTo>
                    <a:pt x="5193554" y="531998"/>
                  </a:lnTo>
                  <a:lnTo>
                    <a:pt x="5195029" y="533173"/>
                  </a:lnTo>
                  <a:lnTo>
                    <a:pt x="5196503" y="533439"/>
                  </a:lnTo>
                  <a:lnTo>
                    <a:pt x="5197977" y="534392"/>
                  </a:lnTo>
                  <a:lnTo>
                    <a:pt x="5199451" y="535884"/>
                  </a:lnTo>
                  <a:lnTo>
                    <a:pt x="5200926" y="537347"/>
                  </a:lnTo>
                  <a:lnTo>
                    <a:pt x="5202400" y="538594"/>
                  </a:lnTo>
                  <a:lnTo>
                    <a:pt x="5203874" y="540057"/>
                  </a:lnTo>
                  <a:lnTo>
                    <a:pt x="5205348" y="541197"/>
                  </a:lnTo>
                  <a:lnTo>
                    <a:pt x="5206823" y="542337"/>
                  </a:lnTo>
                  <a:lnTo>
                    <a:pt x="5208297" y="543478"/>
                  </a:lnTo>
                  <a:lnTo>
                    <a:pt x="5209771" y="544403"/>
                  </a:lnTo>
                  <a:lnTo>
                    <a:pt x="5211245" y="545544"/>
                  </a:lnTo>
                  <a:lnTo>
                    <a:pt x="5212720" y="546684"/>
                  </a:lnTo>
                  <a:lnTo>
                    <a:pt x="5214194" y="548147"/>
                  </a:lnTo>
                  <a:lnTo>
                    <a:pt x="5215668" y="549394"/>
                  </a:lnTo>
                  <a:lnTo>
                    <a:pt x="5217142" y="550641"/>
                  </a:lnTo>
                  <a:lnTo>
                    <a:pt x="5218617" y="551670"/>
                  </a:lnTo>
                  <a:lnTo>
                    <a:pt x="5220091" y="551168"/>
                  </a:lnTo>
                  <a:lnTo>
                    <a:pt x="5221565" y="550275"/>
                  </a:lnTo>
                  <a:lnTo>
                    <a:pt x="5223039" y="549134"/>
                  </a:lnTo>
                  <a:lnTo>
                    <a:pt x="5224514" y="547993"/>
                  </a:lnTo>
                  <a:lnTo>
                    <a:pt x="5225988" y="546780"/>
                  </a:lnTo>
                  <a:lnTo>
                    <a:pt x="5227462" y="545931"/>
                  </a:lnTo>
                  <a:lnTo>
                    <a:pt x="5228936" y="545083"/>
                  </a:lnTo>
                  <a:lnTo>
                    <a:pt x="5230411" y="544422"/>
                  </a:lnTo>
                  <a:lnTo>
                    <a:pt x="5231885" y="543889"/>
                  </a:lnTo>
                  <a:lnTo>
                    <a:pt x="5233359" y="542927"/>
                  </a:lnTo>
                  <a:lnTo>
                    <a:pt x="5234833" y="541921"/>
                  </a:lnTo>
                  <a:lnTo>
                    <a:pt x="5236308" y="540482"/>
                  </a:lnTo>
                  <a:lnTo>
                    <a:pt x="5237782" y="539042"/>
                  </a:lnTo>
                  <a:lnTo>
                    <a:pt x="5239256" y="537603"/>
                  </a:lnTo>
                  <a:lnTo>
                    <a:pt x="5240730" y="535919"/>
                  </a:lnTo>
                  <a:lnTo>
                    <a:pt x="5242205" y="534235"/>
                  </a:lnTo>
                  <a:lnTo>
                    <a:pt x="5243679" y="532551"/>
                  </a:lnTo>
                  <a:lnTo>
                    <a:pt x="5245153" y="530867"/>
                  </a:lnTo>
                  <a:lnTo>
                    <a:pt x="5246627" y="529117"/>
                  </a:lnTo>
                  <a:lnTo>
                    <a:pt x="5248102" y="527677"/>
                  </a:lnTo>
                  <a:lnTo>
                    <a:pt x="5249576" y="526282"/>
                  </a:lnTo>
                  <a:lnTo>
                    <a:pt x="5251050" y="524887"/>
                  </a:lnTo>
                  <a:lnTo>
                    <a:pt x="5252524" y="523492"/>
                  </a:lnTo>
                  <a:lnTo>
                    <a:pt x="5253999" y="522096"/>
                  </a:lnTo>
                  <a:lnTo>
                    <a:pt x="5255473" y="520972"/>
                  </a:lnTo>
                  <a:lnTo>
                    <a:pt x="5256947" y="519974"/>
                  </a:lnTo>
                  <a:lnTo>
                    <a:pt x="5258421" y="519382"/>
                  </a:lnTo>
                  <a:lnTo>
                    <a:pt x="5259896" y="518917"/>
                  </a:lnTo>
                  <a:lnTo>
                    <a:pt x="5261370" y="518740"/>
                  </a:lnTo>
                  <a:lnTo>
                    <a:pt x="5262844" y="518563"/>
                  </a:lnTo>
                  <a:lnTo>
                    <a:pt x="5264318" y="518385"/>
                  </a:lnTo>
                  <a:lnTo>
                    <a:pt x="5265793" y="518208"/>
                  </a:lnTo>
                  <a:lnTo>
                    <a:pt x="5267267" y="517887"/>
                  </a:lnTo>
                  <a:lnTo>
                    <a:pt x="5268741" y="517567"/>
                  </a:lnTo>
                  <a:lnTo>
                    <a:pt x="5270215" y="517034"/>
                  </a:lnTo>
                  <a:lnTo>
                    <a:pt x="5271690" y="516373"/>
                  </a:lnTo>
                  <a:lnTo>
                    <a:pt x="5273164" y="515524"/>
                  </a:lnTo>
                  <a:lnTo>
                    <a:pt x="5274638" y="514458"/>
                  </a:lnTo>
                  <a:lnTo>
                    <a:pt x="5276112" y="513176"/>
                  </a:lnTo>
                  <a:lnTo>
                    <a:pt x="5277587" y="512052"/>
                  </a:lnTo>
                  <a:lnTo>
                    <a:pt x="5279061" y="510613"/>
                  </a:lnTo>
                  <a:lnTo>
                    <a:pt x="5280535" y="509174"/>
                  </a:lnTo>
                  <a:lnTo>
                    <a:pt x="5282009" y="507735"/>
                  </a:lnTo>
                  <a:lnTo>
                    <a:pt x="5283484" y="506295"/>
                  </a:lnTo>
                  <a:lnTo>
                    <a:pt x="5284958" y="505072"/>
                  </a:lnTo>
                  <a:lnTo>
                    <a:pt x="5286432" y="503632"/>
                  </a:lnTo>
                  <a:lnTo>
                    <a:pt x="5287906" y="502193"/>
                  </a:lnTo>
                  <a:lnTo>
                    <a:pt x="5289381" y="500754"/>
                  </a:lnTo>
                  <a:lnTo>
                    <a:pt x="5290855" y="499530"/>
                  </a:lnTo>
                  <a:lnTo>
                    <a:pt x="5292329" y="498306"/>
                  </a:lnTo>
                  <a:lnTo>
                    <a:pt x="5293803" y="497234"/>
                  </a:lnTo>
                  <a:lnTo>
                    <a:pt x="5295278" y="496348"/>
                  </a:lnTo>
                  <a:lnTo>
                    <a:pt x="5296752" y="495735"/>
                  </a:lnTo>
                  <a:lnTo>
                    <a:pt x="5298226" y="495437"/>
                  </a:lnTo>
                  <a:lnTo>
                    <a:pt x="5299700" y="495139"/>
                  </a:lnTo>
                  <a:lnTo>
                    <a:pt x="5301175" y="494957"/>
                  </a:lnTo>
                  <a:lnTo>
                    <a:pt x="5302649" y="494899"/>
                  </a:lnTo>
                  <a:lnTo>
                    <a:pt x="5304123" y="494841"/>
                  </a:lnTo>
                  <a:lnTo>
                    <a:pt x="5305597" y="494783"/>
                  </a:lnTo>
                  <a:lnTo>
                    <a:pt x="5307072" y="494783"/>
                  </a:lnTo>
                  <a:lnTo>
                    <a:pt x="5308546" y="494897"/>
                  </a:lnTo>
                  <a:lnTo>
                    <a:pt x="5310020" y="495055"/>
                  </a:lnTo>
                  <a:lnTo>
                    <a:pt x="5311494" y="495212"/>
                  </a:lnTo>
                  <a:lnTo>
                    <a:pt x="5312969" y="495370"/>
                  </a:lnTo>
                  <a:lnTo>
                    <a:pt x="5314443" y="495527"/>
                  </a:lnTo>
                  <a:lnTo>
                    <a:pt x="5315917" y="495685"/>
                  </a:lnTo>
                  <a:lnTo>
                    <a:pt x="5317391" y="495842"/>
                  </a:lnTo>
                  <a:lnTo>
                    <a:pt x="5318866" y="496000"/>
                  </a:lnTo>
                  <a:lnTo>
                    <a:pt x="5320340" y="496099"/>
                  </a:lnTo>
                  <a:lnTo>
                    <a:pt x="5321814" y="496265"/>
                  </a:lnTo>
                  <a:lnTo>
                    <a:pt x="5323288" y="496309"/>
                  </a:lnTo>
                  <a:lnTo>
                    <a:pt x="5324763" y="496265"/>
                  </a:lnTo>
                  <a:lnTo>
                    <a:pt x="5326237" y="496221"/>
                  </a:lnTo>
                  <a:lnTo>
                    <a:pt x="5327711" y="496221"/>
                  </a:lnTo>
                  <a:lnTo>
                    <a:pt x="5329185" y="496178"/>
                  </a:lnTo>
                  <a:lnTo>
                    <a:pt x="5330660" y="496078"/>
                  </a:lnTo>
                  <a:lnTo>
                    <a:pt x="5332134" y="495852"/>
                  </a:lnTo>
                  <a:lnTo>
                    <a:pt x="5333608" y="495626"/>
                  </a:lnTo>
                  <a:lnTo>
                    <a:pt x="5335082" y="495401"/>
                  </a:lnTo>
                  <a:lnTo>
                    <a:pt x="5336557" y="495175"/>
                  </a:lnTo>
                  <a:lnTo>
                    <a:pt x="5338031" y="494949"/>
                  </a:lnTo>
                  <a:lnTo>
                    <a:pt x="5339505" y="494767"/>
                  </a:lnTo>
                  <a:lnTo>
                    <a:pt x="5340979" y="494586"/>
                  </a:lnTo>
                  <a:lnTo>
                    <a:pt x="5342454" y="494459"/>
                  </a:lnTo>
                  <a:lnTo>
                    <a:pt x="5343928" y="494333"/>
                  </a:lnTo>
                  <a:lnTo>
                    <a:pt x="5345402" y="494275"/>
                  </a:lnTo>
                  <a:lnTo>
                    <a:pt x="5346876" y="494217"/>
                  </a:lnTo>
                  <a:lnTo>
                    <a:pt x="5348351" y="494159"/>
                  </a:lnTo>
                  <a:lnTo>
                    <a:pt x="5349825" y="494046"/>
                  </a:lnTo>
                  <a:lnTo>
                    <a:pt x="5351299" y="493932"/>
                  </a:lnTo>
                  <a:lnTo>
                    <a:pt x="5352773" y="493876"/>
                  </a:lnTo>
                  <a:lnTo>
                    <a:pt x="5354248" y="493920"/>
                  </a:lnTo>
                  <a:lnTo>
                    <a:pt x="5355722" y="494020"/>
                  </a:lnTo>
                  <a:lnTo>
                    <a:pt x="5357196" y="494119"/>
                  </a:lnTo>
                  <a:lnTo>
                    <a:pt x="5358670" y="494219"/>
                  </a:lnTo>
                  <a:lnTo>
                    <a:pt x="5360144" y="494318"/>
                  </a:lnTo>
                  <a:lnTo>
                    <a:pt x="5361619" y="494362"/>
                  </a:lnTo>
                  <a:lnTo>
                    <a:pt x="5363093" y="494406"/>
                  </a:lnTo>
                  <a:lnTo>
                    <a:pt x="5364567" y="494406"/>
                  </a:lnTo>
                  <a:lnTo>
                    <a:pt x="5366041" y="494406"/>
                  </a:lnTo>
                  <a:lnTo>
                    <a:pt x="5367516" y="494406"/>
                  </a:lnTo>
                  <a:lnTo>
                    <a:pt x="5368990" y="494473"/>
                  </a:lnTo>
                  <a:lnTo>
                    <a:pt x="5370464" y="494539"/>
                  </a:lnTo>
                  <a:lnTo>
                    <a:pt x="5371938" y="494606"/>
                  </a:lnTo>
                  <a:lnTo>
                    <a:pt x="5373413" y="494606"/>
                  </a:lnTo>
                  <a:lnTo>
                    <a:pt x="5374887" y="494606"/>
                  </a:lnTo>
                  <a:lnTo>
                    <a:pt x="5376361" y="494562"/>
                  </a:lnTo>
                  <a:lnTo>
                    <a:pt x="5377835" y="494395"/>
                  </a:lnTo>
                  <a:lnTo>
                    <a:pt x="5379310" y="494229"/>
                  </a:lnTo>
                  <a:lnTo>
                    <a:pt x="5380784" y="494063"/>
                  </a:lnTo>
                  <a:lnTo>
                    <a:pt x="5382258" y="493839"/>
                  </a:lnTo>
                  <a:lnTo>
                    <a:pt x="5383732" y="493615"/>
                  </a:lnTo>
                  <a:lnTo>
                    <a:pt x="5385207" y="493457"/>
                  </a:lnTo>
                  <a:lnTo>
                    <a:pt x="5386681" y="493300"/>
                  </a:lnTo>
                  <a:lnTo>
                    <a:pt x="5388155" y="493142"/>
                  </a:lnTo>
                  <a:lnTo>
                    <a:pt x="5389629" y="492985"/>
                  </a:lnTo>
                  <a:lnTo>
                    <a:pt x="5391104" y="492827"/>
                  </a:lnTo>
                  <a:lnTo>
                    <a:pt x="5392578" y="492670"/>
                  </a:lnTo>
                  <a:lnTo>
                    <a:pt x="5394052" y="492512"/>
                  </a:lnTo>
                  <a:lnTo>
                    <a:pt x="5395526" y="492412"/>
                  </a:lnTo>
                  <a:lnTo>
                    <a:pt x="5397001" y="492313"/>
                  </a:lnTo>
                  <a:lnTo>
                    <a:pt x="5398475" y="492269"/>
                  </a:lnTo>
                  <a:lnTo>
                    <a:pt x="5399949" y="492313"/>
                  </a:lnTo>
                  <a:lnTo>
                    <a:pt x="5401423" y="492357"/>
                  </a:lnTo>
                  <a:lnTo>
                    <a:pt x="5402898" y="492357"/>
                  </a:lnTo>
                  <a:lnTo>
                    <a:pt x="5404372" y="492401"/>
                  </a:lnTo>
                  <a:lnTo>
                    <a:pt x="5405846" y="492445"/>
                  </a:lnTo>
                  <a:lnTo>
                    <a:pt x="5407320" y="492445"/>
                  </a:lnTo>
                  <a:lnTo>
                    <a:pt x="5408795" y="492445"/>
                  </a:lnTo>
                  <a:lnTo>
                    <a:pt x="5410269" y="492445"/>
                  </a:lnTo>
                  <a:lnTo>
                    <a:pt x="5411743" y="492445"/>
                  </a:lnTo>
                  <a:lnTo>
                    <a:pt x="5413217" y="492445"/>
                  </a:lnTo>
                  <a:lnTo>
                    <a:pt x="5414692" y="492401"/>
                  </a:lnTo>
                  <a:lnTo>
                    <a:pt x="5416166" y="492357"/>
                  </a:lnTo>
                  <a:lnTo>
                    <a:pt x="5417640" y="492257"/>
                  </a:lnTo>
                  <a:lnTo>
                    <a:pt x="5419114" y="492158"/>
                  </a:lnTo>
                  <a:lnTo>
                    <a:pt x="5420589" y="492058"/>
                  </a:lnTo>
                  <a:lnTo>
                    <a:pt x="5422063" y="491892"/>
                  </a:lnTo>
                  <a:lnTo>
                    <a:pt x="5423537" y="491726"/>
                  </a:lnTo>
                  <a:lnTo>
                    <a:pt x="5425011" y="491616"/>
                  </a:lnTo>
                  <a:lnTo>
                    <a:pt x="5426486" y="491572"/>
                  </a:lnTo>
                  <a:lnTo>
                    <a:pt x="5427960" y="491528"/>
                  </a:lnTo>
                  <a:lnTo>
                    <a:pt x="5429434" y="491584"/>
                  </a:lnTo>
                  <a:lnTo>
                    <a:pt x="5430908" y="491584"/>
                  </a:lnTo>
                  <a:lnTo>
                    <a:pt x="5432383" y="491584"/>
                  </a:lnTo>
                  <a:lnTo>
                    <a:pt x="5433857" y="491584"/>
                  </a:lnTo>
                  <a:lnTo>
                    <a:pt x="5435331" y="491584"/>
                  </a:lnTo>
                  <a:lnTo>
                    <a:pt x="5436805" y="491766"/>
                  </a:lnTo>
                  <a:lnTo>
                    <a:pt x="5438280" y="492020"/>
                  </a:lnTo>
                  <a:lnTo>
                    <a:pt x="5439754" y="492423"/>
                  </a:lnTo>
                  <a:lnTo>
                    <a:pt x="5441228" y="492826"/>
                  </a:lnTo>
                  <a:lnTo>
                    <a:pt x="5442702" y="493229"/>
                  </a:lnTo>
                  <a:lnTo>
                    <a:pt x="5444177" y="493632"/>
                  </a:lnTo>
                  <a:lnTo>
                    <a:pt x="5445651" y="494035"/>
                  </a:lnTo>
                  <a:lnTo>
                    <a:pt x="5447125" y="494438"/>
                  </a:lnTo>
                  <a:lnTo>
                    <a:pt x="5448599" y="494841"/>
                  </a:lnTo>
                  <a:lnTo>
                    <a:pt x="5450074" y="495387"/>
                  </a:lnTo>
                  <a:lnTo>
                    <a:pt x="5451548" y="495791"/>
                  </a:lnTo>
                  <a:lnTo>
                    <a:pt x="5453022" y="496260"/>
                  </a:lnTo>
                  <a:lnTo>
                    <a:pt x="5454496" y="496873"/>
                  </a:lnTo>
                  <a:lnTo>
                    <a:pt x="5455971" y="497486"/>
                  </a:lnTo>
                  <a:lnTo>
                    <a:pt x="5457445" y="498099"/>
                  </a:lnTo>
                  <a:lnTo>
                    <a:pt x="5458919" y="498569"/>
                  </a:lnTo>
                  <a:lnTo>
                    <a:pt x="5460393" y="498867"/>
                  </a:lnTo>
                  <a:lnTo>
                    <a:pt x="5461868" y="499093"/>
                  </a:lnTo>
                  <a:lnTo>
                    <a:pt x="5463342" y="499319"/>
                  </a:lnTo>
                  <a:lnTo>
                    <a:pt x="5464816" y="499545"/>
                  </a:lnTo>
                  <a:lnTo>
                    <a:pt x="5466290" y="499770"/>
                  </a:lnTo>
                  <a:lnTo>
                    <a:pt x="5467765" y="499996"/>
                  </a:lnTo>
                  <a:lnTo>
                    <a:pt x="5469239" y="500222"/>
                  </a:lnTo>
                  <a:lnTo>
                    <a:pt x="5470713" y="500448"/>
                  </a:lnTo>
                  <a:lnTo>
                    <a:pt x="5472187" y="500606"/>
                  </a:lnTo>
                  <a:lnTo>
                    <a:pt x="5473662" y="500763"/>
                  </a:lnTo>
                  <a:lnTo>
                    <a:pt x="5475136" y="500945"/>
                  </a:lnTo>
                  <a:lnTo>
                    <a:pt x="5476610" y="501127"/>
                  </a:lnTo>
                  <a:lnTo>
                    <a:pt x="5478084" y="501381"/>
                  </a:lnTo>
                  <a:lnTo>
                    <a:pt x="5479559" y="501635"/>
                  </a:lnTo>
                  <a:lnTo>
                    <a:pt x="5481033" y="501889"/>
                  </a:lnTo>
                  <a:lnTo>
                    <a:pt x="5482507" y="502187"/>
                  </a:lnTo>
                  <a:lnTo>
                    <a:pt x="5483981" y="502485"/>
                  </a:lnTo>
                  <a:lnTo>
                    <a:pt x="5485456" y="502783"/>
                  </a:lnTo>
                  <a:lnTo>
                    <a:pt x="5486930" y="503081"/>
                  </a:lnTo>
                  <a:lnTo>
                    <a:pt x="5488404" y="503379"/>
                  </a:lnTo>
                  <a:lnTo>
                    <a:pt x="5489878" y="503677"/>
                  </a:lnTo>
                  <a:lnTo>
                    <a:pt x="5491353" y="504080"/>
                  </a:lnTo>
                  <a:lnTo>
                    <a:pt x="5492827" y="504483"/>
                  </a:lnTo>
                  <a:lnTo>
                    <a:pt x="5494301" y="504887"/>
                  </a:lnTo>
                  <a:lnTo>
                    <a:pt x="5495775" y="505290"/>
                  </a:lnTo>
                  <a:lnTo>
                    <a:pt x="5497250" y="505582"/>
                  </a:lnTo>
                  <a:lnTo>
                    <a:pt x="5498724" y="505874"/>
                  </a:lnTo>
                  <a:lnTo>
                    <a:pt x="5500198" y="506099"/>
                  </a:lnTo>
                  <a:lnTo>
                    <a:pt x="5501672" y="506256"/>
                  </a:lnTo>
                  <a:lnTo>
                    <a:pt x="5503147" y="506413"/>
                  </a:lnTo>
                  <a:lnTo>
                    <a:pt x="5504621" y="506471"/>
                  </a:lnTo>
                  <a:lnTo>
                    <a:pt x="5506095" y="506529"/>
                  </a:lnTo>
                  <a:lnTo>
                    <a:pt x="5507569" y="506529"/>
                  </a:lnTo>
                  <a:lnTo>
                    <a:pt x="5509044" y="506529"/>
                  </a:lnTo>
                  <a:lnTo>
                    <a:pt x="5510518" y="506529"/>
                  </a:lnTo>
                  <a:lnTo>
                    <a:pt x="5511992" y="506403"/>
                  </a:lnTo>
                  <a:lnTo>
                    <a:pt x="5513466" y="506105"/>
                  </a:lnTo>
                  <a:lnTo>
                    <a:pt x="5514941" y="505702"/>
                  </a:lnTo>
                  <a:lnTo>
                    <a:pt x="5516415" y="505299"/>
                  </a:lnTo>
                  <a:lnTo>
                    <a:pt x="5517889" y="504896"/>
                  </a:lnTo>
                  <a:lnTo>
                    <a:pt x="5519363" y="504493"/>
                  </a:lnTo>
                  <a:lnTo>
                    <a:pt x="5520838" y="504023"/>
                  </a:lnTo>
                  <a:lnTo>
                    <a:pt x="5522312" y="503553"/>
                  </a:lnTo>
                  <a:lnTo>
                    <a:pt x="5523786" y="503084"/>
                  </a:lnTo>
                  <a:lnTo>
                    <a:pt x="5525260" y="502538"/>
                  </a:lnTo>
                  <a:lnTo>
                    <a:pt x="5526735" y="502135"/>
                  </a:lnTo>
                  <a:lnTo>
                    <a:pt x="5528209" y="501731"/>
                  </a:lnTo>
                  <a:lnTo>
                    <a:pt x="5529683" y="501185"/>
                  </a:lnTo>
                  <a:lnTo>
                    <a:pt x="5531157" y="500638"/>
                  </a:lnTo>
                  <a:lnTo>
                    <a:pt x="5532632" y="500136"/>
                  </a:lnTo>
                  <a:lnTo>
                    <a:pt x="5534106" y="499777"/>
                  </a:lnTo>
                  <a:lnTo>
                    <a:pt x="5535580" y="499522"/>
                  </a:lnTo>
                  <a:lnTo>
                    <a:pt x="5537054" y="499341"/>
                  </a:lnTo>
                  <a:lnTo>
                    <a:pt x="5538529" y="499159"/>
                  </a:lnTo>
                  <a:lnTo>
                    <a:pt x="5540003" y="498977"/>
                  </a:lnTo>
                  <a:lnTo>
                    <a:pt x="5541477" y="498795"/>
                  </a:lnTo>
                  <a:lnTo>
                    <a:pt x="5542951" y="498613"/>
                  </a:lnTo>
                  <a:lnTo>
                    <a:pt x="5544426" y="498431"/>
                  </a:lnTo>
                  <a:lnTo>
                    <a:pt x="5545900" y="498305"/>
                  </a:lnTo>
                  <a:lnTo>
                    <a:pt x="5547374" y="498247"/>
                  </a:lnTo>
                  <a:lnTo>
                    <a:pt x="5548848" y="498189"/>
                  </a:lnTo>
                  <a:lnTo>
                    <a:pt x="5550322" y="498063"/>
                  </a:lnTo>
                  <a:lnTo>
                    <a:pt x="5551797" y="497937"/>
                  </a:lnTo>
                  <a:lnTo>
                    <a:pt x="5553271" y="497738"/>
                  </a:lnTo>
                  <a:lnTo>
                    <a:pt x="5554745" y="497484"/>
                  </a:lnTo>
                  <a:lnTo>
                    <a:pt x="5556219" y="497230"/>
                  </a:lnTo>
                  <a:lnTo>
                    <a:pt x="5557694" y="496976"/>
                  </a:lnTo>
                  <a:lnTo>
                    <a:pt x="5559168" y="496721"/>
                  </a:lnTo>
                  <a:lnTo>
                    <a:pt x="5560642" y="496523"/>
                  </a:lnTo>
                  <a:lnTo>
                    <a:pt x="5562116" y="496325"/>
                  </a:lnTo>
                  <a:lnTo>
                    <a:pt x="5563591" y="496126"/>
                  </a:lnTo>
                  <a:lnTo>
                    <a:pt x="5565065" y="495986"/>
                  </a:lnTo>
                  <a:lnTo>
                    <a:pt x="5566539" y="495740"/>
                  </a:lnTo>
                  <a:lnTo>
                    <a:pt x="5568013" y="495437"/>
                  </a:lnTo>
                  <a:lnTo>
                    <a:pt x="5569488" y="495078"/>
                  </a:lnTo>
                  <a:lnTo>
                    <a:pt x="5570962" y="494718"/>
                  </a:lnTo>
                  <a:lnTo>
                    <a:pt x="5572436" y="494536"/>
                  </a:lnTo>
                  <a:lnTo>
                    <a:pt x="5573910" y="494355"/>
                  </a:lnTo>
                  <a:lnTo>
                    <a:pt x="5575385" y="494241"/>
                  </a:lnTo>
                  <a:lnTo>
                    <a:pt x="5576859" y="494127"/>
                  </a:lnTo>
                  <a:lnTo>
                    <a:pt x="5578333" y="494013"/>
                  </a:lnTo>
                  <a:lnTo>
                    <a:pt x="5579807" y="493900"/>
                  </a:lnTo>
                  <a:lnTo>
                    <a:pt x="5581282" y="493786"/>
                  </a:lnTo>
                  <a:lnTo>
                    <a:pt x="5582756" y="493687"/>
                  </a:lnTo>
                  <a:lnTo>
                    <a:pt x="5584230" y="493587"/>
                  </a:lnTo>
                  <a:lnTo>
                    <a:pt x="5585704" y="493531"/>
                  </a:lnTo>
                  <a:lnTo>
                    <a:pt x="5587179" y="493432"/>
                  </a:lnTo>
                  <a:lnTo>
                    <a:pt x="5588653" y="493432"/>
                  </a:lnTo>
                  <a:lnTo>
                    <a:pt x="5590127" y="493432"/>
                  </a:lnTo>
                  <a:lnTo>
                    <a:pt x="5591601" y="493432"/>
                  </a:lnTo>
                  <a:lnTo>
                    <a:pt x="5593076" y="493432"/>
                  </a:lnTo>
                  <a:lnTo>
                    <a:pt x="5594550" y="493432"/>
                  </a:lnTo>
                  <a:lnTo>
                    <a:pt x="5596024" y="493498"/>
                  </a:lnTo>
                  <a:lnTo>
                    <a:pt x="5597498" y="493565"/>
                  </a:lnTo>
                  <a:lnTo>
                    <a:pt x="5598973" y="493631"/>
                  </a:lnTo>
                  <a:lnTo>
                    <a:pt x="5600447" y="493675"/>
                  </a:lnTo>
                  <a:lnTo>
                    <a:pt x="5601921" y="493719"/>
                  </a:lnTo>
                  <a:lnTo>
                    <a:pt x="5603395" y="493763"/>
                  </a:lnTo>
                  <a:lnTo>
                    <a:pt x="5604870" y="493807"/>
                  </a:lnTo>
                  <a:lnTo>
                    <a:pt x="5606344" y="493851"/>
                  </a:lnTo>
                  <a:lnTo>
                    <a:pt x="5607818" y="493807"/>
                  </a:lnTo>
                  <a:lnTo>
                    <a:pt x="5609292" y="493763"/>
                  </a:lnTo>
                  <a:lnTo>
                    <a:pt x="5610767" y="493719"/>
                  </a:lnTo>
                  <a:lnTo>
                    <a:pt x="5612241" y="493675"/>
                  </a:lnTo>
                  <a:lnTo>
                    <a:pt x="5613715" y="493631"/>
                  </a:lnTo>
                  <a:lnTo>
                    <a:pt x="5615189" y="493587"/>
                  </a:lnTo>
                  <a:lnTo>
                    <a:pt x="5616664" y="493543"/>
                  </a:lnTo>
                  <a:lnTo>
                    <a:pt x="5618138" y="493499"/>
                  </a:lnTo>
                  <a:lnTo>
                    <a:pt x="5619612" y="493455"/>
                  </a:lnTo>
                  <a:lnTo>
                    <a:pt x="5621086" y="493356"/>
                  </a:lnTo>
                  <a:lnTo>
                    <a:pt x="5622561" y="493190"/>
                  </a:lnTo>
                  <a:lnTo>
                    <a:pt x="5624035" y="493023"/>
                  </a:lnTo>
                  <a:lnTo>
                    <a:pt x="5625509" y="492924"/>
                  </a:lnTo>
                  <a:lnTo>
                    <a:pt x="5626983" y="492824"/>
                  </a:lnTo>
                  <a:lnTo>
                    <a:pt x="5628458" y="492769"/>
                  </a:lnTo>
                  <a:lnTo>
                    <a:pt x="5629932" y="492882"/>
                  </a:lnTo>
                  <a:lnTo>
                    <a:pt x="5631406" y="492996"/>
                  </a:lnTo>
                  <a:lnTo>
                    <a:pt x="5632880" y="493178"/>
                  </a:lnTo>
                  <a:lnTo>
                    <a:pt x="5634355" y="493360"/>
                  </a:lnTo>
                  <a:lnTo>
                    <a:pt x="5635829" y="493558"/>
                  </a:lnTo>
                  <a:lnTo>
                    <a:pt x="5637303" y="493757"/>
                  </a:lnTo>
                  <a:lnTo>
                    <a:pt x="5638777" y="493955"/>
                  </a:lnTo>
                  <a:lnTo>
                    <a:pt x="5640252" y="494096"/>
                  </a:lnTo>
                  <a:lnTo>
                    <a:pt x="5641726" y="494236"/>
                  </a:lnTo>
                  <a:lnTo>
                    <a:pt x="5643200" y="494434"/>
                  </a:lnTo>
                  <a:lnTo>
                    <a:pt x="5644674" y="494689"/>
                  </a:lnTo>
                  <a:lnTo>
                    <a:pt x="5646149" y="494943"/>
                  </a:lnTo>
                  <a:lnTo>
                    <a:pt x="5647623" y="495125"/>
                  </a:lnTo>
                  <a:lnTo>
                    <a:pt x="5649097" y="495307"/>
                  </a:lnTo>
                  <a:lnTo>
                    <a:pt x="5650571" y="495421"/>
                  </a:lnTo>
                  <a:lnTo>
                    <a:pt x="5652046" y="495421"/>
                  </a:lnTo>
                  <a:lnTo>
                    <a:pt x="5653520" y="495421"/>
                  </a:lnTo>
                  <a:lnTo>
                    <a:pt x="5654994" y="495377"/>
                  </a:lnTo>
                  <a:lnTo>
                    <a:pt x="5656468" y="495333"/>
                  </a:lnTo>
                  <a:lnTo>
                    <a:pt x="5657943" y="495266"/>
                  </a:lnTo>
                  <a:lnTo>
                    <a:pt x="5659417" y="495200"/>
                  </a:lnTo>
                  <a:lnTo>
                    <a:pt x="5660891" y="495089"/>
                  </a:lnTo>
                  <a:lnTo>
                    <a:pt x="5662365" y="495023"/>
                  </a:lnTo>
                  <a:lnTo>
                    <a:pt x="5663840" y="494956"/>
                  </a:lnTo>
                  <a:lnTo>
                    <a:pt x="5665314" y="494956"/>
                  </a:lnTo>
                  <a:lnTo>
                    <a:pt x="5666788" y="494956"/>
                  </a:lnTo>
                  <a:lnTo>
                    <a:pt x="5668262" y="494956"/>
                  </a:lnTo>
                  <a:lnTo>
                    <a:pt x="5669737" y="495000"/>
                  </a:lnTo>
                  <a:lnTo>
                    <a:pt x="5671211" y="495044"/>
                  </a:lnTo>
                  <a:lnTo>
                    <a:pt x="5672685" y="495088"/>
                  </a:lnTo>
                  <a:lnTo>
                    <a:pt x="5674159" y="495187"/>
                  </a:lnTo>
                  <a:lnTo>
                    <a:pt x="5675634" y="495243"/>
                  </a:lnTo>
                  <a:lnTo>
                    <a:pt x="5677108" y="495299"/>
                  </a:lnTo>
                  <a:lnTo>
                    <a:pt x="5678582" y="495355"/>
                  </a:lnTo>
                  <a:lnTo>
                    <a:pt x="5680056" y="495411"/>
                  </a:lnTo>
                  <a:lnTo>
                    <a:pt x="5681531" y="495466"/>
                  </a:lnTo>
                  <a:lnTo>
                    <a:pt x="5683005" y="495566"/>
                  </a:lnTo>
                  <a:lnTo>
                    <a:pt x="5684479" y="495665"/>
                  </a:lnTo>
                  <a:lnTo>
                    <a:pt x="5685953" y="495765"/>
                  </a:lnTo>
                  <a:lnTo>
                    <a:pt x="5687428" y="495809"/>
                  </a:lnTo>
                  <a:lnTo>
                    <a:pt x="5688902" y="495853"/>
                  </a:lnTo>
                  <a:lnTo>
                    <a:pt x="5690376" y="495952"/>
                  </a:lnTo>
                  <a:lnTo>
                    <a:pt x="5691850" y="495996"/>
                  </a:lnTo>
                  <a:lnTo>
                    <a:pt x="5693325" y="496040"/>
                  </a:lnTo>
                  <a:lnTo>
                    <a:pt x="5694799" y="496084"/>
                  </a:lnTo>
                  <a:lnTo>
                    <a:pt x="5696273" y="496084"/>
                  </a:lnTo>
                  <a:lnTo>
                    <a:pt x="5697747" y="496151"/>
                  </a:lnTo>
                  <a:lnTo>
                    <a:pt x="5699222" y="496217"/>
                  </a:lnTo>
                  <a:lnTo>
                    <a:pt x="5700696" y="496217"/>
                  </a:lnTo>
                  <a:lnTo>
                    <a:pt x="5702170" y="496217"/>
                  </a:lnTo>
                  <a:lnTo>
                    <a:pt x="5703644" y="496173"/>
                  </a:lnTo>
                  <a:lnTo>
                    <a:pt x="5705119" y="496016"/>
                  </a:lnTo>
                  <a:lnTo>
                    <a:pt x="5706593" y="495902"/>
                  </a:lnTo>
                  <a:lnTo>
                    <a:pt x="5708067" y="495720"/>
                  </a:lnTo>
                  <a:lnTo>
                    <a:pt x="5709541" y="495538"/>
                  </a:lnTo>
                  <a:lnTo>
                    <a:pt x="5711016" y="495340"/>
                  </a:lnTo>
                  <a:lnTo>
                    <a:pt x="5712490" y="495086"/>
                  </a:lnTo>
                  <a:lnTo>
                    <a:pt x="5713964" y="494831"/>
                  </a:lnTo>
                  <a:lnTo>
                    <a:pt x="5715438" y="494633"/>
                  </a:lnTo>
                  <a:lnTo>
                    <a:pt x="5716913" y="494434"/>
                  </a:lnTo>
                  <a:lnTo>
                    <a:pt x="5718387" y="494236"/>
                  </a:lnTo>
                  <a:lnTo>
                    <a:pt x="5719861" y="494095"/>
                  </a:lnTo>
                  <a:lnTo>
                    <a:pt x="5721335" y="494023"/>
                  </a:lnTo>
                  <a:lnTo>
                    <a:pt x="5722810" y="494023"/>
                  </a:lnTo>
                  <a:lnTo>
                    <a:pt x="5724284" y="494095"/>
                  </a:lnTo>
                  <a:lnTo>
                    <a:pt x="5725758" y="494341"/>
                  </a:lnTo>
                  <a:lnTo>
                    <a:pt x="5727232" y="494700"/>
                  </a:lnTo>
                  <a:lnTo>
                    <a:pt x="5728707" y="494954"/>
                  </a:lnTo>
                  <a:lnTo>
                    <a:pt x="5730181" y="495252"/>
                  </a:lnTo>
                  <a:lnTo>
                    <a:pt x="5731655" y="495655"/>
                  </a:lnTo>
                  <a:lnTo>
                    <a:pt x="5733129" y="496125"/>
                  </a:lnTo>
                  <a:lnTo>
                    <a:pt x="5734604" y="496595"/>
                  </a:lnTo>
                  <a:lnTo>
                    <a:pt x="5736078" y="497064"/>
                  </a:lnTo>
                  <a:lnTo>
                    <a:pt x="5737552" y="497429"/>
                  </a:lnTo>
                  <a:lnTo>
                    <a:pt x="5739026" y="497793"/>
                  </a:lnTo>
                  <a:lnTo>
                    <a:pt x="5740501" y="498196"/>
                  </a:lnTo>
                  <a:lnTo>
                    <a:pt x="5741975" y="498600"/>
                  </a:lnTo>
                  <a:lnTo>
                    <a:pt x="5743449" y="498898"/>
                  </a:lnTo>
                  <a:lnTo>
                    <a:pt x="5744923" y="499257"/>
                  </a:lnTo>
                  <a:lnTo>
                    <a:pt x="5746397" y="499511"/>
                  </a:lnTo>
                  <a:lnTo>
                    <a:pt x="5747872" y="499693"/>
                  </a:lnTo>
                  <a:lnTo>
                    <a:pt x="5749346" y="499891"/>
                  </a:lnTo>
                  <a:lnTo>
                    <a:pt x="5750820" y="500090"/>
                  </a:lnTo>
                  <a:lnTo>
                    <a:pt x="5752294" y="500288"/>
                  </a:lnTo>
                  <a:lnTo>
                    <a:pt x="5753769" y="500414"/>
                  </a:lnTo>
                  <a:lnTo>
                    <a:pt x="5755243" y="500613"/>
                  </a:lnTo>
                  <a:lnTo>
                    <a:pt x="5756717" y="500811"/>
                  </a:lnTo>
                  <a:lnTo>
                    <a:pt x="5758191" y="501010"/>
                  </a:lnTo>
                  <a:lnTo>
                    <a:pt x="5759666" y="501313"/>
                  </a:lnTo>
                  <a:lnTo>
                    <a:pt x="5761140" y="501617"/>
                  </a:lnTo>
                  <a:lnTo>
                    <a:pt x="5762614" y="500494"/>
                  </a:lnTo>
                  <a:lnTo>
                    <a:pt x="5764088" y="498968"/>
                  </a:lnTo>
                  <a:lnTo>
                    <a:pt x="5765563" y="496623"/>
                  </a:lnTo>
                  <a:lnTo>
                    <a:pt x="5767037" y="492376"/>
                  </a:lnTo>
                  <a:lnTo>
                    <a:pt x="5768511" y="487366"/>
                  </a:lnTo>
                  <a:lnTo>
                    <a:pt x="5769985" y="482068"/>
                  </a:lnTo>
                  <a:lnTo>
                    <a:pt x="5771460" y="476707"/>
                  </a:lnTo>
                  <a:lnTo>
                    <a:pt x="5772934" y="471347"/>
                  </a:lnTo>
                  <a:lnTo>
                    <a:pt x="5774408" y="465988"/>
                  </a:lnTo>
                  <a:lnTo>
                    <a:pt x="5775882" y="460627"/>
                  </a:lnTo>
                  <a:lnTo>
                    <a:pt x="5777357" y="455127"/>
                  </a:lnTo>
                  <a:lnTo>
                    <a:pt x="5778831" y="449626"/>
                  </a:lnTo>
                  <a:lnTo>
                    <a:pt x="5780305" y="444126"/>
                  </a:lnTo>
                  <a:lnTo>
                    <a:pt x="5781779" y="438523"/>
                  </a:lnTo>
                  <a:lnTo>
                    <a:pt x="5783254" y="432979"/>
                  </a:lnTo>
                  <a:lnTo>
                    <a:pt x="5784728" y="428298"/>
                  </a:lnTo>
                  <a:lnTo>
                    <a:pt x="5786202" y="423865"/>
                  </a:lnTo>
                  <a:lnTo>
                    <a:pt x="5787676" y="420189"/>
                  </a:lnTo>
                  <a:lnTo>
                    <a:pt x="5789151" y="418517"/>
                  </a:lnTo>
                  <a:lnTo>
                    <a:pt x="5790625" y="417888"/>
                  </a:lnTo>
                  <a:lnTo>
                    <a:pt x="5792099" y="417833"/>
                  </a:lnTo>
                  <a:lnTo>
                    <a:pt x="5793573" y="417777"/>
                  </a:lnTo>
                  <a:lnTo>
                    <a:pt x="5795048" y="417664"/>
                  </a:lnTo>
                  <a:lnTo>
                    <a:pt x="5796522" y="417482"/>
                  </a:lnTo>
                  <a:lnTo>
                    <a:pt x="5797996" y="417300"/>
                  </a:lnTo>
                  <a:lnTo>
                    <a:pt x="5799470" y="417045"/>
                  </a:lnTo>
                  <a:lnTo>
                    <a:pt x="5800945" y="416742"/>
                  </a:lnTo>
                  <a:lnTo>
                    <a:pt x="5802419" y="416439"/>
                  </a:lnTo>
                  <a:lnTo>
                    <a:pt x="5803893" y="416240"/>
                  </a:lnTo>
                  <a:lnTo>
                    <a:pt x="5805367" y="415986"/>
                  </a:lnTo>
                  <a:lnTo>
                    <a:pt x="5806842" y="415627"/>
                  </a:lnTo>
                  <a:lnTo>
                    <a:pt x="5808316" y="415268"/>
                  </a:lnTo>
                  <a:lnTo>
                    <a:pt x="5809790" y="414865"/>
                  </a:lnTo>
                  <a:lnTo>
                    <a:pt x="5811264" y="414461"/>
                  </a:lnTo>
                  <a:lnTo>
                    <a:pt x="5812739" y="414163"/>
                  </a:lnTo>
                  <a:lnTo>
                    <a:pt x="5814213" y="413865"/>
                  </a:lnTo>
                  <a:lnTo>
                    <a:pt x="5815687" y="413462"/>
                  </a:lnTo>
                  <a:lnTo>
                    <a:pt x="5817161" y="413059"/>
                  </a:lnTo>
                  <a:lnTo>
                    <a:pt x="5818636" y="412761"/>
                  </a:lnTo>
                  <a:lnTo>
                    <a:pt x="5820110" y="412358"/>
                  </a:lnTo>
                  <a:lnTo>
                    <a:pt x="5821584" y="412060"/>
                  </a:lnTo>
                  <a:lnTo>
                    <a:pt x="5823058" y="411768"/>
                  </a:lnTo>
                  <a:lnTo>
                    <a:pt x="5824533" y="411403"/>
                  </a:lnTo>
                  <a:lnTo>
                    <a:pt x="5826007" y="411038"/>
                  </a:lnTo>
                  <a:lnTo>
                    <a:pt x="5827481" y="410674"/>
                  </a:lnTo>
                  <a:lnTo>
                    <a:pt x="5828955" y="410381"/>
                  </a:lnTo>
                  <a:lnTo>
                    <a:pt x="5830430" y="410017"/>
                  </a:lnTo>
                  <a:lnTo>
                    <a:pt x="5831904" y="409652"/>
                  </a:lnTo>
                  <a:lnTo>
                    <a:pt x="5833378" y="409288"/>
                  </a:lnTo>
                  <a:lnTo>
                    <a:pt x="5834852" y="408818"/>
                  </a:lnTo>
                  <a:lnTo>
                    <a:pt x="5836327" y="408348"/>
                  </a:lnTo>
                  <a:lnTo>
                    <a:pt x="5837801" y="409360"/>
                  </a:lnTo>
                  <a:lnTo>
                    <a:pt x="5839275" y="410775"/>
                  </a:lnTo>
                  <a:lnTo>
                    <a:pt x="5840749" y="412955"/>
                  </a:lnTo>
                  <a:lnTo>
                    <a:pt x="5842224" y="417092"/>
                  </a:lnTo>
                  <a:lnTo>
                    <a:pt x="5843698" y="421991"/>
                  </a:lnTo>
                  <a:lnTo>
                    <a:pt x="5845172" y="427179"/>
                  </a:lnTo>
                  <a:lnTo>
                    <a:pt x="5846646" y="432473"/>
                  </a:lnTo>
                  <a:lnTo>
                    <a:pt x="5848121" y="437766"/>
                  </a:lnTo>
                  <a:lnTo>
                    <a:pt x="5849595" y="443059"/>
                  </a:lnTo>
                  <a:lnTo>
                    <a:pt x="5851069" y="448353"/>
                  </a:lnTo>
                  <a:lnTo>
                    <a:pt x="5852543" y="453787"/>
                  </a:lnTo>
                  <a:lnTo>
                    <a:pt x="5854018" y="459221"/>
                  </a:lnTo>
                  <a:lnTo>
                    <a:pt x="5855492" y="464655"/>
                  </a:lnTo>
                  <a:lnTo>
                    <a:pt x="5856966" y="470147"/>
                  </a:lnTo>
                  <a:lnTo>
                    <a:pt x="5858440" y="475581"/>
                  </a:lnTo>
                  <a:lnTo>
                    <a:pt x="5859915" y="480151"/>
                  </a:lnTo>
                  <a:lnTo>
                    <a:pt x="5861389" y="484418"/>
                  </a:lnTo>
                  <a:lnTo>
                    <a:pt x="5862863" y="487984"/>
                  </a:lnTo>
                  <a:lnTo>
                    <a:pt x="5864337" y="489546"/>
                  </a:lnTo>
                  <a:lnTo>
                    <a:pt x="5865812" y="490008"/>
                  </a:lnTo>
                  <a:lnTo>
                    <a:pt x="5867286" y="489898"/>
                  </a:lnTo>
                  <a:lnTo>
                    <a:pt x="5868760" y="489787"/>
                  </a:lnTo>
                  <a:lnTo>
                    <a:pt x="5870234" y="489677"/>
                  </a:lnTo>
                  <a:lnTo>
                    <a:pt x="5871709" y="489567"/>
                  </a:lnTo>
                  <a:lnTo>
                    <a:pt x="5873183" y="489456"/>
                  </a:lnTo>
                  <a:lnTo>
                    <a:pt x="5874657" y="489346"/>
                  </a:lnTo>
                  <a:lnTo>
                    <a:pt x="5876131" y="489180"/>
                  </a:lnTo>
                  <a:lnTo>
                    <a:pt x="5877606" y="489014"/>
                  </a:lnTo>
                  <a:lnTo>
                    <a:pt x="5879080" y="488914"/>
                  </a:lnTo>
                  <a:lnTo>
                    <a:pt x="5880554" y="488870"/>
                  </a:lnTo>
                  <a:lnTo>
                    <a:pt x="5882028" y="488827"/>
                  </a:lnTo>
                  <a:lnTo>
                    <a:pt x="5883503" y="488783"/>
                  </a:lnTo>
                  <a:lnTo>
                    <a:pt x="5884977" y="488783"/>
                  </a:lnTo>
                  <a:lnTo>
                    <a:pt x="5886451" y="488783"/>
                  </a:lnTo>
                  <a:lnTo>
                    <a:pt x="5887925" y="488783"/>
                  </a:lnTo>
                  <a:lnTo>
                    <a:pt x="5889400" y="488783"/>
                  </a:lnTo>
                  <a:lnTo>
                    <a:pt x="5890874" y="488783"/>
                  </a:lnTo>
                  <a:lnTo>
                    <a:pt x="5892348" y="488783"/>
                  </a:lnTo>
                  <a:lnTo>
                    <a:pt x="5893822" y="488783"/>
                  </a:lnTo>
                  <a:lnTo>
                    <a:pt x="5895297" y="488783"/>
                  </a:lnTo>
                  <a:lnTo>
                    <a:pt x="5896771" y="488783"/>
                  </a:lnTo>
                  <a:lnTo>
                    <a:pt x="5898245" y="488849"/>
                  </a:lnTo>
                  <a:lnTo>
                    <a:pt x="5899719" y="488916"/>
                  </a:lnTo>
                  <a:lnTo>
                    <a:pt x="5901194" y="488916"/>
                  </a:lnTo>
                  <a:lnTo>
                    <a:pt x="5902668" y="488916"/>
                  </a:lnTo>
                  <a:lnTo>
                    <a:pt x="5904142" y="488916"/>
                  </a:lnTo>
                  <a:lnTo>
                    <a:pt x="5905616" y="488916"/>
                  </a:lnTo>
                  <a:lnTo>
                    <a:pt x="5907091" y="488916"/>
                  </a:lnTo>
                  <a:lnTo>
                    <a:pt x="5908565" y="488916"/>
                  </a:lnTo>
                  <a:lnTo>
                    <a:pt x="5910039" y="488916"/>
                  </a:lnTo>
                  <a:lnTo>
                    <a:pt x="5911513" y="488916"/>
                  </a:lnTo>
                  <a:lnTo>
                    <a:pt x="5912988" y="488916"/>
                  </a:lnTo>
                  <a:lnTo>
                    <a:pt x="5914462" y="488916"/>
                  </a:lnTo>
                  <a:lnTo>
                    <a:pt x="5915936" y="488916"/>
                  </a:lnTo>
                  <a:lnTo>
                    <a:pt x="5917410" y="488916"/>
                  </a:lnTo>
                  <a:lnTo>
                    <a:pt x="5918885" y="488916"/>
                  </a:lnTo>
                  <a:lnTo>
                    <a:pt x="5920359" y="488916"/>
                  </a:lnTo>
                  <a:lnTo>
                    <a:pt x="5921833" y="488916"/>
                  </a:lnTo>
                  <a:lnTo>
                    <a:pt x="5923307" y="488915"/>
                  </a:lnTo>
                  <a:lnTo>
                    <a:pt x="5924782" y="488915"/>
                  </a:lnTo>
                  <a:lnTo>
                    <a:pt x="5926256" y="488915"/>
                  </a:lnTo>
                  <a:lnTo>
                    <a:pt x="5927730" y="488915"/>
                  </a:lnTo>
                  <a:lnTo>
                    <a:pt x="5929204" y="488915"/>
                  </a:lnTo>
                  <a:lnTo>
                    <a:pt x="5930679" y="488915"/>
                  </a:lnTo>
                  <a:lnTo>
                    <a:pt x="5932153" y="488915"/>
                  </a:lnTo>
                  <a:lnTo>
                    <a:pt x="5933627" y="488915"/>
                  </a:lnTo>
                  <a:lnTo>
                    <a:pt x="5935101" y="488915"/>
                  </a:lnTo>
                  <a:lnTo>
                    <a:pt x="5936576" y="488915"/>
                  </a:lnTo>
                  <a:lnTo>
                    <a:pt x="5938050" y="488915"/>
                  </a:lnTo>
                  <a:lnTo>
                    <a:pt x="5939524" y="488915"/>
                  </a:lnTo>
                  <a:lnTo>
                    <a:pt x="5940998" y="488915"/>
                  </a:lnTo>
                  <a:lnTo>
                    <a:pt x="5942472" y="488915"/>
                  </a:lnTo>
                  <a:lnTo>
                    <a:pt x="5943947" y="488915"/>
                  </a:lnTo>
                  <a:lnTo>
                    <a:pt x="5945421" y="488915"/>
                  </a:lnTo>
                  <a:lnTo>
                    <a:pt x="5946895" y="488915"/>
                  </a:lnTo>
                  <a:lnTo>
                    <a:pt x="5948369" y="488915"/>
                  </a:lnTo>
                  <a:lnTo>
                    <a:pt x="5949844" y="488915"/>
                  </a:lnTo>
                  <a:lnTo>
                    <a:pt x="5951318" y="488916"/>
                  </a:lnTo>
                  <a:lnTo>
                    <a:pt x="5952792" y="488916"/>
                  </a:lnTo>
                  <a:lnTo>
                    <a:pt x="5954266" y="488849"/>
                  </a:lnTo>
                  <a:lnTo>
                    <a:pt x="5955741" y="488783"/>
                  </a:lnTo>
                  <a:lnTo>
                    <a:pt x="5957215" y="488716"/>
                  </a:lnTo>
                  <a:lnTo>
                    <a:pt x="5958689" y="488650"/>
                  </a:lnTo>
                  <a:lnTo>
                    <a:pt x="5960163" y="488583"/>
                  </a:lnTo>
                  <a:lnTo>
                    <a:pt x="5961638" y="488516"/>
                  </a:lnTo>
                  <a:lnTo>
                    <a:pt x="5963112" y="488450"/>
                  </a:lnTo>
                  <a:lnTo>
                    <a:pt x="5964586" y="488383"/>
                  </a:lnTo>
                  <a:lnTo>
                    <a:pt x="5966060" y="488317"/>
                  </a:lnTo>
                  <a:lnTo>
                    <a:pt x="5967535" y="488250"/>
                  </a:lnTo>
                  <a:lnTo>
                    <a:pt x="5969009" y="488184"/>
                  </a:lnTo>
                  <a:lnTo>
                    <a:pt x="5970483" y="488117"/>
                  </a:lnTo>
                  <a:lnTo>
                    <a:pt x="5971957" y="488051"/>
                  </a:lnTo>
                  <a:lnTo>
                    <a:pt x="5973432" y="487984"/>
                  </a:lnTo>
                  <a:lnTo>
                    <a:pt x="5974906" y="487918"/>
                  </a:lnTo>
                  <a:lnTo>
                    <a:pt x="5976380" y="487918"/>
                  </a:lnTo>
                  <a:lnTo>
                    <a:pt x="5977854" y="487918"/>
                  </a:lnTo>
                  <a:lnTo>
                    <a:pt x="5979329" y="487918"/>
                  </a:lnTo>
                  <a:lnTo>
                    <a:pt x="5980803" y="487918"/>
                  </a:lnTo>
                  <a:lnTo>
                    <a:pt x="5982277" y="487918"/>
                  </a:lnTo>
                  <a:lnTo>
                    <a:pt x="5983751" y="487918"/>
                  </a:lnTo>
                  <a:lnTo>
                    <a:pt x="5985226" y="487918"/>
                  </a:lnTo>
                  <a:lnTo>
                    <a:pt x="5986700" y="487918"/>
                  </a:lnTo>
                  <a:lnTo>
                    <a:pt x="5988174" y="487918"/>
                  </a:lnTo>
                  <a:lnTo>
                    <a:pt x="5989648" y="487918"/>
                  </a:lnTo>
                  <a:lnTo>
                    <a:pt x="5991123" y="487918"/>
                  </a:lnTo>
                  <a:lnTo>
                    <a:pt x="5992597" y="487918"/>
                  </a:lnTo>
                  <a:lnTo>
                    <a:pt x="5994071" y="487918"/>
                  </a:lnTo>
                  <a:lnTo>
                    <a:pt x="5995545" y="487918"/>
                  </a:lnTo>
                  <a:lnTo>
                    <a:pt x="5997020" y="487918"/>
                  </a:lnTo>
                  <a:lnTo>
                    <a:pt x="5998494" y="487918"/>
                  </a:lnTo>
                  <a:lnTo>
                    <a:pt x="5999968" y="487918"/>
                  </a:lnTo>
                  <a:lnTo>
                    <a:pt x="6001442" y="487918"/>
                  </a:lnTo>
                  <a:lnTo>
                    <a:pt x="6002917" y="487918"/>
                  </a:lnTo>
                  <a:lnTo>
                    <a:pt x="6004391" y="487918"/>
                  </a:lnTo>
                  <a:lnTo>
                    <a:pt x="6005865" y="487918"/>
                  </a:lnTo>
                  <a:lnTo>
                    <a:pt x="6007339" y="487918"/>
                  </a:lnTo>
                  <a:lnTo>
                    <a:pt x="6008814" y="487918"/>
                  </a:lnTo>
                  <a:lnTo>
                    <a:pt x="6010288" y="487918"/>
                  </a:lnTo>
                  <a:lnTo>
                    <a:pt x="6011762" y="487918"/>
                  </a:lnTo>
                  <a:lnTo>
                    <a:pt x="6013236" y="487918"/>
                  </a:lnTo>
                  <a:lnTo>
                    <a:pt x="6014711" y="487984"/>
                  </a:lnTo>
                  <a:lnTo>
                    <a:pt x="6016185" y="488095"/>
                  </a:lnTo>
                  <a:lnTo>
                    <a:pt x="6017659" y="488261"/>
                  </a:lnTo>
                  <a:lnTo>
                    <a:pt x="6019133" y="488427"/>
                  </a:lnTo>
                  <a:lnTo>
                    <a:pt x="6020608" y="488593"/>
                  </a:lnTo>
                  <a:lnTo>
                    <a:pt x="6022082" y="488759"/>
                  </a:lnTo>
                  <a:lnTo>
                    <a:pt x="6023556" y="488925"/>
                  </a:lnTo>
                  <a:lnTo>
                    <a:pt x="6025030" y="489091"/>
                  </a:lnTo>
                  <a:lnTo>
                    <a:pt x="6026505" y="489316"/>
                  </a:lnTo>
                  <a:lnTo>
                    <a:pt x="6027979" y="489540"/>
                  </a:lnTo>
                  <a:lnTo>
                    <a:pt x="6029453" y="489764"/>
                  </a:lnTo>
                  <a:lnTo>
                    <a:pt x="6030927" y="489988"/>
                  </a:lnTo>
                  <a:lnTo>
                    <a:pt x="6032402" y="490212"/>
                  </a:lnTo>
                  <a:lnTo>
                    <a:pt x="6033876" y="490436"/>
                  </a:lnTo>
                  <a:lnTo>
                    <a:pt x="6035350" y="490729"/>
                  </a:lnTo>
                  <a:lnTo>
                    <a:pt x="6036824" y="490953"/>
                  </a:lnTo>
                  <a:lnTo>
                    <a:pt x="6038299" y="491119"/>
                  </a:lnTo>
                  <a:lnTo>
                    <a:pt x="6039773" y="491229"/>
                  </a:lnTo>
                  <a:lnTo>
                    <a:pt x="6041247" y="491340"/>
                  </a:lnTo>
                  <a:lnTo>
                    <a:pt x="6042721" y="491506"/>
                  </a:lnTo>
                  <a:lnTo>
                    <a:pt x="6044196" y="491798"/>
                  </a:lnTo>
                  <a:lnTo>
                    <a:pt x="6045670" y="492163"/>
                  </a:lnTo>
                  <a:lnTo>
                    <a:pt x="6047144" y="492632"/>
                  </a:lnTo>
                  <a:lnTo>
                    <a:pt x="6048618" y="493102"/>
                  </a:lnTo>
                  <a:lnTo>
                    <a:pt x="6050093" y="493715"/>
                  </a:lnTo>
                  <a:lnTo>
                    <a:pt x="6051567" y="494328"/>
                  </a:lnTo>
                  <a:lnTo>
                    <a:pt x="6053041" y="495085"/>
                  </a:lnTo>
                  <a:lnTo>
                    <a:pt x="6054515" y="495842"/>
                  </a:lnTo>
                  <a:lnTo>
                    <a:pt x="6055990" y="496727"/>
                  </a:lnTo>
                  <a:lnTo>
                    <a:pt x="6057464" y="497484"/>
                  </a:lnTo>
                  <a:lnTo>
                    <a:pt x="6058938" y="498241"/>
                  </a:lnTo>
                  <a:lnTo>
                    <a:pt x="6060412" y="499127"/>
                  </a:lnTo>
                  <a:lnTo>
                    <a:pt x="6061887" y="500012"/>
                  </a:lnTo>
                  <a:lnTo>
                    <a:pt x="6063361" y="500897"/>
                  </a:lnTo>
                  <a:lnTo>
                    <a:pt x="6064835" y="501782"/>
                  </a:lnTo>
                  <a:lnTo>
                    <a:pt x="6066309" y="502539"/>
                  </a:lnTo>
                  <a:lnTo>
                    <a:pt x="6067784" y="503297"/>
                  </a:lnTo>
                  <a:lnTo>
                    <a:pt x="6069258" y="504054"/>
                  </a:lnTo>
                  <a:lnTo>
                    <a:pt x="6070732" y="504811"/>
                  </a:lnTo>
                  <a:lnTo>
                    <a:pt x="6072206" y="505424"/>
                  </a:lnTo>
                  <a:lnTo>
                    <a:pt x="6073681" y="506037"/>
                  </a:lnTo>
                  <a:lnTo>
                    <a:pt x="6075155" y="506506"/>
                  </a:lnTo>
                  <a:lnTo>
                    <a:pt x="6076629" y="506976"/>
                  </a:lnTo>
                  <a:lnTo>
                    <a:pt x="6078103" y="507445"/>
                  </a:lnTo>
                  <a:lnTo>
                    <a:pt x="6079578" y="507915"/>
                  </a:lnTo>
                  <a:lnTo>
                    <a:pt x="6081052" y="508385"/>
                  </a:lnTo>
                  <a:lnTo>
                    <a:pt x="6082526" y="508749"/>
                  </a:lnTo>
                  <a:lnTo>
                    <a:pt x="6084000" y="509114"/>
                  </a:lnTo>
                  <a:lnTo>
                    <a:pt x="6085475" y="509871"/>
                  </a:lnTo>
                  <a:lnTo>
                    <a:pt x="6086949" y="510756"/>
                  </a:lnTo>
                  <a:lnTo>
                    <a:pt x="6088423" y="511641"/>
                  </a:lnTo>
                  <a:lnTo>
                    <a:pt x="6089897" y="512460"/>
                  </a:lnTo>
                  <a:lnTo>
                    <a:pt x="6091372" y="513422"/>
                  </a:lnTo>
                  <a:lnTo>
                    <a:pt x="6092846" y="514546"/>
                  </a:lnTo>
                  <a:lnTo>
                    <a:pt x="6094320" y="515670"/>
                  </a:lnTo>
                  <a:lnTo>
                    <a:pt x="6095794" y="516795"/>
                  </a:lnTo>
                  <a:lnTo>
                    <a:pt x="6097269" y="517919"/>
                  </a:lnTo>
                  <a:lnTo>
                    <a:pt x="6098743" y="519043"/>
                  </a:lnTo>
                  <a:lnTo>
                    <a:pt x="6100217" y="520168"/>
                  </a:lnTo>
                  <a:lnTo>
                    <a:pt x="6101691" y="521234"/>
                  </a:lnTo>
                  <a:lnTo>
                    <a:pt x="6103166" y="522300"/>
                  </a:lnTo>
                  <a:lnTo>
                    <a:pt x="6104640" y="523582"/>
                  </a:lnTo>
                  <a:lnTo>
                    <a:pt x="6106114" y="524863"/>
                  </a:lnTo>
                  <a:lnTo>
                    <a:pt x="6107588" y="525929"/>
                  </a:lnTo>
                  <a:lnTo>
                    <a:pt x="6109063" y="526778"/>
                  </a:lnTo>
                  <a:lnTo>
                    <a:pt x="6110537" y="527558"/>
                  </a:lnTo>
                  <a:lnTo>
                    <a:pt x="6112011" y="528406"/>
                  </a:lnTo>
                  <a:lnTo>
                    <a:pt x="6113485" y="528853"/>
                  </a:lnTo>
                  <a:lnTo>
                    <a:pt x="6114960" y="529107"/>
                  </a:lnTo>
                  <a:lnTo>
                    <a:pt x="6116434" y="529361"/>
                  </a:lnTo>
                  <a:lnTo>
                    <a:pt x="6117908" y="529665"/>
                  </a:lnTo>
                  <a:lnTo>
                    <a:pt x="6119382" y="529842"/>
                  </a:lnTo>
                  <a:lnTo>
                    <a:pt x="6120857" y="529947"/>
                  </a:lnTo>
                  <a:lnTo>
                    <a:pt x="6122331" y="529947"/>
                  </a:lnTo>
                  <a:lnTo>
                    <a:pt x="6123805" y="530090"/>
                  </a:lnTo>
                  <a:lnTo>
                    <a:pt x="6125279" y="529947"/>
                  </a:lnTo>
                  <a:lnTo>
                    <a:pt x="6126754" y="529558"/>
                  </a:lnTo>
                  <a:lnTo>
                    <a:pt x="6128228" y="528967"/>
                  </a:lnTo>
                  <a:lnTo>
                    <a:pt x="6129702" y="528376"/>
                  </a:lnTo>
                  <a:lnTo>
                    <a:pt x="6131176" y="527657"/>
                  </a:lnTo>
                  <a:lnTo>
                    <a:pt x="6132651" y="527066"/>
                  </a:lnTo>
                  <a:lnTo>
                    <a:pt x="6134125" y="526475"/>
                  </a:lnTo>
                  <a:lnTo>
                    <a:pt x="6135599" y="525756"/>
                  </a:lnTo>
                  <a:lnTo>
                    <a:pt x="6137073" y="525036"/>
                  </a:lnTo>
                  <a:lnTo>
                    <a:pt x="6138547" y="524317"/>
                  </a:lnTo>
                  <a:lnTo>
                    <a:pt x="6140022" y="523543"/>
                  </a:lnTo>
                  <a:lnTo>
                    <a:pt x="6141496" y="521348"/>
                  </a:lnTo>
                  <a:lnTo>
                    <a:pt x="6142970" y="518994"/>
                  </a:lnTo>
                  <a:lnTo>
                    <a:pt x="6144444" y="515300"/>
                  </a:lnTo>
                  <a:lnTo>
                    <a:pt x="6145919" y="511422"/>
                  </a:lnTo>
                  <a:lnTo>
                    <a:pt x="6147393" y="507690"/>
                  </a:lnTo>
                  <a:lnTo>
                    <a:pt x="6148867" y="503957"/>
                  </a:lnTo>
                  <a:lnTo>
                    <a:pt x="6150341" y="500368"/>
                  </a:lnTo>
                  <a:lnTo>
                    <a:pt x="6151816" y="496778"/>
                  </a:lnTo>
                  <a:lnTo>
                    <a:pt x="6153290" y="493189"/>
                  </a:lnTo>
                  <a:lnTo>
                    <a:pt x="6154764" y="489599"/>
                  </a:lnTo>
                  <a:lnTo>
                    <a:pt x="6156238" y="486009"/>
                  </a:lnTo>
                  <a:lnTo>
                    <a:pt x="6157713" y="482525"/>
                  </a:lnTo>
                  <a:lnTo>
                    <a:pt x="6159187" y="479040"/>
                  </a:lnTo>
                  <a:lnTo>
                    <a:pt x="6160661" y="475163"/>
                  </a:lnTo>
                  <a:lnTo>
                    <a:pt x="6162135" y="471091"/>
                  </a:lnTo>
                  <a:lnTo>
                    <a:pt x="6163610" y="468342"/>
                  </a:lnTo>
                  <a:lnTo>
                    <a:pt x="6165084" y="465749"/>
                  </a:lnTo>
                  <a:lnTo>
                    <a:pt x="6166558" y="464560"/>
                  </a:lnTo>
                  <a:lnTo>
                    <a:pt x="6168032" y="463336"/>
                  </a:lnTo>
                  <a:lnTo>
                    <a:pt x="6169507" y="462112"/>
                  </a:lnTo>
                  <a:lnTo>
                    <a:pt x="6170981" y="460888"/>
                  </a:lnTo>
                  <a:lnTo>
                    <a:pt x="6172455" y="459665"/>
                  </a:lnTo>
                  <a:lnTo>
                    <a:pt x="6173929" y="458441"/>
                  </a:lnTo>
                  <a:lnTo>
                    <a:pt x="6175404" y="457217"/>
                  </a:lnTo>
                  <a:lnTo>
                    <a:pt x="6176878" y="455993"/>
                  </a:lnTo>
                  <a:lnTo>
                    <a:pt x="6178352" y="454770"/>
                  </a:lnTo>
                  <a:lnTo>
                    <a:pt x="6179826" y="453330"/>
                  </a:lnTo>
                  <a:lnTo>
                    <a:pt x="6181301" y="451935"/>
                  </a:lnTo>
                  <a:lnTo>
                    <a:pt x="6182775" y="450811"/>
                  </a:lnTo>
                  <a:lnTo>
                    <a:pt x="6184249" y="449905"/>
                  </a:lnTo>
                  <a:lnTo>
                    <a:pt x="6185723" y="448998"/>
                  </a:lnTo>
                  <a:lnTo>
                    <a:pt x="6187198" y="448092"/>
                  </a:lnTo>
                  <a:lnTo>
                    <a:pt x="6188672" y="447589"/>
                  </a:lnTo>
                  <a:lnTo>
                    <a:pt x="6190146" y="447335"/>
                  </a:lnTo>
                  <a:lnTo>
                    <a:pt x="6191620" y="447081"/>
                  </a:lnTo>
                  <a:lnTo>
                    <a:pt x="6193095" y="446778"/>
                  </a:lnTo>
                  <a:lnTo>
                    <a:pt x="6194569" y="446475"/>
                  </a:lnTo>
                  <a:lnTo>
                    <a:pt x="6196043" y="446229"/>
                  </a:lnTo>
                  <a:lnTo>
                    <a:pt x="6197517" y="445984"/>
                  </a:lnTo>
                  <a:lnTo>
                    <a:pt x="6198992" y="445840"/>
                  </a:lnTo>
                  <a:lnTo>
                    <a:pt x="6200466" y="445840"/>
                  </a:lnTo>
                  <a:lnTo>
                    <a:pt x="6201940" y="446229"/>
                  </a:lnTo>
                  <a:lnTo>
                    <a:pt x="6203414" y="446533"/>
                  </a:lnTo>
                  <a:lnTo>
                    <a:pt x="6204889" y="446836"/>
                  </a:lnTo>
                  <a:lnTo>
                    <a:pt x="6206363" y="447140"/>
                  </a:lnTo>
                  <a:lnTo>
                    <a:pt x="6207837" y="447443"/>
                  </a:lnTo>
                  <a:lnTo>
                    <a:pt x="6209311" y="447747"/>
                  </a:lnTo>
                  <a:lnTo>
                    <a:pt x="6210786" y="448050"/>
                  </a:lnTo>
                  <a:lnTo>
                    <a:pt x="6212260" y="448354"/>
                  </a:lnTo>
                  <a:lnTo>
                    <a:pt x="6213734" y="448800"/>
                  </a:lnTo>
                  <a:lnTo>
                    <a:pt x="6215208" y="449160"/>
                  </a:lnTo>
                  <a:lnTo>
                    <a:pt x="6216683" y="451067"/>
                  </a:lnTo>
                  <a:lnTo>
                    <a:pt x="6218157" y="453133"/>
                  </a:lnTo>
                  <a:lnTo>
                    <a:pt x="6219631" y="456540"/>
                  </a:lnTo>
                  <a:lnTo>
                    <a:pt x="6221105" y="459884"/>
                  </a:lnTo>
                  <a:lnTo>
                    <a:pt x="6222580" y="463228"/>
                  </a:lnTo>
                  <a:lnTo>
                    <a:pt x="6224054" y="466458"/>
                  </a:lnTo>
                  <a:lnTo>
                    <a:pt x="6225528" y="469688"/>
                  </a:lnTo>
                  <a:lnTo>
                    <a:pt x="6227002" y="472919"/>
                  </a:lnTo>
                  <a:lnTo>
                    <a:pt x="6228477" y="476105"/>
                  </a:lnTo>
                  <a:lnTo>
                    <a:pt x="6229951" y="479336"/>
                  </a:lnTo>
                  <a:lnTo>
                    <a:pt x="6231425" y="482566"/>
                  </a:lnTo>
                  <a:lnTo>
                    <a:pt x="6232899" y="485796"/>
                  </a:lnTo>
                  <a:lnTo>
                    <a:pt x="6234374" y="489027"/>
                  </a:lnTo>
                  <a:lnTo>
                    <a:pt x="6235848" y="492213"/>
                  </a:lnTo>
                  <a:lnTo>
                    <a:pt x="6237322" y="495466"/>
                  </a:lnTo>
                  <a:lnTo>
                    <a:pt x="6238796" y="497397"/>
                  </a:lnTo>
                  <a:lnTo>
                    <a:pt x="6240271" y="499171"/>
                  </a:lnTo>
                  <a:lnTo>
                    <a:pt x="6241745" y="499354"/>
                  </a:lnTo>
                  <a:lnTo>
                    <a:pt x="6243219" y="499354"/>
                  </a:lnTo>
                  <a:lnTo>
                    <a:pt x="6244693" y="499354"/>
                  </a:lnTo>
                  <a:lnTo>
                    <a:pt x="6246168" y="499354"/>
                  </a:lnTo>
                  <a:lnTo>
                    <a:pt x="6247642" y="499354"/>
                  </a:lnTo>
                  <a:lnTo>
                    <a:pt x="6249116" y="499354"/>
                  </a:lnTo>
                  <a:lnTo>
                    <a:pt x="6250590" y="499354"/>
                  </a:lnTo>
                  <a:lnTo>
                    <a:pt x="6252065" y="499354"/>
                  </a:lnTo>
                  <a:lnTo>
                    <a:pt x="6253539" y="499354"/>
                  </a:lnTo>
                  <a:lnTo>
                    <a:pt x="6255013" y="499354"/>
                  </a:lnTo>
                  <a:lnTo>
                    <a:pt x="6256487" y="499310"/>
                  </a:lnTo>
                  <a:lnTo>
                    <a:pt x="6257962" y="499210"/>
                  </a:lnTo>
                  <a:lnTo>
                    <a:pt x="6259436" y="499111"/>
                  </a:lnTo>
                  <a:lnTo>
                    <a:pt x="6260910" y="499011"/>
                  </a:lnTo>
                  <a:lnTo>
                    <a:pt x="6262384" y="497525"/>
                  </a:lnTo>
                  <a:lnTo>
                    <a:pt x="6263859" y="495818"/>
                  </a:lnTo>
                  <a:lnTo>
                    <a:pt x="6265333" y="494110"/>
                  </a:lnTo>
                  <a:lnTo>
                    <a:pt x="6265333" y="589806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3650705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3650779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3650705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2026-03-09T12:28:18Z</dcterms:modified>
  <cp:category/>
</cp:coreProperties>
</file>