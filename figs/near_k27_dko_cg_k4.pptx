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69813" y="2631395"/>
              <a:ext cx="6570133" cy="2374617"/>
            </a:xfrm>
            <a:custGeom>
              <a:avLst/>
              <a:pathLst>
                <a:path w="6570133" h="2374617">
                  <a:moveTo>
                    <a:pt x="0" y="2374617"/>
                  </a:moveTo>
                  <a:lnTo>
                    <a:pt x="328506" y="2329518"/>
                  </a:lnTo>
                  <a:lnTo>
                    <a:pt x="657013" y="2264017"/>
                  </a:lnTo>
                  <a:lnTo>
                    <a:pt x="985519" y="2157321"/>
                  </a:lnTo>
                  <a:lnTo>
                    <a:pt x="1314026" y="2004269"/>
                  </a:lnTo>
                  <a:lnTo>
                    <a:pt x="1642533" y="1818049"/>
                  </a:lnTo>
                  <a:lnTo>
                    <a:pt x="1971039" y="1628351"/>
                  </a:lnTo>
                  <a:lnTo>
                    <a:pt x="2299546" y="1437217"/>
                  </a:lnTo>
                  <a:lnTo>
                    <a:pt x="2628053" y="1284374"/>
                  </a:lnTo>
                  <a:lnTo>
                    <a:pt x="2956560" y="1141448"/>
                  </a:lnTo>
                  <a:lnTo>
                    <a:pt x="3285066" y="964394"/>
                  </a:lnTo>
                  <a:lnTo>
                    <a:pt x="3613573" y="840428"/>
                  </a:lnTo>
                  <a:lnTo>
                    <a:pt x="3942079" y="701685"/>
                  </a:lnTo>
                  <a:lnTo>
                    <a:pt x="4270586" y="551836"/>
                  </a:lnTo>
                  <a:lnTo>
                    <a:pt x="4599093" y="444789"/>
                  </a:lnTo>
                  <a:lnTo>
                    <a:pt x="4927599" y="354970"/>
                  </a:lnTo>
                  <a:lnTo>
                    <a:pt x="5256106" y="268662"/>
                  </a:lnTo>
                  <a:lnTo>
                    <a:pt x="5584613" y="194141"/>
                  </a:lnTo>
                  <a:lnTo>
                    <a:pt x="5913119" y="127917"/>
                  </a:lnTo>
                  <a:lnTo>
                    <a:pt x="6241626" y="65360"/>
                  </a:lnTo>
                  <a:lnTo>
                    <a:pt x="6570133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305559" y="5193474"/>
              <a:ext cx="6570133" cy="0"/>
            </a:xfrm>
            <a:custGeom>
              <a:avLst/>
              <a:pathLst>
                <a:path w="6570133" h="0">
                  <a:moveTo>
                    <a:pt x="0" y="0"/>
                  </a:moveTo>
                  <a:lnTo>
                    <a:pt x="657013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0555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61958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9336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524763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656166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787569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1135895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2449922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3763949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0.04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5077975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0.06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392002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0.08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7706029" y="5407391"/>
              <a:ext cx="339328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0.10</a:t>
              </a:r>
            </a:p>
          </p:txBody>
        </p:sp>
        <p:sp>
          <p:nvSpPr>
            <p:cNvPr id="19" name="pl18"/>
            <p:cNvSpPr/>
            <p:nvPr/>
          </p:nvSpPr>
          <p:spPr>
            <a:xfrm>
              <a:off x="1207008" y="2455321"/>
              <a:ext cx="0" cy="2632839"/>
            </a:xfrm>
            <a:custGeom>
              <a:avLst/>
              <a:pathLst>
                <a:path w="0" h="2632839">
                  <a:moveTo>
                    <a:pt x="0" y="263283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115567" y="50881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115567" y="442995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115567" y="377174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115567" y="311353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115567" y="24553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tx24"/>
            <p:cNvSpPr/>
            <p:nvPr/>
          </p:nvSpPr>
          <p:spPr>
            <a:xfrm rot="-5400000">
              <a:off x="881437" y="5030527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26" name="tx25"/>
            <p:cNvSpPr/>
            <p:nvPr/>
          </p:nvSpPr>
          <p:spPr>
            <a:xfrm rot="-5400000">
              <a:off x="832956" y="4372317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50</a:t>
              </a:r>
            </a:p>
          </p:txBody>
        </p:sp>
        <p:sp>
          <p:nvSpPr>
            <p:cNvPr id="27" name="tx26"/>
            <p:cNvSpPr/>
            <p:nvPr/>
          </p:nvSpPr>
          <p:spPr>
            <a:xfrm rot="-5400000">
              <a:off x="784476" y="3714107"/>
              <a:ext cx="290884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100</a:t>
              </a:r>
            </a:p>
          </p:txBody>
        </p:sp>
        <p:sp>
          <p:nvSpPr>
            <p:cNvPr id="28" name="tx27"/>
            <p:cNvSpPr/>
            <p:nvPr/>
          </p:nvSpPr>
          <p:spPr>
            <a:xfrm rot="-5400000">
              <a:off x="784476" y="3055897"/>
              <a:ext cx="290884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150</a:t>
              </a:r>
            </a:p>
          </p:txBody>
        </p:sp>
        <p:sp>
          <p:nvSpPr>
            <p:cNvPr id="29" name="tx28"/>
            <p:cNvSpPr/>
            <p:nvPr/>
          </p:nvSpPr>
          <p:spPr>
            <a:xfrm rot="-5400000">
              <a:off x="784476" y="2397687"/>
              <a:ext cx="290884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200</a:t>
              </a:r>
            </a:p>
          </p:txBody>
        </p:sp>
        <p:sp>
          <p:nvSpPr>
            <p:cNvPr id="30" name="pg29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0"/>
            <p:cNvSpPr/>
            <p:nvPr/>
          </p:nvSpPr>
          <p:spPr>
            <a:xfrm>
              <a:off x="4642626" y="5773151"/>
              <a:ext cx="224507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CG</a:t>
              </a:r>
            </a:p>
          </p:txBody>
        </p:sp>
        <p:sp>
          <p:nvSpPr>
            <p:cNvPr id="32" name="tx31"/>
            <p:cNvSpPr/>
            <p:nvPr/>
          </p:nvSpPr>
          <p:spPr>
            <a:xfrm rot="-5400000">
              <a:off x="-93959" y="3712768"/>
              <a:ext cx="1313557" cy="117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mean H3k27me3</a:t>
              </a:r>
            </a:p>
          </p:txBody>
        </p:sp>
        <p:sp>
          <p:nvSpPr>
            <p:cNvPr id="33" name="pl32"/>
            <p:cNvSpPr/>
            <p:nvPr/>
          </p:nvSpPr>
          <p:spPr>
            <a:xfrm>
              <a:off x="1560580" y="4994502"/>
              <a:ext cx="146972" cy="17930"/>
            </a:xfrm>
            <a:custGeom>
              <a:avLst/>
              <a:pathLst>
                <a:path w="146972" h="17930">
                  <a:moveTo>
                    <a:pt x="0" y="17930"/>
                  </a:moveTo>
                  <a:lnTo>
                    <a:pt x="146972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1888308" y="4940421"/>
              <a:ext cx="148529" cy="26781"/>
            </a:xfrm>
            <a:custGeom>
              <a:avLst/>
              <a:pathLst>
                <a:path w="148529" h="26781">
                  <a:moveTo>
                    <a:pt x="0" y="26781"/>
                  </a:moveTo>
                  <a:lnTo>
                    <a:pt x="148529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2214902" y="4857105"/>
              <a:ext cx="152355" cy="42513"/>
            </a:xfrm>
            <a:custGeom>
              <a:avLst/>
              <a:pathLst>
                <a:path w="152355" h="42513">
                  <a:moveTo>
                    <a:pt x="0" y="42513"/>
                  </a:moveTo>
                  <a:lnTo>
                    <a:pt x="152355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2539843" y="4731715"/>
              <a:ext cx="159485" cy="65895"/>
            </a:xfrm>
            <a:custGeom>
              <a:avLst/>
              <a:pathLst>
                <a:path w="159485" h="65895">
                  <a:moveTo>
                    <a:pt x="0" y="65895"/>
                  </a:moveTo>
                  <a:lnTo>
                    <a:pt x="159485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2864909" y="4567700"/>
              <a:ext cx="166367" cy="86800"/>
            </a:xfrm>
            <a:custGeom>
              <a:avLst/>
              <a:pathLst>
                <a:path w="166367" h="86800">
                  <a:moveTo>
                    <a:pt x="0" y="86800"/>
                  </a:moveTo>
                  <a:lnTo>
                    <a:pt x="166367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3192422" y="4388432"/>
              <a:ext cx="168355" cy="92821"/>
            </a:xfrm>
            <a:custGeom>
              <a:avLst/>
              <a:pathLst>
                <a:path w="168355" h="92821">
                  <a:moveTo>
                    <a:pt x="0" y="92821"/>
                  </a:moveTo>
                  <a:lnTo>
                    <a:pt x="168355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3519296" y="4194494"/>
              <a:ext cx="171619" cy="102800"/>
            </a:xfrm>
            <a:custGeom>
              <a:avLst/>
              <a:pathLst>
                <a:path w="171619" h="102800">
                  <a:moveTo>
                    <a:pt x="0" y="102800"/>
                  </a:moveTo>
                  <a:lnTo>
                    <a:pt x="171619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3850892" y="4022111"/>
              <a:ext cx="165440" cy="83998"/>
            </a:xfrm>
            <a:custGeom>
              <a:avLst/>
              <a:pathLst>
                <a:path w="165440" h="83998">
                  <a:moveTo>
                    <a:pt x="0" y="83998"/>
                  </a:moveTo>
                  <a:lnTo>
                    <a:pt x="165440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4179840" y="3858867"/>
              <a:ext cx="164558" cy="81331"/>
            </a:xfrm>
            <a:custGeom>
              <a:avLst/>
              <a:pathLst>
                <a:path w="164558" h="81331">
                  <a:moveTo>
                    <a:pt x="0" y="81331"/>
                  </a:moveTo>
                  <a:lnTo>
                    <a:pt x="164558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4504302" y="3664537"/>
              <a:ext cx="172648" cy="105978"/>
            </a:xfrm>
            <a:custGeom>
              <a:avLst/>
              <a:pathLst>
                <a:path w="172648" h="105978">
                  <a:moveTo>
                    <a:pt x="0" y="105978"/>
                  </a:moveTo>
                  <a:lnTo>
                    <a:pt x="172648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4837980" y="3504036"/>
              <a:ext cx="162304" cy="74513"/>
            </a:xfrm>
            <a:custGeom>
              <a:avLst/>
              <a:pathLst>
                <a:path w="162304" h="74513">
                  <a:moveTo>
                    <a:pt x="0" y="74513"/>
                  </a:moveTo>
                  <a:lnTo>
                    <a:pt x="162304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5164845" y="3339899"/>
              <a:ext cx="165588" cy="84443"/>
            </a:xfrm>
            <a:custGeom>
              <a:avLst/>
              <a:pathLst>
                <a:path w="165588" h="84443">
                  <a:moveTo>
                    <a:pt x="0" y="84443"/>
                  </a:moveTo>
                  <a:lnTo>
                    <a:pt x="165588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5492219" y="3163365"/>
              <a:ext cx="167854" cy="91301"/>
            </a:xfrm>
            <a:custGeom>
              <a:avLst/>
              <a:pathLst>
                <a:path w="167854" h="91301">
                  <a:moveTo>
                    <a:pt x="0" y="91301"/>
                  </a:moveTo>
                  <a:lnTo>
                    <a:pt x="167854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5824488" y="3015260"/>
              <a:ext cx="160329" cy="68491"/>
            </a:xfrm>
            <a:custGeom>
              <a:avLst/>
              <a:pathLst>
                <a:path w="160329" h="68491">
                  <a:moveTo>
                    <a:pt x="0" y="68491"/>
                  </a:moveTo>
                  <a:lnTo>
                    <a:pt x="160329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6155971" y="2901840"/>
              <a:ext cx="154376" cy="49551"/>
            </a:xfrm>
            <a:custGeom>
              <a:avLst/>
              <a:pathLst>
                <a:path w="154376" h="49551">
                  <a:moveTo>
                    <a:pt x="0" y="49551"/>
                  </a:moveTo>
                  <a:lnTo>
                    <a:pt x="154376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6484400" y="2795629"/>
              <a:ext cx="154533" cy="50076"/>
            </a:xfrm>
            <a:custGeom>
              <a:avLst/>
              <a:pathLst>
                <a:path w="154533" h="50076">
                  <a:moveTo>
                    <a:pt x="0" y="50076"/>
                  </a:moveTo>
                  <a:lnTo>
                    <a:pt x="154533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6814167" y="2702236"/>
              <a:ext cx="152011" cy="41255"/>
            </a:xfrm>
            <a:custGeom>
              <a:avLst/>
              <a:pathLst>
                <a:path w="152011" h="41255">
                  <a:moveTo>
                    <a:pt x="0" y="41255"/>
                  </a:moveTo>
                  <a:lnTo>
                    <a:pt x="152011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7142821" y="2614720"/>
              <a:ext cx="151716" cy="40164"/>
            </a:xfrm>
            <a:custGeom>
              <a:avLst/>
              <a:pathLst>
                <a:path w="151716" h="40164">
                  <a:moveTo>
                    <a:pt x="0" y="40164"/>
                  </a:moveTo>
                  <a:lnTo>
                    <a:pt x="151716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7470416" y="2518011"/>
              <a:ext cx="153540" cy="46700"/>
            </a:xfrm>
            <a:custGeom>
              <a:avLst/>
              <a:pathLst>
                <a:path w="153540" h="46700">
                  <a:moveTo>
                    <a:pt x="0" y="46700"/>
                  </a:moveTo>
                  <a:lnTo>
                    <a:pt x="153540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7796011" y="2391113"/>
              <a:ext cx="159363" cy="65519"/>
            </a:xfrm>
            <a:custGeom>
              <a:avLst/>
              <a:pathLst>
                <a:path w="159363" h="65519">
                  <a:moveTo>
                    <a:pt x="0" y="65519"/>
                  </a:moveTo>
                  <a:lnTo>
                    <a:pt x="159363" y="0"/>
                  </a:lnTo>
                </a:path>
              </a:pathLst>
            </a:cu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1435523" y="4989216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1764029" y="4949139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2092536" y="4889905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2421043" y="4798238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2749549" y="4662507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3078056" y="4491113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3406563" y="4309993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3735070" y="4113216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4063576" y="3946424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4392083" y="3784062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4720590" y="3582411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5049096" y="3431595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5377603" y="3264068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5706110" y="3085383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6034616" y="2945048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6363123" y="2839604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6691629" y="2733151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7020136" y="2643995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7348643" y="2557029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7677149" y="2457112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8005656" y="2322053"/>
              <a:ext cx="68580" cy="68580"/>
            </a:xfrm>
            <a:prstGeom prst="ellipse">
              <a:avLst/>
            </a:prstGeom>
            <a:ln w="9525" cap="rnd">
              <a:solidFill>
                <a:srgbClr val="8B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2026-03-10T15:30:33Z</dcterms:modified>
  <cp:category/>
</cp:coreProperties>
</file>