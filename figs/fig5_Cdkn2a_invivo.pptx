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My R Plot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468572" y="2036227"/>
              <a:ext cx="6204820" cy="1826954"/>
            </a:xfrm>
            <a:custGeom>
              <a:avLst/>
              <a:pathLst>
                <a:path w="6204820" h="1826954">
                  <a:moveTo>
                    <a:pt x="0" y="1826954"/>
                  </a:moveTo>
                  <a:lnTo>
                    <a:pt x="86" y="1670065"/>
                  </a:lnTo>
                  <a:lnTo>
                    <a:pt x="1339" y="1674844"/>
                  </a:lnTo>
                  <a:lnTo>
                    <a:pt x="2592" y="1679365"/>
                  </a:lnTo>
                  <a:lnTo>
                    <a:pt x="3846" y="1683607"/>
                  </a:lnTo>
                  <a:lnTo>
                    <a:pt x="5099" y="1687576"/>
                  </a:lnTo>
                  <a:lnTo>
                    <a:pt x="6352" y="1691256"/>
                  </a:lnTo>
                  <a:lnTo>
                    <a:pt x="7605" y="1694625"/>
                  </a:lnTo>
                  <a:lnTo>
                    <a:pt x="8859" y="1697706"/>
                  </a:lnTo>
                  <a:lnTo>
                    <a:pt x="10112" y="1700512"/>
                  </a:lnTo>
                  <a:lnTo>
                    <a:pt x="11365" y="1703039"/>
                  </a:lnTo>
                  <a:lnTo>
                    <a:pt x="12618" y="1705286"/>
                  </a:lnTo>
                  <a:lnTo>
                    <a:pt x="13871" y="1707294"/>
                  </a:lnTo>
                  <a:lnTo>
                    <a:pt x="15125" y="1709075"/>
                  </a:lnTo>
                  <a:lnTo>
                    <a:pt x="16378" y="1710618"/>
                  </a:lnTo>
                  <a:lnTo>
                    <a:pt x="17631" y="1711922"/>
                  </a:lnTo>
                  <a:lnTo>
                    <a:pt x="18884" y="1712996"/>
                  </a:lnTo>
                  <a:lnTo>
                    <a:pt x="20138" y="1713847"/>
                  </a:lnTo>
                  <a:lnTo>
                    <a:pt x="21391" y="1714492"/>
                  </a:lnTo>
                  <a:lnTo>
                    <a:pt x="22644" y="1714944"/>
                  </a:lnTo>
                  <a:lnTo>
                    <a:pt x="23897" y="1715189"/>
                  </a:lnTo>
                  <a:lnTo>
                    <a:pt x="25150" y="1715247"/>
                  </a:lnTo>
                  <a:lnTo>
                    <a:pt x="26404" y="1715184"/>
                  </a:lnTo>
                  <a:lnTo>
                    <a:pt x="27657" y="1714999"/>
                  </a:lnTo>
                  <a:lnTo>
                    <a:pt x="28910" y="1714695"/>
                  </a:lnTo>
                  <a:lnTo>
                    <a:pt x="30163" y="1714288"/>
                  </a:lnTo>
                  <a:lnTo>
                    <a:pt x="31416" y="1713812"/>
                  </a:lnTo>
                  <a:lnTo>
                    <a:pt x="32670" y="1713290"/>
                  </a:lnTo>
                  <a:lnTo>
                    <a:pt x="33923" y="1712717"/>
                  </a:lnTo>
                  <a:lnTo>
                    <a:pt x="35176" y="1712092"/>
                  </a:lnTo>
                  <a:lnTo>
                    <a:pt x="36429" y="1711417"/>
                  </a:lnTo>
                  <a:lnTo>
                    <a:pt x="37683" y="1710691"/>
                  </a:lnTo>
                  <a:lnTo>
                    <a:pt x="38936" y="1709913"/>
                  </a:lnTo>
                  <a:lnTo>
                    <a:pt x="40189" y="1709090"/>
                  </a:lnTo>
                  <a:lnTo>
                    <a:pt x="41442" y="1708247"/>
                  </a:lnTo>
                  <a:lnTo>
                    <a:pt x="42695" y="1707424"/>
                  </a:lnTo>
                  <a:lnTo>
                    <a:pt x="43949" y="1706624"/>
                  </a:lnTo>
                  <a:lnTo>
                    <a:pt x="45202" y="1705836"/>
                  </a:lnTo>
                  <a:lnTo>
                    <a:pt x="46455" y="1705062"/>
                  </a:lnTo>
                  <a:lnTo>
                    <a:pt x="47708" y="1704300"/>
                  </a:lnTo>
                  <a:lnTo>
                    <a:pt x="48962" y="1703548"/>
                  </a:lnTo>
                  <a:lnTo>
                    <a:pt x="50215" y="1702803"/>
                  </a:lnTo>
                  <a:lnTo>
                    <a:pt x="51468" y="1702067"/>
                  </a:lnTo>
                  <a:lnTo>
                    <a:pt x="52721" y="1701331"/>
                  </a:lnTo>
                  <a:lnTo>
                    <a:pt x="53974" y="1700587"/>
                  </a:lnTo>
                  <a:lnTo>
                    <a:pt x="55228" y="1699834"/>
                  </a:lnTo>
                  <a:lnTo>
                    <a:pt x="56481" y="1699073"/>
                  </a:lnTo>
                  <a:lnTo>
                    <a:pt x="57734" y="1698334"/>
                  </a:lnTo>
                  <a:lnTo>
                    <a:pt x="58987" y="1697650"/>
                  </a:lnTo>
                  <a:lnTo>
                    <a:pt x="60240" y="1697026"/>
                  </a:lnTo>
                  <a:lnTo>
                    <a:pt x="61494" y="1696463"/>
                  </a:lnTo>
                  <a:lnTo>
                    <a:pt x="62747" y="1695957"/>
                  </a:lnTo>
                  <a:lnTo>
                    <a:pt x="64000" y="1695502"/>
                  </a:lnTo>
                  <a:lnTo>
                    <a:pt x="65253" y="1695098"/>
                  </a:lnTo>
                  <a:lnTo>
                    <a:pt x="66507" y="1694746"/>
                  </a:lnTo>
                  <a:lnTo>
                    <a:pt x="67760" y="1694446"/>
                  </a:lnTo>
                  <a:lnTo>
                    <a:pt x="69013" y="1694206"/>
                  </a:lnTo>
                  <a:lnTo>
                    <a:pt x="70266" y="1694060"/>
                  </a:lnTo>
                  <a:lnTo>
                    <a:pt x="71519" y="1694037"/>
                  </a:lnTo>
                  <a:lnTo>
                    <a:pt x="72773" y="1694143"/>
                  </a:lnTo>
                  <a:lnTo>
                    <a:pt x="74026" y="1694377"/>
                  </a:lnTo>
                  <a:lnTo>
                    <a:pt x="75279" y="1694740"/>
                  </a:lnTo>
                  <a:lnTo>
                    <a:pt x="76532" y="1695204"/>
                  </a:lnTo>
                  <a:lnTo>
                    <a:pt x="77786" y="1695731"/>
                  </a:lnTo>
                  <a:lnTo>
                    <a:pt x="79039" y="1696310"/>
                  </a:lnTo>
                  <a:lnTo>
                    <a:pt x="80292" y="1696940"/>
                  </a:lnTo>
                  <a:lnTo>
                    <a:pt x="81545" y="1697627"/>
                  </a:lnTo>
                  <a:lnTo>
                    <a:pt x="82798" y="1698375"/>
                  </a:lnTo>
                  <a:lnTo>
                    <a:pt x="84052" y="1699183"/>
                  </a:lnTo>
                  <a:lnTo>
                    <a:pt x="85305" y="1700052"/>
                  </a:lnTo>
                  <a:lnTo>
                    <a:pt x="86558" y="1700983"/>
                  </a:lnTo>
                  <a:lnTo>
                    <a:pt x="87811" y="1701965"/>
                  </a:lnTo>
                  <a:lnTo>
                    <a:pt x="89064" y="1702955"/>
                  </a:lnTo>
                  <a:lnTo>
                    <a:pt x="90318" y="1703918"/>
                  </a:lnTo>
                  <a:lnTo>
                    <a:pt x="91571" y="1704865"/>
                  </a:lnTo>
                  <a:lnTo>
                    <a:pt x="92824" y="1705797"/>
                  </a:lnTo>
                  <a:lnTo>
                    <a:pt x="94077" y="1706717"/>
                  </a:lnTo>
                  <a:lnTo>
                    <a:pt x="95331" y="1707624"/>
                  </a:lnTo>
                  <a:lnTo>
                    <a:pt x="96584" y="1708522"/>
                  </a:lnTo>
                  <a:lnTo>
                    <a:pt x="97837" y="1709417"/>
                  </a:lnTo>
                  <a:lnTo>
                    <a:pt x="99090" y="1710307"/>
                  </a:lnTo>
                  <a:lnTo>
                    <a:pt x="100343" y="1711194"/>
                  </a:lnTo>
                  <a:lnTo>
                    <a:pt x="101597" y="1712077"/>
                  </a:lnTo>
                  <a:lnTo>
                    <a:pt x="102850" y="1712957"/>
                  </a:lnTo>
                  <a:lnTo>
                    <a:pt x="104103" y="1713832"/>
                  </a:lnTo>
                  <a:lnTo>
                    <a:pt x="105356" y="1714704"/>
                  </a:lnTo>
                  <a:lnTo>
                    <a:pt x="106610" y="1715572"/>
                  </a:lnTo>
                  <a:lnTo>
                    <a:pt x="107863" y="1716445"/>
                  </a:lnTo>
                  <a:lnTo>
                    <a:pt x="109116" y="1717331"/>
                  </a:lnTo>
                  <a:lnTo>
                    <a:pt x="110369" y="1718225"/>
                  </a:lnTo>
                  <a:lnTo>
                    <a:pt x="111622" y="1719119"/>
                  </a:lnTo>
                  <a:lnTo>
                    <a:pt x="112876" y="1720013"/>
                  </a:lnTo>
                  <a:lnTo>
                    <a:pt x="114129" y="1720908"/>
                  </a:lnTo>
                  <a:lnTo>
                    <a:pt x="115382" y="1721802"/>
                  </a:lnTo>
                  <a:lnTo>
                    <a:pt x="116635" y="1722705"/>
                  </a:lnTo>
                  <a:lnTo>
                    <a:pt x="117888" y="1723616"/>
                  </a:lnTo>
                  <a:lnTo>
                    <a:pt x="119142" y="1724535"/>
                  </a:lnTo>
                  <a:lnTo>
                    <a:pt x="120395" y="1725464"/>
                  </a:lnTo>
                  <a:lnTo>
                    <a:pt x="121648" y="1726368"/>
                  </a:lnTo>
                  <a:lnTo>
                    <a:pt x="122901" y="1727243"/>
                  </a:lnTo>
                  <a:lnTo>
                    <a:pt x="124155" y="1728087"/>
                  </a:lnTo>
                  <a:lnTo>
                    <a:pt x="125408" y="1728901"/>
                  </a:lnTo>
                  <a:lnTo>
                    <a:pt x="126661" y="1729688"/>
                  </a:lnTo>
                  <a:lnTo>
                    <a:pt x="127914" y="1730450"/>
                  </a:lnTo>
                  <a:lnTo>
                    <a:pt x="129167" y="1731187"/>
                  </a:lnTo>
                  <a:lnTo>
                    <a:pt x="130421" y="1731897"/>
                  </a:lnTo>
                  <a:lnTo>
                    <a:pt x="131674" y="1732582"/>
                  </a:lnTo>
                  <a:lnTo>
                    <a:pt x="132927" y="1733232"/>
                  </a:lnTo>
                  <a:lnTo>
                    <a:pt x="134180" y="1733823"/>
                  </a:lnTo>
                  <a:lnTo>
                    <a:pt x="135433" y="1734349"/>
                  </a:lnTo>
                  <a:lnTo>
                    <a:pt x="136687" y="1734812"/>
                  </a:lnTo>
                  <a:lnTo>
                    <a:pt x="137940" y="1735182"/>
                  </a:lnTo>
                  <a:lnTo>
                    <a:pt x="139193" y="1735448"/>
                  </a:lnTo>
                  <a:lnTo>
                    <a:pt x="140446" y="1735596"/>
                  </a:lnTo>
                  <a:lnTo>
                    <a:pt x="141700" y="1735630"/>
                  </a:lnTo>
                  <a:lnTo>
                    <a:pt x="142953" y="1735549"/>
                  </a:lnTo>
                  <a:lnTo>
                    <a:pt x="144206" y="1735353"/>
                  </a:lnTo>
                  <a:lnTo>
                    <a:pt x="145459" y="1735027"/>
                  </a:lnTo>
                  <a:lnTo>
                    <a:pt x="146712" y="1734556"/>
                  </a:lnTo>
                  <a:lnTo>
                    <a:pt x="147966" y="1733938"/>
                  </a:lnTo>
                  <a:lnTo>
                    <a:pt x="149219" y="1733179"/>
                  </a:lnTo>
                  <a:lnTo>
                    <a:pt x="150472" y="1732268"/>
                  </a:lnTo>
                  <a:lnTo>
                    <a:pt x="151725" y="1731176"/>
                  </a:lnTo>
                  <a:lnTo>
                    <a:pt x="152979" y="1729933"/>
                  </a:lnTo>
                  <a:lnTo>
                    <a:pt x="154232" y="1728534"/>
                  </a:lnTo>
                  <a:lnTo>
                    <a:pt x="155485" y="1726966"/>
                  </a:lnTo>
                  <a:lnTo>
                    <a:pt x="156738" y="1725240"/>
                  </a:lnTo>
                  <a:lnTo>
                    <a:pt x="157991" y="1723363"/>
                  </a:lnTo>
                  <a:lnTo>
                    <a:pt x="159245" y="1721337"/>
                  </a:lnTo>
                  <a:lnTo>
                    <a:pt x="160498" y="1719161"/>
                  </a:lnTo>
                  <a:lnTo>
                    <a:pt x="161751" y="1716814"/>
                  </a:lnTo>
                  <a:lnTo>
                    <a:pt x="163004" y="1714290"/>
                  </a:lnTo>
                  <a:lnTo>
                    <a:pt x="164257" y="1711584"/>
                  </a:lnTo>
                  <a:lnTo>
                    <a:pt x="165511" y="1708707"/>
                  </a:lnTo>
                  <a:lnTo>
                    <a:pt x="166764" y="1705659"/>
                  </a:lnTo>
                  <a:lnTo>
                    <a:pt x="168017" y="1702441"/>
                  </a:lnTo>
                  <a:lnTo>
                    <a:pt x="169270" y="1699059"/>
                  </a:lnTo>
                  <a:lnTo>
                    <a:pt x="170524" y="1695553"/>
                  </a:lnTo>
                  <a:lnTo>
                    <a:pt x="171777" y="1691899"/>
                  </a:lnTo>
                  <a:lnTo>
                    <a:pt x="173030" y="1688096"/>
                  </a:lnTo>
                  <a:lnTo>
                    <a:pt x="174283" y="1684155"/>
                  </a:lnTo>
                  <a:lnTo>
                    <a:pt x="175536" y="1680085"/>
                  </a:lnTo>
                  <a:lnTo>
                    <a:pt x="176790" y="1675887"/>
                  </a:lnTo>
                  <a:lnTo>
                    <a:pt x="178043" y="1671591"/>
                  </a:lnTo>
                  <a:lnTo>
                    <a:pt x="179296" y="1667202"/>
                  </a:lnTo>
                  <a:lnTo>
                    <a:pt x="180549" y="1662740"/>
                  </a:lnTo>
                  <a:lnTo>
                    <a:pt x="181803" y="1658215"/>
                  </a:lnTo>
                  <a:lnTo>
                    <a:pt x="183056" y="1653651"/>
                  </a:lnTo>
                  <a:lnTo>
                    <a:pt x="184309" y="1649048"/>
                  </a:lnTo>
                  <a:lnTo>
                    <a:pt x="185562" y="1644406"/>
                  </a:lnTo>
                  <a:lnTo>
                    <a:pt x="186815" y="1639734"/>
                  </a:lnTo>
                  <a:lnTo>
                    <a:pt x="188069" y="1635032"/>
                  </a:lnTo>
                  <a:lnTo>
                    <a:pt x="189322" y="1630299"/>
                  </a:lnTo>
                  <a:lnTo>
                    <a:pt x="190575" y="1625570"/>
                  </a:lnTo>
                  <a:lnTo>
                    <a:pt x="191828" y="1620854"/>
                  </a:lnTo>
                  <a:lnTo>
                    <a:pt x="193081" y="1616152"/>
                  </a:lnTo>
                  <a:lnTo>
                    <a:pt x="194335" y="1611463"/>
                  </a:lnTo>
                  <a:lnTo>
                    <a:pt x="195588" y="1606786"/>
                  </a:lnTo>
                  <a:lnTo>
                    <a:pt x="196841" y="1602090"/>
                  </a:lnTo>
                  <a:lnTo>
                    <a:pt x="198094" y="1597373"/>
                  </a:lnTo>
                  <a:lnTo>
                    <a:pt x="199348" y="1592636"/>
                  </a:lnTo>
                  <a:lnTo>
                    <a:pt x="200601" y="1587904"/>
                  </a:lnTo>
                  <a:lnTo>
                    <a:pt x="201854" y="1583199"/>
                  </a:lnTo>
                  <a:lnTo>
                    <a:pt x="203107" y="1578567"/>
                  </a:lnTo>
                  <a:lnTo>
                    <a:pt x="204360" y="1574037"/>
                  </a:lnTo>
                  <a:lnTo>
                    <a:pt x="205614" y="1569596"/>
                  </a:lnTo>
                  <a:lnTo>
                    <a:pt x="206867" y="1565241"/>
                  </a:lnTo>
                  <a:lnTo>
                    <a:pt x="208120" y="1560979"/>
                  </a:lnTo>
                  <a:lnTo>
                    <a:pt x="209373" y="1556838"/>
                  </a:lnTo>
                  <a:lnTo>
                    <a:pt x="210627" y="1552830"/>
                  </a:lnTo>
                  <a:lnTo>
                    <a:pt x="211880" y="1548948"/>
                  </a:lnTo>
                  <a:lnTo>
                    <a:pt x="213133" y="1545199"/>
                  </a:lnTo>
                  <a:lnTo>
                    <a:pt x="214386" y="1541608"/>
                  </a:lnTo>
                  <a:lnTo>
                    <a:pt x="215639" y="1538238"/>
                  </a:lnTo>
                  <a:lnTo>
                    <a:pt x="216893" y="1535080"/>
                  </a:lnTo>
                  <a:lnTo>
                    <a:pt x="218146" y="1532120"/>
                  </a:lnTo>
                  <a:lnTo>
                    <a:pt x="219399" y="1529352"/>
                  </a:lnTo>
                  <a:lnTo>
                    <a:pt x="220652" y="1526764"/>
                  </a:lnTo>
                  <a:lnTo>
                    <a:pt x="221905" y="1524350"/>
                  </a:lnTo>
                  <a:lnTo>
                    <a:pt x="223159" y="1522124"/>
                  </a:lnTo>
                  <a:lnTo>
                    <a:pt x="224412" y="1520125"/>
                  </a:lnTo>
                  <a:lnTo>
                    <a:pt x="225665" y="1518386"/>
                  </a:lnTo>
                  <a:lnTo>
                    <a:pt x="226918" y="1516890"/>
                  </a:lnTo>
                  <a:lnTo>
                    <a:pt x="228172" y="1515631"/>
                  </a:lnTo>
                  <a:lnTo>
                    <a:pt x="229425" y="1514597"/>
                  </a:lnTo>
                  <a:lnTo>
                    <a:pt x="230678" y="1513788"/>
                  </a:lnTo>
                  <a:lnTo>
                    <a:pt x="231931" y="1513199"/>
                  </a:lnTo>
                  <a:lnTo>
                    <a:pt x="233184" y="1512811"/>
                  </a:lnTo>
                  <a:lnTo>
                    <a:pt x="234438" y="1512600"/>
                  </a:lnTo>
                  <a:lnTo>
                    <a:pt x="235691" y="1512600"/>
                  </a:lnTo>
                  <a:lnTo>
                    <a:pt x="236944" y="1512836"/>
                  </a:lnTo>
                  <a:lnTo>
                    <a:pt x="238197" y="1513299"/>
                  </a:lnTo>
                  <a:lnTo>
                    <a:pt x="239451" y="1513988"/>
                  </a:lnTo>
                  <a:lnTo>
                    <a:pt x="240704" y="1514873"/>
                  </a:lnTo>
                  <a:lnTo>
                    <a:pt x="241957" y="1515919"/>
                  </a:lnTo>
                  <a:lnTo>
                    <a:pt x="243210" y="1517093"/>
                  </a:lnTo>
                  <a:lnTo>
                    <a:pt x="244463" y="1518363"/>
                  </a:lnTo>
                  <a:lnTo>
                    <a:pt x="245717" y="1519734"/>
                  </a:lnTo>
                  <a:lnTo>
                    <a:pt x="246970" y="1521184"/>
                  </a:lnTo>
                  <a:lnTo>
                    <a:pt x="248223" y="1522712"/>
                  </a:lnTo>
                  <a:lnTo>
                    <a:pt x="249476" y="1524308"/>
                  </a:lnTo>
                  <a:lnTo>
                    <a:pt x="250729" y="1525966"/>
                  </a:lnTo>
                  <a:lnTo>
                    <a:pt x="251983" y="1527684"/>
                  </a:lnTo>
                  <a:lnTo>
                    <a:pt x="253236" y="1529429"/>
                  </a:lnTo>
                  <a:lnTo>
                    <a:pt x="254489" y="1531156"/>
                  </a:lnTo>
                  <a:lnTo>
                    <a:pt x="255742" y="1532866"/>
                  </a:lnTo>
                  <a:lnTo>
                    <a:pt x="256996" y="1534562"/>
                  </a:lnTo>
                  <a:lnTo>
                    <a:pt x="258249" y="1536246"/>
                  </a:lnTo>
                  <a:lnTo>
                    <a:pt x="259502" y="1537955"/>
                  </a:lnTo>
                  <a:lnTo>
                    <a:pt x="260755" y="1539723"/>
                  </a:lnTo>
                  <a:lnTo>
                    <a:pt x="262008" y="1541550"/>
                  </a:lnTo>
                  <a:lnTo>
                    <a:pt x="263262" y="1543439"/>
                  </a:lnTo>
                  <a:lnTo>
                    <a:pt x="264515" y="1545383"/>
                  </a:lnTo>
                  <a:lnTo>
                    <a:pt x="265768" y="1547399"/>
                  </a:lnTo>
                  <a:lnTo>
                    <a:pt x="267021" y="1549446"/>
                  </a:lnTo>
                  <a:lnTo>
                    <a:pt x="268275" y="1551555"/>
                  </a:lnTo>
                  <a:lnTo>
                    <a:pt x="269528" y="1553761"/>
                  </a:lnTo>
                  <a:lnTo>
                    <a:pt x="270781" y="1556051"/>
                  </a:lnTo>
                  <a:lnTo>
                    <a:pt x="272034" y="1558379"/>
                  </a:lnTo>
                  <a:lnTo>
                    <a:pt x="273287" y="1560734"/>
                  </a:lnTo>
                  <a:lnTo>
                    <a:pt x="274541" y="1563111"/>
                  </a:lnTo>
                  <a:lnTo>
                    <a:pt x="275794" y="1565493"/>
                  </a:lnTo>
                  <a:lnTo>
                    <a:pt x="277047" y="1567866"/>
                  </a:lnTo>
                  <a:lnTo>
                    <a:pt x="278300" y="1570195"/>
                  </a:lnTo>
                  <a:lnTo>
                    <a:pt x="279553" y="1572466"/>
                  </a:lnTo>
                  <a:lnTo>
                    <a:pt x="280807" y="1574709"/>
                  </a:lnTo>
                  <a:lnTo>
                    <a:pt x="282060" y="1576938"/>
                  </a:lnTo>
                  <a:lnTo>
                    <a:pt x="283313" y="1579154"/>
                  </a:lnTo>
                  <a:lnTo>
                    <a:pt x="284566" y="1581344"/>
                  </a:lnTo>
                  <a:lnTo>
                    <a:pt x="285820" y="1583502"/>
                  </a:lnTo>
                  <a:lnTo>
                    <a:pt x="287073" y="1585588"/>
                  </a:lnTo>
                  <a:lnTo>
                    <a:pt x="288326" y="1587547"/>
                  </a:lnTo>
                  <a:lnTo>
                    <a:pt x="289579" y="1589413"/>
                  </a:lnTo>
                  <a:lnTo>
                    <a:pt x="290832" y="1591243"/>
                  </a:lnTo>
                  <a:lnTo>
                    <a:pt x="292086" y="1593054"/>
                  </a:lnTo>
                  <a:lnTo>
                    <a:pt x="293339" y="1594851"/>
                  </a:lnTo>
                  <a:lnTo>
                    <a:pt x="294592" y="1596663"/>
                  </a:lnTo>
                  <a:lnTo>
                    <a:pt x="295845" y="1598504"/>
                  </a:lnTo>
                  <a:lnTo>
                    <a:pt x="297098" y="1600386"/>
                  </a:lnTo>
                  <a:lnTo>
                    <a:pt x="298352" y="1602281"/>
                  </a:lnTo>
                  <a:lnTo>
                    <a:pt x="299605" y="1604147"/>
                  </a:lnTo>
                  <a:lnTo>
                    <a:pt x="300858" y="1605964"/>
                  </a:lnTo>
                  <a:lnTo>
                    <a:pt x="302111" y="1607731"/>
                  </a:lnTo>
                  <a:lnTo>
                    <a:pt x="303365" y="1609450"/>
                  </a:lnTo>
                  <a:lnTo>
                    <a:pt x="304618" y="1611150"/>
                  </a:lnTo>
                  <a:lnTo>
                    <a:pt x="305871" y="1612845"/>
                  </a:lnTo>
                  <a:lnTo>
                    <a:pt x="307124" y="1614563"/>
                  </a:lnTo>
                  <a:lnTo>
                    <a:pt x="308377" y="1616258"/>
                  </a:lnTo>
                  <a:lnTo>
                    <a:pt x="309631" y="1617889"/>
                  </a:lnTo>
                  <a:lnTo>
                    <a:pt x="310884" y="1619424"/>
                  </a:lnTo>
                  <a:lnTo>
                    <a:pt x="312137" y="1620848"/>
                  </a:lnTo>
                  <a:lnTo>
                    <a:pt x="313390" y="1622169"/>
                  </a:lnTo>
                  <a:lnTo>
                    <a:pt x="314644" y="1623387"/>
                  </a:lnTo>
                  <a:lnTo>
                    <a:pt x="315897" y="1624502"/>
                  </a:lnTo>
                  <a:lnTo>
                    <a:pt x="317150" y="1625549"/>
                  </a:lnTo>
                  <a:lnTo>
                    <a:pt x="318403" y="1626536"/>
                  </a:lnTo>
                  <a:lnTo>
                    <a:pt x="319656" y="1627450"/>
                  </a:lnTo>
                  <a:lnTo>
                    <a:pt x="320910" y="1628288"/>
                  </a:lnTo>
                  <a:lnTo>
                    <a:pt x="322163" y="1629042"/>
                  </a:lnTo>
                  <a:lnTo>
                    <a:pt x="323416" y="1629675"/>
                  </a:lnTo>
                  <a:lnTo>
                    <a:pt x="324669" y="1630192"/>
                  </a:lnTo>
                  <a:lnTo>
                    <a:pt x="325922" y="1630591"/>
                  </a:lnTo>
                  <a:lnTo>
                    <a:pt x="327176" y="1630886"/>
                  </a:lnTo>
                  <a:lnTo>
                    <a:pt x="328429" y="1631076"/>
                  </a:lnTo>
                  <a:lnTo>
                    <a:pt x="329682" y="1631208"/>
                  </a:lnTo>
                  <a:lnTo>
                    <a:pt x="330935" y="1631298"/>
                  </a:lnTo>
                  <a:lnTo>
                    <a:pt x="332189" y="1631318"/>
                  </a:lnTo>
                  <a:lnTo>
                    <a:pt x="333442" y="1631274"/>
                  </a:lnTo>
                  <a:lnTo>
                    <a:pt x="334695" y="1631220"/>
                  </a:lnTo>
                  <a:lnTo>
                    <a:pt x="335948" y="1631192"/>
                  </a:lnTo>
                  <a:lnTo>
                    <a:pt x="337201" y="1631188"/>
                  </a:lnTo>
                  <a:lnTo>
                    <a:pt x="338455" y="1631242"/>
                  </a:lnTo>
                  <a:lnTo>
                    <a:pt x="339708" y="1631404"/>
                  </a:lnTo>
                  <a:lnTo>
                    <a:pt x="340961" y="1631683"/>
                  </a:lnTo>
                  <a:lnTo>
                    <a:pt x="342214" y="1632099"/>
                  </a:lnTo>
                  <a:lnTo>
                    <a:pt x="343468" y="1632634"/>
                  </a:lnTo>
                  <a:lnTo>
                    <a:pt x="344721" y="1633275"/>
                  </a:lnTo>
                  <a:lnTo>
                    <a:pt x="345974" y="1634019"/>
                  </a:lnTo>
                  <a:lnTo>
                    <a:pt x="347227" y="1634883"/>
                  </a:lnTo>
                  <a:lnTo>
                    <a:pt x="348480" y="1635863"/>
                  </a:lnTo>
                  <a:lnTo>
                    <a:pt x="349734" y="1636965"/>
                  </a:lnTo>
                  <a:lnTo>
                    <a:pt x="350987" y="1638224"/>
                  </a:lnTo>
                  <a:lnTo>
                    <a:pt x="352240" y="1639639"/>
                  </a:lnTo>
                  <a:lnTo>
                    <a:pt x="353493" y="1641142"/>
                  </a:lnTo>
                  <a:lnTo>
                    <a:pt x="354746" y="1642693"/>
                  </a:lnTo>
                  <a:lnTo>
                    <a:pt x="356000" y="1644283"/>
                  </a:lnTo>
                  <a:lnTo>
                    <a:pt x="357253" y="1645839"/>
                  </a:lnTo>
                  <a:lnTo>
                    <a:pt x="358506" y="1647292"/>
                  </a:lnTo>
                  <a:lnTo>
                    <a:pt x="359759" y="1648635"/>
                  </a:lnTo>
                  <a:lnTo>
                    <a:pt x="361013" y="1649881"/>
                  </a:lnTo>
                  <a:lnTo>
                    <a:pt x="362266" y="1651041"/>
                  </a:lnTo>
                  <a:lnTo>
                    <a:pt x="363519" y="1652146"/>
                  </a:lnTo>
                  <a:lnTo>
                    <a:pt x="364772" y="1653197"/>
                  </a:lnTo>
                  <a:lnTo>
                    <a:pt x="366025" y="1654193"/>
                  </a:lnTo>
                  <a:lnTo>
                    <a:pt x="367279" y="1655120"/>
                  </a:lnTo>
                  <a:lnTo>
                    <a:pt x="368532" y="1655958"/>
                  </a:lnTo>
                  <a:lnTo>
                    <a:pt x="369785" y="1656699"/>
                  </a:lnTo>
                  <a:lnTo>
                    <a:pt x="371038" y="1657340"/>
                  </a:lnTo>
                  <a:lnTo>
                    <a:pt x="372292" y="1657938"/>
                  </a:lnTo>
                  <a:lnTo>
                    <a:pt x="373545" y="1658551"/>
                  </a:lnTo>
                  <a:lnTo>
                    <a:pt x="374798" y="1659226"/>
                  </a:lnTo>
                  <a:lnTo>
                    <a:pt x="376051" y="1660014"/>
                  </a:lnTo>
                  <a:lnTo>
                    <a:pt x="377304" y="1660917"/>
                  </a:lnTo>
                  <a:lnTo>
                    <a:pt x="378558" y="1661918"/>
                  </a:lnTo>
                  <a:lnTo>
                    <a:pt x="379811" y="1662997"/>
                  </a:lnTo>
                  <a:lnTo>
                    <a:pt x="381064" y="1664146"/>
                  </a:lnTo>
                  <a:lnTo>
                    <a:pt x="382317" y="1665353"/>
                  </a:lnTo>
                  <a:lnTo>
                    <a:pt x="383570" y="1666623"/>
                  </a:lnTo>
                  <a:lnTo>
                    <a:pt x="384824" y="1667935"/>
                  </a:lnTo>
                  <a:lnTo>
                    <a:pt x="386077" y="1669296"/>
                  </a:lnTo>
                  <a:lnTo>
                    <a:pt x="387330" y="1670700"/>
                  </a:lnTo>
                  <a:lnTo>
                    <a:pt x="388583" y="1672148"/>
                  </a:lnTo>
                  <a:lnTo>
                    <a:pt x="389837" y="1673634"/>
                  </a:lnTo>
                  <a:lnTo>
                    <a:pt x="391090" y="1675137"/>
                  </a:lnTo>
                  <a:lnTo>
                    <a:pt x="392343" y="1676609"/>
                  </a:lnTo>
                  <a:lnTo>
                    <a:pt x="393596" y="1677984"/>
                  </a:lnTo>
                  <a:lnTo>
                    <a:pt x="394849" y="1679244"/>
                  </a:lnTo>
                  <a:lnTo>
                    <a:pt x="396103" y="1680399"/>
                  </a:lnTo>
                  <a:lnTo>
                    <a:pt x="397356" y="1681435"/>
                  </a:lnTo>
                  <a:lnTo>
                    <a:pt x="398609" y="1682329"/>
                  </a:lnTo>
                  <a:lnTo>
                    <a:pt x="399862" y="1683081"/>
                  </a:lnTo>
                  <a:lnTo>
                    <a:pt x="401116" y="1683692"/>
                  </a:lnTo>
                  <a:lnTo>
                    <a:pt x="402369" y="1684140"/>
                  </a:lnTo>
                  <a:lnTo>
                    <a:pt x="403622" y="1684418"/>
                  </a:lnTo>
                  <a:lnTo>
                    <a:pt x="404875" y="1684533"/>
                  </a:lnTo>
                  <a:lnTo>
                    <a:pt x="406128" y="1684519"/>
                  </a:lnTo>
                  <a:lnTo>
                    <a:pt x="407382" y="1684376"/>
                  </a:lnTo>
                  <a:lnTo>
                    <a:pt x="408635" y="1684110"/>
                  </a:lnTo>
                  <a:lnTo>
                    <a:pt x="409888" y="1683724"/>
                  </a:lnTo>
                  <a:lnTo>
                    <a:pt x="411141" y="1683213"/>
                  </a:lnTo>
                  <a:lnTo>
                    <a:pt x="412394" y="1682594"/>
                  </a:lnTo>
                  <a:lnTo>
                    <a:pt x="413648" y="1681863"/>
                  </a:lnTo>
                  <a:lnTo>
                    <a:pt x="414901" y="1681003"/>
                  </a:lnTo>
                  <a:lnTo>
                    <a:pt x="416154" y="1680016"/>
                  </a:lnTo>
                  <a:lnTo>
                    <a:pt x="417407" y="1678922"/>
                  </a:lnTo>
                  <a:lnTo>
                    <a:pt x="418661" y="1677729"/>
                  </a:lnTo>
                  <a:lnTo>
                    <a:pt x="419914" y="1676478"/>
                  </a:lnTo>
                  <a:lnTo>
                    <a:pt x="421167" y="1675238"/>
                  </a:lnTo>
                  <a:lnTo>
                    <a:pt x="422420" y="1674054"/>
                  </a:lnTo>
                  <a:lnTo>
                    <a:pt x="423673" y="1672894"/>
                  </a:lnTo>
                  <a:lnTo>
                    <a:pt x="424927" y="1671725"/>
                  </a:lnTo>
                  <a:lnTo>
                    <a:pt x="426180" y="1670539"/>
                  </a:lnTo>
                  <a:lnTo>
                    <a:pt x="427433" y="1669326"/>
                  </a:lnTo>
                  <a:lnTo>
                    <a:pt x="428686" y="1668085"/>
                  </a:lnTo>
                  <a:lnTo>
                    <a:pt x="429940" y="1666831"/>
                  </a:lnTo>
                  <a:lnTo>
                    <a:pt x="431193" y="1665567"/>
                  </a:lnTo>
                  <a:lnTo>
                    <a:pt x="432446" y="1664286"/>
                  </a:lnTo>
                  <a:lnTo>
                    <a:pt x="433699" y="1663008"/>
                  </a:lnTo>
                  <a:lnTo>
                    <a:pt x="434952" y="1661763"/>
                  </a:lnTo>
                  <a:lnTo>
                    <a:pt x="436206" y="1660549"/>
                  </a:lnTo>
                  <a:lnTo>
                    <a:pt x="437459" y="1659308"/>
                  </a:lnTo>
                  <a:lnTo>
                    <a:pt x="438712" y="1657984"/>
                  </a:lnTo>
                  <a:lnTo>
                    <a:pt x="439965" y="1656540"/>
                  </a:lnTo>
                  <a:lnTo>
                    <a:pt x="441218" y="1654990"/>
                  </a:lnTo>
                  <a:lnTo>
                    <a:pt x="442472" y="1653382"/>
                  </a:lnTo>
                  <a:lnTo>
                    <a:pt x="443725" y="1651753"/>
                  </a:lnTo>
                  <a:lnTo>
                    <a:pt x="444978" y="1650108"/>
                  </a:lnTo>
                  <a:lnTo>
                    <a:pt x="446231" y="1648456"/>
                  </a:lnTo>
                  <a:lnTo>
                    <a:pt x="447485" y="1646819"/>
                  </a:lnTo>
                  <a:lnTo>
                    <a:pt x="448738" y="1645216"/>
                  </a:lnTo>
                  <a:lnTo>
                    <a:pt x="449991" y="1643645"/>
                  </a:lnTo>
                  <a:lnTo>
                    <a:pt x="451244" y="1642122"/>
                  </a:lnTo>
                  <a:lnTo>
                    <a:pt x="452497" y="1640634"/>
                  </a:lnTo>
                  <a:lnTo>
                    <a:pt x="453751" y="1639169"/>
                  </a:lnTo>
                  <a:lnTo>
                    <a:pt x="455004" y="1637733"/>
                  </a:lnTo>
                  <a:lnTo>
                    <a:pt x="456257" y="1636384"/>
                  </a:lnTo>
                  <a:lnTo>
                    <a:pt x="457510" y="1635140"/>
                  </a:lnTo>
                  <a:lnTo>
                    <a:pt x="458763" y="1634005"/>
                  </a:lnTo>
                  <a:lnTo>
                    <a:pt x="460017" y="1632970"/>
                  </a:lnTo>
                  <a:lnTo>
                    <a:pt x="461270" y="1632021"/>
                  </a:lnTo>
                  <a:lnTo>
                    <a:pt x="462523" y="1631150"/>
                  </a:lnTo>
                  <a:lnTo>
                    <a:pt x="463776" y="1630376"/>
                  </a:lnTo>
                  <a:lnTo>
                    <a:pt x="465030" y="1629698"/>
                  </a:lnTo>
                  <a:lnTo>
                    <a:pt x="466283" y="1629094"/>
                  </a:lnTo>
                  <a:lnTo>
                    <a:pt x="467536" y="1628530"/>
                  </a:lnTo>
                  <a:lnTo>
                    <a:pt x="468789" y="1627997"/>
                  </a:lnTo>
                  <a:lnTo>
                    <a:pt x="470042" y="1627475"/>
                  </a:lnTo>
                  <a:lnTo>
                    <a:pt x="471296" y="1626967"/>
                  </a:lnTo>
                  <a:lnTo>
                    <a:pt x="472549" y="1626469"/>
                  </a:lnTo>
                  <a:lnTo>
                    <a:pt x="473802" y="1625981"/>
                  </a:lnTo>
                  <a:lnTo>
                    <a:pt x="475055" y="1625499"/>
                  </a:lnTo>
                  <a:lnTo>
                    <a:pt x="476309" y="1625023"/>
                  </a:lnTo>
                  <a:lnTo>
                    <a:pt x="477562" y="1624558"/>
                  </a:lnTo>
                  <a:lnTo>
                    <a:pt x="478815" y="1624110"/>
                  </a:lnTo>
                  <a:lnTo>
                    <a:pt x="480068" y="1623683"/>
                  </a:lnTo>
                  <a:lnTo>
                    <a:pt x="481321" y="1623285"/>
                  </a:lnTo>
                  <a:lnTo>
                    <a:pt x="482575" y="1622894"/>
                  </a:lnTo>
                  <a:lnTo>
                    <a:pt x="483828" y="1622450"/>
                  </a:lnTo>
                  <a:lnTo>
                    <a:pt x="485081" y="1621938"/>
                  </a:lnTo>
                  <a:lnTo>
                    <a:pt x="486334" y="1621373"/>
                  </a:lnTo>
                  <a:lnTo>
                    <a:pt x="487587" y="1620806"/>
                  </a:lnTo>
                  <a:lnTo>
                    <a:pt x="488841" y="1620262"/>
                  </a:lnTo>
                  <a:lnTo>
                    <a:pt x="490094" y="1619752"/>
                  </a:lnTo>
                  <a:lnTo>
                    <a:pt x="491347" y="1619274"/>
                  </a:lnTo>
                  <a:lnTo>
                    <a:pt x="492600" y="1618830"/>
                  </a:lnTo>
                  <a:lnTo>
                    <a:pt x="493854" y="1618426"/>
                  </a:lnTo>
                  <a:lnTo>
                    <a:pt x="495107" y="1618071"/>
                  </a:lnTo>
                  <a:lnTo>
                    <a:pt x="496360" y="1617797"/>
                  </a:lnTo>
                  <a:lnTo>
                    <a:pt x="497613" y="1617582"/>
                  </a:lnTo>
                  <a:lnTo>
                    <a:pt x="498866" y="1617403"/>
                  </a:lnTo>
                  <a:lnTo>
                    <a:pt x="500120" y="1617284"/>
                  </a:lnTo>
                  <a:lnTo>
                    <a:pt x="501373" y="1617269"/>
                  </a:lnTo>
                  <a:lnTo>
                    <a:pt x="502626" y="1617423"/>
                  </a:lnTo>
                  <a:lnTo>
                    <a:pt x="503879" y="1617746"/>
                  </a:lnTo>
                  <a:lnTo>
                    <a:pt x="505133" y="1618222"/>
                  </a:lnTo>
                  <a:lnTo>
                    <a:pt x="506386" y="1618810"/>
                  </a:lnTo>
                  <a:lnTo>
                    <a:pt x="507639" y="1619507"/>
                  </a:lnTo>
                  <a:lnTo>
                    <a:pt x="508892" y="1620318"/>
                  </a:lnTo>
                  <a:lnTo>
                    <a:pt x="510145" y="1621246"/>
                  </a:lnTo>
                  <a:lnTo>
                    <a:pt x="511399" y="1622268"/>
                  </a:lnTo>
                  <a:lnTo>
                    <a:pt x="512652" y="1623399"/>
                  </a:lnTo>
                  <a:lnTo>
                    <a:pt x="513905" y="1624659"/>
                  </a:lnTo>
                  <a:lnTo>
                    <a:pt x="515158" y="1626028"/>
                  </a:lnTo>
                  <a:lnTo>
                    <a:pt x="516411" y="1627523"/>
                  </a:lnTo>
                  <a:lnTo>
                    <a:pt x="517665" y="1629161"/>
                  </a:lnTo>
                  <a:lnTo>
                    <a:pt x="518918" y="1630913"/>
                  </a:lnTo>
                  <a:lnTo>
                    <a:pt x="520171" y="1632716"/>
                  </a:lnTo>
                  <a:lnTo>
                    <a:pt x="521424" y="1634559"/>
                  </a:lnTo>
                  <a:lnTo>
                    <a:pt x="522678" y="1636446"/>
                  </a:lnTo>
                  <a:lnTo>
                    <a:pt x="523931" y="1638374"/>
                  </a:lnTo>
                  <a:lnTo>
                    <a:pt x="525184" y="1640348"/>
                  </a:lnTo>
                  <a:lnTo>
                    <a:pt x="526437" y="1642341"/>
                  </a:lnTo>
                  <a:lnTo>
                    <a:pt x="527690" y="1644333"/>
                  </a:lnTo>
                  <a:lnTo>
                    <a:pt x="528944" y="1646312"/>
                  </a:lnTo>
                  <a:lnTo>
                    <a:pt x="530197" y="1648308"/>
                  </a:lnTo>
                  <a:lnTo>
                    <a:pt x="531450" y="1650303"/>
                  </a:lnTo>
                  <a:lnTo>
                    <a:pt x="532703" y="1652251"/>
                  </a:lnTo>
                  <a:lnTo>
                    <a:pt x="533957" y="1654132"/>
                  </a:lnTo>
                  <a:lnTo>
                    <a:pt x="535210" y="1655943"/>
                  </a:lnTo>
                  <a:lnTo>
                    <a:pt x="536463" y="1657681"/>
                  </a:lnTo>
                  <a:lnTo>
                    <a:pt x="537716" y="1659337"/>
                  </a:lnTo>
                  <a:lnTo>
                    <a:pt x="538969" y="1660938"/>
                  </a:lnTo>
                  <a:lnTo>
                    <a:pt x="540223" y="1662483"/>
                  </a:lnTo>
                  <a:lnTo>
                    <a:pt x="541476" y="1663973"/>
                  </a:lnTo>
                  <a:lnTo>
                    <a:pt x="542729" y="1665418"/>
                  </a:lnTo>
                  <a:lnTo>
                    <a:pt x="543982" y="1666819"/>
                  </a:lnTo>
                  <a:lnTo>
                    <a:pt x="545235" y="1668179"/>
                  </a:lnTo>
                  <a:lnTo>
                    <a:pt x="546489" y="1669542"/>
                  </a:lnTo>
                  <a:lnTo>
                    <a:pt x="547742" y="1670937"/>
                  </a:lnTo>
                  <a:lnTo>
                    <a:pt x="548995" y="1672337"/>
                  </a:lnTo>
                  <a:lnTo>
                    <a:pt x="550248" y="1673726"/>
                  </a:lnTo>
                  <a:lnTo>
                    <a:pt x="551502" y="1675103"/>
                  </a:lnTo>
                  <a:lnTo>
                    <a:pt x="552755" y="1676469"/>
                  </a:lnTo>
                  <a:lnTo>
                    <a:pt x="554008" y="1677826"/>
                  </a:lnTo>
                  <a:lnTo>
                    <a:pt x="555261" y="1679172"/>
                  </a:lnTo>
                  <a:lnTo>
                    <a:pt x="556514" y="1680517"/>
                  </a:lnTo>
                  <a:lnTo>
                    <a:pt x="557768" y="1681869"/>
                  </a:lnTo>
                  <a:lnTo>
                    <a:pt x="559021" y="1683231"/>
                  </a:lnTo>
                  <a:lnTo>
                    <a:pt x="560274" y="1684567"/>
                  </a:lnTo>
                  <a:lnTo>
                    <a:pt x="561527" y="1685828"/>
                  </a:lnTo>
                  <a:lnTo>
                    <a:pt x="562781" y="1686998"/>
                  </a:lnTo>
                  <a:lnTo>
                    <a:pt x="564034" y="1688041"/>
                  </a:lnTo>
                  <a:lnTo>
                    <a:pt x="565287" y="1688876"/>
                  </a:lnTo>
                  <a:lnTo>
                    <a:pt x="566540" y="1689475"/>
                  </a:lnTo>
                  <a:lnTo>
                    <a:pt x="567793" y="1689848"/>
                  </a:lnTo>
                  <a:lnTo>
                    <a:pt x="569047" y="1689961"/>
                  </a:lnTo>
                  <a:lnTo>
                    <a:pt x="570300" y="1689805"/>
                  </a:lnTo>
                  <a:lnTo>
                    <a:pt x="571553" y="1689332"/>
                  </a:lnTo>
                  <a:lnTo>
                    <a:pt x="572806" y="1688527"/>
                  </a:lnTo>
                  <a:lnTo>
                    <a:pt x="574059" y="1687382"/>
                  </a:lnTo>
                  <a:lnTo>
                    <a:pt x="575313" y="1685877"/>
                  </a:lnTo>
                  <a:lnTo>
                    <a:pt x="576566" y="1683957"/>
                  </a:lnTo>
                  <a:lnTo>
                    <a:pt x="577819" y="1681601"/>
                  </a:lnTo>
                  <a:lnTo>
                    <a:pt x="579072" y="1678821"/>
                  </a:lnTo>
                  <a:lnTo>
                    <a:pt x="580326" y="1675637"/>
                  </a:lnTo>
                  <a:lnTo>
                    <a:pt x="581579" y="1672046"/>
                  </a:lnTo>
                  <a:lnTo>
                    <a:pt x="582832" y="1668106"/>
                  </a:lnTo>
                  <a:lnTo>
                    <a:pt x="584085" y="1663891"/>
                  </a:lnTo>
                  <a:lnTo>
                    <a:pt x="585338" y="1659397"/>
                  </a:lnTo>
                  <a:lnTo>
                    <a:pt x="586592" y="1654625"/>
                  </a:lnTo>
                  <a:lnTo>
                    <a:pt x="587845" y="1649622"/>
                  </a:lnTo>
                  <a:lnTo>
                    <a:pt x="589098" y="1644398"/>
                  </a:lnTo>
                  <a:lnTo>
                    <a:pt x="590351" y="1639013"/>
                  </a:lnTo>
                  <a:lnTo>
                    <a:pt x="591605" y="1633499"/>
                  </a:lnTo>
                  <a:lnTo>
                    <a:pt x="592858" y="1627864"/>
                  </a:lnTo>
                  <a:lnTo>
                    <a:pt x="594111" y="1622122"/>
                  </a:lnTo>
                  <a:lnTo>
                    <a:pt x="595364" y="1616361"/>
                  </a:lnTo>
                  <a:lnTo>
                    <a:pt x="596617" y="1610636"/>
                  </a:lnTo>
                  <a:lnTo>
                    <a:pt x="597871" y="1604959"/>
                  </a:lnTo>
                  <a:lnTo>
                    <a:pt x="599124" y="1599327"/>
                  </a:lnTo>
                  <a:lnTo>
                    <a:pt x="600377" y="1593783"/>
                  </a:lnTo>
                  <a:lnTo>
                    <a:pt x="601630" y="1588316"/>
                  </a:lnTo>
                  <a:lnTo>
                    <a:pt x="602883" y="1582898"/>
                  </a:lnTo>
                  <a:lnTo>
                    <a:pt x="604137" y="1577532"/>
                  </a:lnTo>
                  <a:lnTo>
                    <a:pt x="605390" y="1572195"/>
                  </a:lnTo>
                  <a:lnTo>
                    <a:pt x="606643" y="1566876"/>
                  </a:lnTo>
                  <a:lnTo>
                    <a:pt x="607896" y="1561614"/>
                  </a:lnTo>
                  <a:lnTo>
                    <a:pt x="609150" y="1556399"/>
                  </a:lnTo>
                  <a:lnTo>
                    <a:pt x="610403" y="1551203"/>
                  </a:lnTo>
                  <a:lnTo>
                    <a:pt x="611656" y="1546057"/>
                  </a:lnTo>
                  <a:lnTo>
                    <a:pt x="612909" y="1540999"/>
                  </a:lnTo>
                  <a:lnTo>
                    <a:pt x="614162" y="1536003"/>
                  </a:lnTo>
                  <a:lnTo>
                    <a:pt x="615416" y="1531039"/>
                  </a:lnTo>
                  <a:lnTo>
                    <a:pt x="616669" y="1526101"/>
                  </a:lnTo>
                  <a:lnTo>
                    <a:pt x="617922" y="1521181"/>
                  </a:lnTo>
                  <a:lnTo>
                    <a:pt x="619175" y="1516222"/>
                  </a:lnTo>
                  <a:lnTo>
                    <a:pt x="620428" y="1511218"/>
                  </a:lnTo>
                  <a:lnTo>
                    <a:pt x="621682" y="1506126"/>
                  </a:lnTo>
                  <a:lnTo>
                    <a:pt x="622935" y="1500995"/>
                  </a:lnTo>
                  <a:lnTo>
                    <a:pt x="624188" y="1495917"/>
                  </a:lnTo>
                  <a:lnTo>
                    <a:pt x="625441" y="1490950"/>
                  </a:lnTo>
                  <a:lnTo>
                    <a:pt x="626695" y="1486111"/>
                  </a:lnTo>
                  <a:lnTo>
                    <a:pt x="627948" y="1481447"/>
                  </a:lnTo>
                  <a:lnTo>
                    <a:pt x="629201" y="1477024"/>
                  </a:lnTo>
                  <a:lnTo>
                    <a:pt x="630454" y="1472819"/>
                  </a:lnTo>
                  <a:lnTo>
                    <a:pt x="631707" y="1468832"/>
                  </a:lnTo>
                  <a:lnTo>
                    <a:pt x="632961" y="1465114"/>
                  </a:lnTo>
                  <a:lnTo>
                    <a:pt x="634214" y="1461717"/>
                  </a:lnTo>
                  <a:lnTo>
                    <a:pt x="635467" y="1458693"/>
                  </a:lnTo>
                  <a:lnTo>
                    <a:pt x="636720" y="1456041"/>
                  </a:lnTo>
                  <a:lnTo>
                    <a:pt x="637974" y="1453813"/>
                  </a:lnTo>
                  <a:lnTo>
                    <a:pt x="639227" y="1452012"/>
                  </a:lnTo>
                  <a:lnTo>
                    <a:pt x="640480" y="1450691"/>
                  </a:lnTo>
                  <a:lnTo>
                    <a:pt x="641733" y="1449840"/>
                  </a:lnTo>
                  <a:lnTo>
                    <a:pt x="642986" y="1449427"/>
                  </a:lnTo>
                  <a:lnTo>
                    <a:pt x="644240" y="1449430"/>
                  </a:lnTo>
                  <a:lnTo>
                    <a:pt x="645493" y="1449854"/>
                  </a:lnTo>
                  <a:lnTo>
                    <a:pt x="646746" y="1450644"/>
                  </a:lnTo>
                  <a:lnTo>
                    <a:pt x="647999" y="1451770"/>
                  </a:lnTo>
                  <a:lnTo>
                    <a:pt x="649252" y="1453251"/>
                  </a:lnTo>
                  <a:lnTo>
                    <a:pt x="650506" y="1455074"/>
                  </a:lnTo>
                  <a:lnTo>
                    <a:pt x="651759" y="1457193"/>
                  </a:lnTo>
                  <a:lnTo>
                    <a:pt x="653012" y="1459563"/>
                  </a:lnTo>
                  <a:lnTo>
                    <a:pt x="654265" y="1462114"/>
                  </a:lnTo>
                  <a:lnTo>
                    <a:pt x="655519" y="1464839"/>
                  </a:lnTo>
                  <a:lnTo>
                    <a:pt x="656772" y="1467728"/>
                  </a:lnTo>
                  <a:lnTo>
                    <a:pt x="658025" y="1470766"/>
                  </a:lnTo>
                  <a:lnTo>
                    <a:pt x="659278" y="1473893"/>
                  </a:lnTo>
                  <a:lnTo>
                    <a:pt x="660531" y="1477097"/>
                  </a:lnTo>
                  <a:lnTo>
                    <a:pt x="661785" y="1480347"/>
                  </a:lnTo>
                  <a:lnTo>
                    <a:pt x="663038" y="1483615"/>
                  </a:lnTo>
                  <a:lnTo>
                    <a:pt x="664291" y="1486852"/>
                  </a:lnTo>
                  <a:lnTo>
                    <a:pt x="665544" y="1490074"/>
                  </a:lnTo>
                  <a:lnTo>
                    <a:pt x="666798" y="1493280"/>
                  </a:lnTo>
                  <a:lnTo>
                    <a:pt x="668051" y="1496478"/>
                  </a:lnTo>
                  <a:lnTo>
                    <a:pt x="669304" y="1499691"/>
                  </a:lnTo>
                  <a:lnTo>
                    <a:pt x="670557" y="1502896"/>
                  </a:lnTo>
                  <a:lnTo>
                    <a:pt x="671810" y="1506014"/>
                  </a:lnTo>
                  <a:lnTo>
                    <a:pt x="673064" y="1509037"/>
                  </a:lnTo>
                  <a:lnTo>
                    <a:pt x="674317" y="1511967"/>
                  </a:lnTo>
                  <a:lnTo>
                    <a:pt x="675570" y="1514769"/>
                  </a:lnTo>
                  <a:lnTo>
                    <a:pt x="676823" y="1517442"/>
                  </a:lnTo>
                  <a:lnTo>
                    <a:pt x="678076" y="1520014"/>
                  </a:lnTo>
                  <a:lnTo>
                    <a:pt x="679330" y="1522490"/>
                  </a:lnTo>
                  <a:lnTo>
                    <a:pt x="680583" y="1524907"/>
                  </a:lnTo>
                  <a:lnTo>
                    <a:pt x="681836" y="1527316"/>
                  </a:lnTo>
                  <a:lnTo>
                    <a:pt x="683089" y="1529757"/>
                  </a:lnTo>
                  <a:lnTo>
                    <a:pt x="684343" y="1532235"/>
                  </a:lnTo>
                  <a:lnTo>
                    <a:pt x="685596" y="1534745"/>
                  </a:lnTo>
                  <a:lnTo>
                    <a:pt x="686849" y="1537232"/>
                  </a:lnTo>
                  <a:lnTo>
                    <a:pt x="688102" y="1539638"/>
                  </a:lnTo>
                  <a:lnTo>
                    <a:pt x="689355" y="1541960"/>
                  </a:lnTo>
                  <a:lnTo>
                    <a:pt x="690609" y="1544244"/>
                  </a:lnTo>
                  <a:lnTo>
                    <a:pt x="691862" y="1546476"/>
                  </a:lnTo>
                  <a:lnTo>
                    <a:pt x="693115" y="1548659"/>
                  </a:lnTo>
                  <a:lnTo>
                    <a:pt x="694368" y="1550843"/>
                  </a:lnTo>
                  <a:lnTo>
                    <a:pt x="695622" y="1553020"/>
                  </a:lnTo>
                  <a:lnTo>
                    <a:pt x="696875" y="1555172"/>
                  </a:lnTo>
                  <a:lnTo>
                    <a:pt x="698128" y="1557264"/>
                  </a:lnTo>
                  <a:lnTo>
                    <a:pt x="699381" y="1559300"/>
                  </a:lnTo>
                  <a:lnTo>
                    <a:pt x="700634" y="1561278"/>
                  </a:lnTo>
                  <a:lnTo>
                    <a:pt x="701888" y="1563198"/>
                  </a:lnTo>
                  <a:lnTo>
                    <a:pt x="703141" y="1565082"/>
                  </a:lnTo>
                  <a:lnTo>
                    <a:pt x="704394" y="1566925"/>
                  </a:lnTo>
                  <a:lnTo>
                    <a:pt x="705647" y="1568735"/>
                  </a:lnTo>
                  <a:lnTo>
                    <a:pt x="706900" y="1570505"/>
                  </a:lnTo>
                  <a:lnTo>
                    <a:pt x="708154" y="1572216"/>
                  </a:lnTo>
                  <a:lnTo>
                    <a:pt x="709407" y="1573839"/>
                  </a:lnTo>
                  <a:lnTo>
                    <a:pt x="710660" y="1575398"/>
                  </a:lnTo>
                  <a:lnTo>
                    <a:pt x="711913" y="1576880"/>
                  </a:lnTo>
                  <a:lnTo>
                    <a:pt x="713167" y="1578256"/>
                  </a:lnTo>
                  <a:lnTo>
                    <a:pt x="714420" y="1579532"/>
                  </a:lnTo>
                  <a:lnTo>
                    <a:pt x="715673" y="1580719"/>
                  </a:lnTo>
                  <a:lnTo>
                    <a:pt x="716926" y="1581866"/>
                  </a:lnTo>
                  <a:lnTo>
                    <a:pt x="718179" y="1582970"/>
                  </a:lnTo>
                  <a:lnTo>
                    <a:pt x="719433" y="1583998"/>
                  </a:lnTo>
                  <a:lnTo>
                    <a:pt x="720686" y="1584928"/>
                  </a:lnTo>
                  <a:lnTo>
                    <a:pt x="721939" y="1585749"/>
                  </a:lnTo>
                  <a:lnTo>
                    <a:pt x="723192" y="1586457"/>
                  </a:lnTo>
                  <a:lnTo>
                    <a:pt x="724446" y="1587092"/>
                  </a:lnTo>
                  <a:lnTo>
                    <a:pt x="725699" y="1587711"/>
                  </a:lnTo>
                  <a:lnTo>
                    <a:pt x="726952" y="1588361"/>
                  </a:lnTo>
                  <a:lnTo>
                    <a:pt x="728205" y="1589076"/>
                  </a:lnTo>
                  <a:lnTo>
                    <a:pt x="729458" y="1589860"/>
                  </a:lnTo>
                  <a:lnTo>
                    <a:pt x="730712" y="1590716"/>
                  </a:lnTo>
                  <a:lnTo>
                    <a:pt x="731965" y="1591628"/>
                  </a:lnTo>
                  <a:lnTo>
                    <a:pt x="733218" y="1592595"/>
                  </a:lnTo>
                  <a:lnTo>
                    <a:pt x="734471" y="1593683"/>
                  </a:lnTo>
                  <a:lnTo>
                    <a:pt x="735724" y="1594951"/>
                  </a:lnTo>
                  <a:lnTo>
                    <a:pt x="736978" y="1596404"/>
                  </a:lnTo>
                  <a:lnTo>
                    <a:pt x="738231" y="1598044"/>
                  </a:lnTo>
                  <a:lnTo>
                    <a:pt x="739484" y="1599860"/>
                  </a:lnTo>
                  <a:lnTo>
                    <a:pt x="740737" y="1601839"/>
                  </a:lnTo>
                  <a:lnTo>
                    <a:pt x="741991" y="1603982"/>
                  </a:lnTo>
                  <a:lnTo>
                    <a:pt x="743244" y="1606263"/>
                  </a:lnTo>
                  <a:lnTo>
                    <a:pt x="744497" y="1608663"/>
                  </a:lnTo>
                  <a:lnTo>
                    <a:pt x="745750" y="1611154"/>
                  </a:lnTo>
                  <a:lnTo>
                    <a:pt x="747003" y="1613719"/>
                  </a:lnTo>
                  <a:lnTo>
                    <a:pt x="748257" y="1616321"/>
                  </a:lnTo>
                  <a:lnTo>
                    <a:pt x="749510" y="1618979"/>
                  </a:lnTo>
                  <a:lnTo>
                    <a:pt x="750763" y="1621700"/>
                  </a:lnTo>
                  <a:lnTo>
                    <a:pt x="752016" y="1624474"/>
                  </a:lnTo>
                  <a:lnTo>
                    <a:pt x="753270" y="1627234"/>
                  </a:lnTo>
                  <a:lnTo>
                    <a:pt x="754523" y="1629904"/>
                  </a:lnTo>
                  <a:lnTo>
                    <a:pt x="755776" y="1632437"/>
                  </a:lnTo>
                  <a:lnTo>
                    <a:pt x="757029" y="1634778"/>
                  </a:lnTo>
                  <a:lnTo>
                    <a:pt x="758282" y="1636880"/>
                  </a:lnTo>
                  <a:lnTo>
                    <a:pt x="759536" y="1638727"/>
                  </a:lnTo>
                  <a:lnTo>
                    <a:pt x="760789" y="1640283"/>
                  </a:lnTo>
                  <a:lnTo>
                    <a:pt x="762042" y="1641523"/>
                  </a:lnTo>
                  <a:lnTo>
                    <a:pt x="763295" y="1642389"/>
                  </a:lnTo>
                  <a:lnTo>
                    <a:pt x="764548" y="1642854"/>
                  </a:lnTo>
                  <a:lnTo>
                    <a:pt x="765802" y="1642871"/>
                  </a:lnTo>
                  <a:lnTo>
                    <a:pt x="767055" y="1642418"/>
                  </a:lnTo>
                  <a:lnTo>
                    <a:pt x="768308" y="1641496"/>
                  </a:lnTo>
                  <a:lnTo>
                    <a:pt x="769561" y="1640133"/>
                  </a:lnTo>
                  <a:lnTo>
                    <a:pt x="770815" y="1638367"/>
                  </a:lnTo>
                  <a:lnTo>
                    <a:pt x="772068" y="1636212"/>
                  </a:lnTo>
                  <a:lnTo>
                    <a:pt x="773321" y="1633702"/>
                  </a:lnTo>
                  <a:lnTo>
                    <a:pt x="774574" y="1630831"/>
                  </a:lnTo>
                  <a:lnTo>
                    <a:pt x="775827" y="1627610"/>
                  </a:lnTo>
                  <a:lnTo>
                    <a:pt x="777081" y="1624075"/>
                  </a:lnTo>
                  <a:lnTo>
                    <a:pt x="778334" y="1620231"/>
                  </a:lnTo>
                  <a:lnTo>
                    <a:pt x="779587" y="1616094"/>
                  </a:lnTo>
                  <a:lnTo>
                    <a:pt x="780840" y="1611678"/>
                  </a:lnTo>
                  <a:lnTo>
                    <a:pt x="782093" y="1607033"/>
                  </a:lnTo>
                  <a:lnTo>
                    <a:pt x="783347" y="1602193"/>
                  </a:lnTo>
                  <a:lnTo>
                    <a:pt x="784600" y="1597201"/>
                  </a:lnTo>
                  <a:lnTo>
                    <a:pt x="785853" y="1592109"/>
                  </a:lnTo>
                  <a:lnTo>
                    <a:pt x="787106" y="1586909"/>
                  </a:lnTo>
                  <a:lnTo>
                    <a:pt x="788360" y="1581541"/>
                  </a:lnTo>
                  <a:lnTo>
                    <a:pt x="789613" y="1575985"/>
                  </a:lnTo>
                  <a:lnTo>
                    <a:pt x="790866" y="1570242"/>
                  </a:lnTo>
                  <a:lnTo>
                    <a:pt x="792119" y="1564302"/>
                  </a:lnTo>
                  <a:lnTo>
                    <a:pt x="793372" y="1558161"/>
                  </a:lnTo>
                  <a:lnTo>
                    <a:pt x="794626" y="1551863"/>
                  </a:lnTo>
                  <a:lnTo>
                    <a:pt x="795879" y="1545395"/>
                  </a:lnTo>
                  <a:lnTo>
                    <a:pt x="797132" y="1538762"/>
                  </a:lnTo>
                  <a:lnTo>
                    <a:pt x="798385" y="1531899"/>
                  </a:lnTo>
                  <a:lnTo>
                    <a:pt x="799639" y="1524776"/>
                  </a:lnTo>
                  <a:lnTo>
                    <a:pt x="800892" y="1517349"/>
                  </a:lnTo>
                  <a:lnTo>
                    <a:pt x="802145" y="1509597"/>
                  </a:lnTo>
                  <a:lnTo>
                    <a:pt x="803398" y="1501534"/>
                  </a:lnTo>
                  <a:lnTo>
                    <a:pt x="804651" y="1493166"/>
                  </a:lnTo>
                  <a:lnTo>
                    <a:pt x="805905" y="1484502"/>
                  </a:lnTo>
                  <a:lnTo>
                    <a:pt x="807158" y="1475557"/>
                  </a:lnTo>
                  <a:lnTo>
                    <a:pt x="808411" y="1466303"/>
                  </a:lnTo>
                  <a:lnTo>
                    <a:pt x="809664" y="1456773"/>
                  </a:lnTo>
                  <a:lnTo>
                    <a:pt x="810917" y="1447032"/>
                  </a:lnTo>
                  <a:lnTo>
                    <a:pt x="812171" y="1437079"/>
                  </a:lnTo>
                  <a:lnTo>
                    <a:pt x="813424" y="1426907"/>
                  </a:lnTo>
                  <a:lnTo>
                    <a:pt x="814677" y="1416491"/>
                  </a:lnTo>
                  <a:lnTo>
                    <a:pt x="815930" y="1405812"/>
                  </a:lnTo>
                  <a:lnTo>
                    <a:pt x="817184" y="1394944"/>
                  </a:lnTo>
                  <a:lnTo>
                    <a:pt x="818437" y="1383934"/>
                  </a:lnTo>
                  <a:lnTo>
                    <a:pt x="819690" y="1372863"/>
                  </a:lnTo>
                  <a:lnTo>
                    <a:pt x="820943" y="1361811"/>
                  </a:lnTo>
                  <a:lnTo>
                    <a:pt x="822196" y="1350836"/>
                  </a:lnTo>
                  <a:lnTo>
                    <a:pt x="823450" y="1339991"/>
                  </a:lnTo>
                  <a:lnTo>
                    <a:pt x="824703" y="1329327"/>
                  </a:lnTo>
                  <a:lnTo>
                    <a:pt x="825956" y="1318893"/>
                  </a:lnTo>
                  <a:lnTo>
                    <a:pt x="827209" y="1308751"/>
                  </a:lnTo>
                  <a:lnTo>
                    <a:pt x="828463" y="1298919"/>
                  </a:lnTo>
                  <a:lnTo>
                    <a:pt x="829716" y="1289403"/>
                  </a:lnTo>
                  <a:lnTo>
                    <a:pt x="830969" y="1280229"/>
                  </a:lnTo>
                  <a:lnTo>
                    <a:pt x="832222" y="1271395"/>
                  </a:lnTo>
                  <a:lnTo>
                    <a:pt x="833475" y="1262890"/>
                  </a:lnTo>
                  <a:lnTo>
                    <a:pt x="834729" y="1254749"/>
                  </a:lnTo>
                  <a:lnTo>
                    <a:pt x="835982" y="1247004"/>
                  </a:lnTo>
                  <a:lnTo>
                    <a:pt x="837235" y="1239636"/>
                  </a:lnTo>
                  <a:lnTo>
                    <a:pt x="838488" y="1232643"/>
                  </a:lnTo>
                  <a:lnTo>
                    <a:pt x="839741" y="1226004"/>
                  </a:lnTo>
                  <a:lnTo>
                    <a:pt x="840995" y="1219706"/>
                  </a:lnTo>
                  <a:lnTo>
                    <a:pt x="842248" y="1213695"/>
                  </a:lnTo>
                  <a:lnTo>
                    <a:pt x="843501" y="1207933"/>
                  </a:lnTo>
                  <a:lnTo>
                    <a:pt x="844754" y="1202418"/>
                  </a:lnTo>
                  <a:lnTo>
                    <a:pt x="846008" y="1197103"/>
                  </a:lnTo>
                  <a:lnTo>
                    <a:pt x="847261" y="1191959"/>
                  </a:lnTo>
                  <a:lnTo>
                    <a:pt x="848514" y="1186935"/>
                  </a:lnTo>
                  <a:lnTo>
                    <a:pt x="849767" y="1182018"/>
                  </a:lnTo>
                  <a:lnTo>
                    <a:pt x="851020" y="1177200"/>
                  </a:lnTo>
                  <a:lnTo>
                    <a:pt x="852274" y="1172517"/>
                  </a:lnTo>
                  <a:lnTo>
                    <a:pt x="853527" y="1167954"/>
                  </a:lnTo>
                  <a:lnTo>
                    <a:pt x="854780" y="1163478"/>
                  </a:lnTo>
                  <a:lnTo>
                    <a:pt x="856033" y="1159084"/>
                  </a:lnTo>
                  <a:lnTo>
                    <a:pt x="857287" y="1154775"/>
                  </a:lnTo>
                  <a:lnTo>
                    <a:pt x="858540" y="1150532"/>
                  </a:lnTo>
                  <a:lnTo>
                    <a:pt x="859793" y="1146371"/>
                  </a:lnTo>
                  <a:lnTo>
                    <a:pt x="861046" y="1142351"/>
                  </a:lnTo>
                  <a:lnTo>
                    <a:pt x="862299" y="1138514"/>
                  </a:lnTo>
                  <a:lnTo>
                    <a:pt x="863553" y="1134905"/>
                  </a:lnTo>
                  <a:lnTo>
                    <a:pt x="864806" y="1131603"/>
                  </a:lnTo>
                  <a:lnTo>
                    <a:pt x="866059" y="1128646"/>
                  </a:lnTo>
                  <a:lnTo>
                    <a:pt x="867312" y="1126023"/>
                  </a:lnTo>
                  <a:lnTo>
                    <a:pt x="868565" y="1123717"/>
                  </a:lnTo>
                  <a:lnTo>
                    <a:pt x="869819" y="1121713"/>
                  </a:lnTo>
                  <a:lnTo>
                    <a:pt x="871072" y="1120025"/>
                  </a:lnTo>
                  <a:lnTo>
                    <a:pt x="872325" y="1118646"/>
                  </a:lnTo>
                  <a:lnTo>
                    <a:pt x="873578" y="1117527"/>
                  </a:lnTo>
                  <a:lnTo>
                    <a:pt x="874832" y="1116662"/>
                  </a:lnTo>
                  <a:lnTo>
                    <a:pt x="876085" y="1116066"/>
                  </a:lnTo>
                  <a:lnTo>
                    <a:pt x="877338" y="1115758"/>
                  </a:lnTo>
                  <a:lnTo>
                    <a:pt x="878591" y="1115813"/>
                  </a:lnTo>
                  <a:lnTo>
                    <a:pt x="879844" y="1116250"/>
                  </a:lnTo>
                  <a:lnTo>
                    <a:pt x="881098" y="1117069"/>
                  </a:lnTo>
                  <a:lnTo>
                    <a:pt x="882351" y="1118242"/>
                  </a:lnTo>
                  <a:lnTo>
                    <a:pt x="883604" y="1119674"/>
                  </a:lnTo>
                  <a:lnTo>
                    <a:pt x="884857" y="1121317"/>
                  </a:lnTo>
                  <a:lnTo>
                    <a:pt x="886111" y="1123152"/>
                  </a:lnTo>
                  <a:lnTo>
                    <a:pt x="887364" y="1125154"/>
                  </a:lnTo>
                  <a:lnTo>
                    <a:pt x="888617" y="1127325"/>
                  </a:lnTo>
                  <a:lnTo>
                    <a:pt x="889870" y="1129651"/>
                  </a:lnTo>
                  <a:lnTo>
                    <a:pt x="891123" y="1132123"/>
                  </a:lnTo>
                  <a:lnTo>
                    <a:pt x="892377" y="1134755"/>
                  </a:lnTo>
                  <a:lnTo>
                    <a:pt x="893630" y="1137520"/>
                  </a:lnTo>
                  <a:lnTo>
                    <a:pt x="894883" y="1140414"/>
                  </a:lnTo>
                  <a:lnTo>
                    <a:pt x="896136" y="1143410"/>
                  </a:lnTo>
                  <a:lnTo>
                    <a:pt x="897389" y="1146455"/>
                  </a:lnTo>
                  <a:lnTo>
                    <a:pt x="898643" y="1149460"/>
                  </a:lnTo>
                  <a:lnTo>
                    <a:pt x="899896" y="1152393"/>
                  </a:lnTo>
                  <a:lnTo>
                    <a:pt x="901149" y="1155268"/>
                  </a:lnTo>
                  <a:lnTo>
                    <a:pt x="902402" y="1158122"/>
                  </a:lnTo>
                  <a:lnTo>
                    <a:pt x="903656" y="1160953"/>
                  </a:lnTo>
                  <a:lnTo>
                    <a:pt x="904909" y="1163783"/>
                  </a:lnTo>
                  <a:lnTo>
                    <a:pt x="906162" y="1166666"/>
                  </a:lnTo>
                  <a:lnTo>
                    <a:pt x="907415" y="1169577"/>
                  </a:lnTo>
                  <a:lnTo>
                    <a:pt x="908668" y="1172484"/>
                  </a:lnTo>
                  <a:lnTo>
                    <a:pt x="909922" y="1175404"/>
                  </a:lnTo>
                  <a:lnTo>
                    <a:pt x="911175" y="1178342"/>
                  </a:lnTo>
                  <a:lnTo>
                    <a:pt x="912428" y="1181312"/>
                  </a:lnTo>
                  <a:lnTo>
                    <a:pt x="913681" y="1184293"/>
                  </a:lnTo>
                  <a:lnTo>
                    <a:pt x="914935" y="1187283"/>
                  </a:lnTo>
                  <a:lnTo>
                    <a:pt x="916188" y="1190249"/>
                  </a:lnTo>
                  <a:lnTo>
                    <a:pt x="917441" y="1193214"/>
                  </a:lnTo>
                  <a:lnTo>
                    <a:pt x="918694" y="1196208"/>
                  </a:lnTo>
                  <a:lnTo>
                    <a:pt x="919947" y="1199189"/>
                  </a:lnTo>
                  <a:lnTo>
                    <a:pt x="921201" y="1202164"/>
                  </a:lnTo>
                  <a:lnTo>
                    <a:pt x="922454" y="1205130"/>
                  </a:lnTo>
                  <a:lnTo>
                    <a:pt x="923707" y="1208040"/>
                  </a:lnTo>
                  <a:lnTo>
                    <a:pt x="924960" y="1210853"/>
                  </a:lnTo>
                  <a:lnTo>
                    <a:pt x="926213" y="1213594"/>
                  </a:lnTo>
                  <a:lnTo>
                    <a:pt x="927467" y="1216262"/>
                  </a:lnTo>
                  <a:lnTo>
                    <a:pt x="928720" y="1218837"/>
                  </a:lnTo>
                  <a:lnTo>
                    <a:pt x="929973" y="1221353"/>
                  </a:lnTo>
                  <a:lnTo>
                    <a:pt x="931226" y="1223852"/>
                  </a:lnTo>
                  <a:lnTo>
                    <a:pt x="932480" y="1226384"/>
                  </a:lnTo>
                  <a:lnTo>
                    <a:pt x="933733" y="1228990"/>
                  </a:lnTo>
                  <a:lnTo>
                    <a:pt x="934986" y="1231666"/>
                  </a:lnTo>
                  <a:lnTo>
                    <a:pt x="936239" y="1234436"/>
                  </a:lnTo>
                  <a:lnTo>
                    <a:pt x="937492" y="1237301"/>
                  </a:lnTo>
                  <a:lnTo>
                    <a:pt x="938746" y="1240255"/>
                  </a:lnTo>
                  <a:lnTo>
                    <a:pt x="939999" y="1243326"/>
                  </a:lnTo>
                  <a:lnTo>
                    <a:pt x="941252" y="1246482"/>
                  </a:lnTo>
                  <a:lnTo>
                    <a:pt x="942505" y="1249675"/>
                  </a:lnTo>
                  <a:lnTo>
                    <a:pt x="943758" y="1252900"/>
                  </a:lnTo>
                  <a:lnTo>
                    <a:pt x="945012" y="1256145"/>
                  </a:lnTo>
                  <a:lnTo>
                    <a:pt x="946265" y="1259455"/>
                  </a:lnTo>
                  <a:lnTo>
                    <a:pt x="947518" y="1262868"/>
                  </a:lnTo>
                  <a:lnTo>
                    <a:pt x="948771" y="1266384"/>
                  </a:lnTo>
                  <a:lnTo>
                    <a:pt x="950025" y="1269989"/>
                  </a:lnTo>
                  <a:lnTo>
                    <a:pt x="951278" y="1273651"/>
                  </a:lnTo>
                  <a:lnTo>
                    <a:pt x="952531" y="1277341"/>
                  </a:lnTo>
                  <a:lnTo>
                    <a:pt x="953784" y="1281057"/>
                  </a:lnTo>
                  <a:lnTo>
                    <a:pt x="955037" y="1284794"/>
                  </a:lnTo>
                  <a:lnTo>
                    <a:pt x="956291" y="1288577"/>
                  </a:lnTo>
                  <a:lnTo>
                    <a:pt x="957544" y="1292432"/>
                  </a:lnTo>
                  <a:lnTo>
                    <a:pt x="958797" y="1296371"/>
                  </a:lnTo>
                  <a:lnTo>
                    <a:pt x="960050" y="1300440"/>
                  </a:lnTo>
                  <a:lnTo>
                    <a:pt x="961304" y="1304692"/>
                  </a:lnTo>
                  <a:lnTo>
                    <a:pt x="962557" y="1309192"/>
                  </a:lnTo>
                  <a:lnTo>
                    <a:pt x="963810" y="1313936"/>
                  </a:lnTo>
                  <a:lnTo>
                    <a:pt x="965063" y="1318895"/>
                  </a:lnTo>
                  <a:lnTo>
                    <a:pt x="966316" y="1324047"/>
                  </a:lnTo>
                  <a:lnTo>
                    <a:pt x="967570" y="1329408"/>
                  </a:lnTo>
                  <a:lnTo>
                    <a:pt x="968823" y="1334951"/>
                  </a:lnTo>
                  <a:lnTo>
                    <a:pt x="970076" y="1340680"/>
                  </a:lnTo>
                  <a:lnTo>
                    <a:pt x="971329" y="1346659"/>
                  </a:lnTo>
                  <a:lnTo>
                    <a:pt x="972582" y="1352906"/>
                  </a:lnTo>
                  <a:lnTo>
                    <a:pt x="973836" y="1359441"/>
                  </a:lnTo>
                  <a:lnTo>
                    <a:pt x="975089" y="1366264"/>
                  </a:lnTo>
                  <a:lnTo>
                    <a:pt x="976342" y="1373400"/>
                  </a:lnTo>
                  <a:lnTo>
                    <a:pt x="977595" y="1380822"/>
                  </a:lnTo>
                  <a:lnTo>
                    <a:pt x="978849" y="1388538"/>
                  </a:lnTo>
                  <a:lnTo>
                    <a:pt x="980102" y="1396550"/>
                  </a:lnTo>
                  <a:lnTo>
                    <a:pt x="981355" y="1404829"/>
                  </a:lnTo>
                  <a:lnTo>
                    <a:pt x="982608" y="1413357"/>
                  </a:lnTo>
                  <a:lnTo>
                    <a:pt x="983861" y="1422151"/>
                  </a:lnTo>
                  <a:lnTo>
                    <a:pt x="985115" y="1431185"/>
                  </a:lnTo>
                  <a:lnTo>
                    <a:pt x="986368" y="1440407"/>
                  </a:lnTo>
                  <a:lnTo>
                    <a:pt x="987621" y="1449823"/>
                  </a:lnTo>
                  <a:lnTo>
                    <a:pt x="988874" y="1459373"/>
                  </a:lnTo>
                  <a:lnTo>
                    <a:pt x="990128" y="1468963"/>
                  </a:lnTo>
                  <a:lnTo>
                    <a:pt x="991381" y="1478526"/>
                  </a:lnTo>
                  <a:lnTo>
                    <a:pt x="992634" y="1487986"/>
                  </a:lnTo>
                  <a:lnTo>
                    <a:pt x="993887" y="1497254"/>
                  </a:lnTo>
                  <a:lnTo>
                    <a:pt x="995140" y="1506279"/>
                  </a:lnTo>
                  <a:lnTo>
                    <a:pt x="996394" y="1514992"/>
                  </a:lnTo>
                  <a:lnTo>
                    <a:pt x="997647" y="1523356"/>
                  </a:lnTo>
                  <a:lnTo>
                    <a:pt x="998900" y="1531301"/>
                  </a:lnTo>
                  <a:lnTo>
                    <a:pt x="1000153" y="1538809"/>
                  </a:lnTo>
                  <a:lnTo>
                    <a:pt x="1001406" y="1545859"/>
                  </a:lnTo>
                  <a:lnTo>
                    <a:pt x="1002660" y="1552401"/>
                  </a:lnTo>
                  <a:lnTo>
                    <a:pt x="1003913" y="1558386"/>
                  </a:lnTo>
                  <a:lnTo>
                    <a:pt x="1005166" y="1563817"/>
                  </a:lnTo>
                  <a:lnTo>
                    <a:pt x="1006419" y="1568695"/>
                  </a:lnTo>
                  <a:lnTo>
                    <a:pt x="1007673" y="1573026"/>
                  </a:lnTo>
                  <a:lnTo>
                    <a:pt x="1008926" y="1576809"/>
                  </a:lnTo>
                  <a:lnTo>
                    <a:pt x="1010179" y="1580017"/>
                  </a:lnTo>
                  <a:lnTo>
                    <a:pt x="1011432" y="1582649"/>
                  </a:lnTo>
                  <a:lnTo>
                    <a:pt x="1012685" y="1584715"/>
                  </a:lnTo>
                  <a:lnTo>
                    <a:pt x="1013939" y="1586217"/>
                  </a:lnTo>
                  <a:lnTo>
                    <a:pt x="1015192" y="1587167"/>
                  </a:lnTo>
                  <a:lnTo>
                    <a:pt x="1016445" y="1587575"/>
                  </a:lnTo>
                  <a:lnTo>
                    <a:pt x="1017698" y="1587475"/>
                  </a:lnTo>
                  <a:lnTo>
                    <a:pt x="1018952" y="1586863"/>
                  </a:lnTo>
                  <a:lnTo>
                    <a:pt x="1020205" y="1585734"/>
                  </a:lnTo>
                  <a:lnTo>
                    <a:pt x="1021458" y="1584119"/>
                  </a:lnTo>
                  <a:lnTo>
                    <a:pt x="1022711" y="1582055"/>
                  </a:lnTo>
                  <a:lnTo>
                    <a:pt x="1023964" y="1579556"/>
                  </a:lnTo>
                  <a:lnTo>
                    <a:pt x="1025218" y="1576626"/>
                  </a:lnTo>
                  <a:lnTo>
                    <a:pt x="1026471" y="1573258"/>
                  </a:lnTo>
                  <a:lnTo>
                    <a:pt x="1027724" y="1569466"/>
                  </a:lnTo>
                  <a:lnTo>
                    <a:pt x="1028977" y="1565284"/>
                  </a:lnTo>
                  <a:lnTo>
                    <a:pt x="1030230" y="1560722"/>
                  </a:lnTo>
                  <a:lnTo>
                    <a:pt x="1031484" y="1555750"/>
                  </a:lnTo>
                  <a:lnTo>
                    <a:pt x="1032737" y="1550369"/>
                  </a:lnTo>
                  <a:lnTo>
                    <a:pt x="1033990" y="1544624"/>
                  </a:lnTo>
                  <a:lnTo>
                    <a:pt x="1035243" y="1538502"/>
                  </a:lnTo>
                  <a:lnTo>
                    <a:pt x="1036497" y="1531989"/>
                  </a:lnTo>
                  <a:lnTo>
                    <a:pt x="1037750" y="1525037"/>
                  </a:lnTo>
                  <a:lnTo>
                    <a:pt x="1039003" y="1517636"/>
                  </a:lnTo>
                  <a:lnTo>
                    <a:pt x="1040256" y="1509759"/>
                  </a:lnTo>
                  <a:lnTo>
                    <a:pt x="1041509" y="1501392"/>
                  </a:lnTo>
                  <a:lnTo>
                    <a:pt x="1042763" y="1492520"/>
                  </a:lnTo>
                  <a:lnTo>
                    <a:pt x="1044016" y="1483143"/>
                  </a:lnTo>
                  <a:lnTo>
                    <a:pt x="1045269" y="1473256"/>
                  </a:lnTo>
                  <a:lnTo>
                    <a:pt x="1046522" y="1462848"/>
                  </a:lnTo>
                  <a:lnTo>
                    <a:pt x="1047776" y="1451915"/>
                  </a:lnTo>
                  <a:lnTo>
                    <a:pt x="1049029" y="1440512"/>
                  </a:lnTo>
                  <a:lnTo>
                    <a:pt x="1050282" y="1428691"/>
                  </a:lnTo>
                  <a:lnTo>
                    <a:pt x="1051535" y="1416486"/>
                  </a:lnTo>
                  <a:lnTo>
                    <a:pt x="1052788" y="1403945"/>
                  </a:lnTo>
                  <a:lnTo>
                    <a:pt x="1054042" y="1391129"/>
                  </a:lnTo>
                  <a:lnTo>
                    <a:pt x="1055295" y="1378096"/>
                  </a:lnTo>
                  <a:lnTo>
                    <a:pt x="1056548" y="1364943"/>
                  </a:lnTo>
                  <a:lnTo>
                    <a:pt x="1057801" y="1351704"/>
                  </a:lnTo>
                  <a:lnTo>
                    <a:pt x="1059054" y="1338422"/>
                  </a:lnTo>
                  <a:lnTo>
                    <a:pt x="1060308" y="1325152"/>
                  </a:lnTo>
                  <a:lnTo>
                    <a:pt x="1061561" y="1311979"/>
                  </a:lnTo>
                  <a:lnTo>
                    <a:pt x="1062814" y="1298995"/>
                  </a:lnTo>
                  <a:lnTo>
                    <a:pt x="1064067" y="1286232"/>
                  </a:lnTo>
                  <a:lnTo>
                    <a:pt x="1065321" y="1273758"/>
                  </a:lnTo>
                  <a:lnTo>
                    <a:pt x="1066574" y="1261670"/>
                  </a:lnTo>
                  <a:lnTo>
                    <a:pt x="1067827" y="1250021"/>
                  </a:lnTo>
                  <a:lnTo>
                    <a:pt x="1069080" y="1238855"/>
                  </a:lnTo>
                  <a:lnTo>
                    <a:pt x="1070333" y="1228200"/>
                  </a:lnTo>
                  <a:lnTo>
                    <a:pt x="1071587" y="1218073"/>
                  </a:lnTo>
                  <a:lnTo>
                    <a:pt x="1072840" y="1208481"/>
                  </a:lnTo>
                  <a:lnTo>
                    <a:pt x="1074093" y="1199405"/>
                  </a:lnTo>
                  <a:lnTo>
                    <a:pt x="1075346" y="1190856"/>
                  </a:lnTo>
                  <a:lnTo>
                    <a:pt x="1076600" y="1182844"/>
                  </a:lnTo>
                  <a:lnTo>
                    <a:pt x="1077853" y="1175354"/>
                  </a:lnTo>
                  <a:lnTo>
                    <a:pt x="1079106" y="1168405"/>
                  </a:lnTo>
                  <a:lnTo>
                    <a:pt x="1080359" y="1161969"/>
                  </a:lnTo>
                  <a:lnTo>
                    <a:pt x="1081612" y="1155977"/>
                  </a:lnTo>
                  <a:lnTo>
                    <a:pt x="1082866" y="1150426"/>
                  </a:lnTo>
                  <a:lnTo>
                    <a:pt x="1084119" y="1145287"/>
                  </a:lnTo>
                  <a:lnTo>
                    <a:pt x="1085372" y="1140475"/>
                  </a:lnTo>
                  <a:lnTo>
                    <a:pt x="1086625" y="1135919"/>
                  </a:lnTo>
                  <a:lnTo>
                    <a:pt x="1087878" y="1131575"/>
                  </a:lnTo>
                  <a:lnTo>
                    <a:pt x="1089132" y="1127397"/>
                  </a:lnTo>
                  <a:lnTo>
                    <a:pt x="1090385" y="1123340"/>
                  </a:lnTo>
                  <a:lnTo>
                    <a:pt x="1091638" y="1119356"/>
                  </a:lnTo>
                  <a:lnTo>
                    <a:pt x="1092891" y="1115448"/>
                  </a:lnTo>
                  <a:lnTo>
                    <a:pt x="1094145" y="1111633"/>
                  </a:lnTo>
                  <a:lnTo>
                    <a:pt x="1095398" y="1107932"/>
                  </a:lnTo>
                  <a:lnTo>
                    <a:pt x="1096651" y="1104308"/>
                  </a:lnTo>
                  <a:lnTo>
                    <a:pt x="1097904" y="1100695"/>
                  </a:lnTo>
                  <a:lnTo>
                    <a:pt x="1099157" y="1097085"/>
                  </a:lnTo>
                  <a:lnTo>
                    <a:pt x="1100411" y="1093545"/>
                  </a:lnTo>
                  <a:lnTo>
                    <a:pt x="1101664" y="1090133"/>
                  </a:lnTo>
                  <a:lnTo>
                    <a:pt x="1102917" y="1086886"/>
                  </a:lnTo>
                  <a:lnTo>
                    <a:pt x="1104170" y="1083856"/>
                  </a:lnTo>
                  <a:lnTo>
                    <a:pt x="1105423" y="1081100"/>
                  </a:lnTo>
                  <a:lnTo>
                    <a:pt x="1106677" y="1078666"/>
                  </a:lnTo>
                  <a:lnTo>
                    <a:pt x="1107930" y="1076592"/>
                  </a:lnTo>
                  <a:lnTo>
                    <a:pt x="1109183" y="1074943"/>
                  </a:lnTo>
                  <a:lnTo>
                    <a:pt x="1110436" y="1073813"/>
                  </a:lnTo>
                  <a:lnTo>
                    <a:pt x="1111690" y="1073216"/>
                  </a:lnTo>
                  <a:lnTo>
                    <a:pt x="1112943" y="1073115"/>
                  </a:lnTo>
                  <a:lnTo>
                    <a:pt x="1114196" y="1073517"/>
                  </a:lnTo>
                  <a:lnTo>
                    <a:pt x="1115449" y="1074442"/>
                  </a:lnTo>
                  <a:lnTo>
                    <a:pt x="1116702" y="1075871"/>
                  </a:lnTo>
                  <a:lnTo>
                    <a:pt x="1117956" y="1077813"/>
                  </a:lnTo>
                  <a:lnTo>
                    <a:pt x="1119209" y="1080233"/>
                  </a:lnTo>
                  <a:lnTo>
                    <a:pt x="1120462" y="1083076"/>
                  </a:lnTo>
                  <a:lnTo>
                    <a:pt x="1121715" y="1086317"/>
                  </a:lnTo>
                  <a:lnTo>
                    <a:pt x="1122969" y="1089923"/>
                  </a:lnTo>
                  <a:lnTo>
                    <a:pt x="1124222" y="1093842"/>
                  </a:lnTo>
                  <a:lnTo>
                    <a:pt x="1125475" y="1097957"/>
                  </a:lnTo>
                  <a:lnTo>
                    <a:pt x="1126728" y="1102237"/>
                  </a:lnTo>
                  <a:lnTo>
                    <a:pt x="1127981" y="1106629"/>
                  </a:lnTo>
                  <a:lnTo>
                    <a:pt x="1129235" y="1111043"/>
                  </a:lnTo>
                  <a:lnTo>
                    <a:pt x="1130488" y="1115410"/>
                  </a:lnTo>
                  <a:lnTo>
                    <a:pt x="1131741" y="1119678"/>
                  </a:lnTo>
                  <a:lnTo>
                    <a:pt x="1132994" y="1123789"/>
                  </a:lnTo>
                  <a:lnTo>
                    <a:pt x="1134247" y="1127701"/>
                  </a:lnTo>
                  <a:lnTo>
                    <a:pt x="1135501" y="1131405"/>
                  </a:lnTo>
                  <a:lnTo>
                    <a:pt x="1136754" y="1134901"/>
                  </a:lnTo>
                  <a:lnTo>
                    <a:pt x="1138007" y="1138166"/>
                  </a:lnTo>
                  <a:lnTo>
                    <a:pt x="1139260" y="1141181"/>
                  </a:lnTo>
                  <a:lnTo>
                    <a:pt x="1140514" y="1143964"/>
                  </a:lnTo>
                  <a:lnTo>
                    <a:pt x="1141767" y="1146508"/>
                  </a:lnTo>
                  <a:lnTo>
                    <a:pt x="1143020" y="1148818"/>
                  </a:lnTo>
                  <a:lnTo>
                    <a:pt x="1144273" y="1150955"/>
                  </a:lnTo>
                  <a:lnTo>
                    <a:pt x="1145526" y="1152925"/>
                  </a:lnTo>
                  <a:lnTo>
                    <a:pt x="1146780" y="1154726"/>
                  </a:lnTo>
                  <a:lnTo>
                    <a:pt x="1148033" y="1156403"/>
                  </a:lnTo>
                  <a:lnTo>
                    <a:pt x="1149286" y="1157987"/>
                  </a:lnTo>
                  <a:lnTo>
                    <a:pt x="1150539" y="1159456"/>
                  </a:lnTo>
                  <a:lnTo>
                    <a:pt x="1151793" y="1160829"/>
                  </a:lnTo>
                  <a:lnTo>
                    <a:pt x="1153046" y="1162161"/>
                  </a:lnTo>
                  <a:lnTo>
                    <a:pt x="1154299" y="1163519"/>
                  </a:lnTo>
                  <a:lnTo>
                    <a:pt x="1155552" y="1164918"/>
                  </a:lnTo>
                  <a:lnTo>
                    <a:pt x="1156805" y="1166360"/>
                  </a:lnTo>
                  <a:lnTo>
                    <a:pt x="1158059" y="1167821"/>
                  </a:lnTo>
                  <a:lnTo>
                    <a:pt x="1159312" y="1169298"/>
                  </a:lnTo>
                  <a:lnTo>
                    <a:pt x="1160565" y="1170823"/>
                  </a:lnTo>
                  <a:lnTo>
                    <a:pt x="1161818" y="1172379"/>
                  </a:lnTo>
                  <a:lnTo>
                    <a:pt x="1163071" y="1173935"/>
                  </a:lnTo>
                  <a:lnTo>
                    <a:pt x="1164325" y="1175445"/>
                  </a:lnTo>
                  <a:lnTo>
                    <a:pt x="1165578" y="1176879"/>
                  </a:lnTo>
                  <a:lnTo>
                    <a:pt x="1166831" y="1178186"/>
                  </a:lnTo>
                  <a:lnTo>
                    <a:pt x="1168084" y="1179349"/>
                  </a:lnTo>
                  <a:lnTo>
                    <a:pt x="1169338" y="1180347"/>
                  </a:lnTo>
                  <a:lnTo>
                    <a:pt x="1170591" y="1181176"/>
                  </a:lnTo>
                  <a:lnTo>
                    <a:pt x="1171844" y="1181800"/>
                  </a:lnTo>
                  <a:lnTo>
                    <a:pt x="1173097" y="1182116"/>
                  </a:lnTo>
                  <a:lnTo>
                    <a:pt x="1174350" y="1182048"/>
                  </a:lnTo>
                  <a:lnTo>
                    <a:pt x="1175604" y="1181611"/>
                  </a:lnTo>
                  <a:lnTo>
                    <a:pt x="1176857" y="1180822"/>
                  </a:lnTo>
                  <a:lnTo>
                    <a:pt x="1178110" y="1179649"/>
                  </a:lnTo>
                  <a:lnTo>
                    <a:pt x="1179363" y="1178104"/>
                  </a:lnTo>
                  <a:lnTo>
                    <a:pt x="1180617" y="1176221"/>
                  </a:lnTo>
                  <a:lnTo>
                    <a:pt x="1181870" y="1174010"/>
                  </a:lnTo>
                  <a:lnTo>
                    <a:pt x="1183123" y="1171511"/>
                  </a:lnTo>
                  <a:lnTo>
                    <a:pt x="1184376" y="1168793"/>
                  </a:lnTo>
                  <a:lnTo>
                    <a:pt x="1185629" y="1165913"/>
                  </a:lnTo>
                  <a:lnTo>
                    <a:pt x="1186883" y="1162889"/>
                  </a:lnTo>
                  <a:lnTo>
                    <a:pt x="1188136" y="1159801"/>
                  </a:lnTo>
                  <a:lnTo>
                    <a:pt x="1189389" y="1156689"/>
                  </a:lnTo>
                  <a:lnTo>
                    <a:pt x="1190642" y="1153553"/>
                  </a:lnTo>
                  <a:lnTo>
                    <a:pt x="1191895" y="1150444"/>
                  </a:lnTo>
                  <a:lnTo>
                    <a:pt x="1193149" y="1147420"/>
                  </a:lnTo>
                  <a:lnTo>
                    <a:pt x="1194402" y="1144499"/>
                  </a:lnTo>
                  <a:lnTo>
                    <a:pt x="1195655" y="1141721"/>
                  </a:lnTo>
                  <a:lnTo>
                    <a:pt x="1196908" y="1139127"/>
                  </a:lnTo>
                  <a:lnTo>
                    <a:pt x="1198162" y="1136735"/>
                  </a:lnTo>
                  <a:lnTo>
                    <a:pt x="1199415" y="1134548"/>
                  </a:lnTo>
                  <a:lnTo>
                    <a:pt x="1200668" y="1132598"/>
                  </a:lnTo>
                  <a:lnTo>
                    <a:pt x="1201921" y="1130944"/>
                  </a:lnTo>
                  <a:lnTo>
                    <a:pt x="1203174" y="1129594"/>
                  </a:lnTo>
                  <a:lnTo>
                    <a:pt x="1204428" y="1128554"/>
                  </a:lnTo>
                  <a:lnTo>
                    <a:pt x="1205681" y="1127845"/>
                  </a:lnTo>
                  <a:lnTo>
                    <a:pt x="1206934" y="1127443"/>
                  </a:lnTo>
                  <a:lnTo>
                    <a:pt x="1208187" y="1127322"/>
                  </a:lnTo>
                  <a:lnTo>
                    <a:pt x="1209441" y="1127515"/>
                  </a:lnTo>
                  <a:lnTo>
                    <a:pt x="1210694" y="1128010"/>
                  </a:lnTo>
                  <a:lnTo>
                    <a:pt x="1211947" y="1128778"/>
                  </a:lnTo>
                  <a:lnTo>
                    <a:pt x="1213200" y="1129875"/>
                  </a:lnTo>
                  <a:lnTo>
                    <a:pt x="1214453" y="1131346"/>
                  </a:lnTo>
                  <a:lnTo>
                    <a:pt x="1215707" y="1133180"/>
                  </a:lnTo>
                  <a:lnTo>
                    <a:pt x="1216960" y="1135356"/>
                  </a:lnTo>
                  <a:lnTo>
                    <a:pt x="1218213" y="1137840"/>
                  </a:lnTo>
                  <a:lnTo>
                    <a:pt x="1219466" y="1140592"/>
                  </a:lnTo>
                  <a:lnTo>
                    <a:pt x="1220719" y="1143575"/>
                  </a:lnTo>
                  <a:lnTo>
                    <a:pt x="1221973" y="1146768"/>
                  </a:lnTo>
                  <a:lnTo>
                    <a:pt x="1223226" y="1150150"/>
                  </a:lnTo>
                  <a:lnTo>
                    <a:pt x="1224479" y="1153761"/>
                  </a:lnTo>
                  <a:lnTo>
                    <a:pt x="1225732" y="1157644"/>
                  </a:lnTo>
                  <a:lnTo>
                    <a:pt x="1226986" y="1161813"/>
                  </a:lnTo>
                  <a:lnTo>
                    <a:pt x="1228239" y="1166274"/>
                  </a:lnTo>
                  <a:lnTo>
                    <a:pt x="1229492" y="1171046"/>
                  </a:lnTo>
                  <a:lnTo>
                    <a:pt x="1230745" y="1176130"/>
                  </a:lnTo>
                  <a:lnTo>
                    <a:pt x="1231998" y="1181489"/>
                  </a:lnTo>
                  <a:lnTo>
                    <a:pt x="1233252" y="1187064"/>
                  </a:lnTo>
                  <a:lnTo>
                    <a:pt x="1234505" y="1192820"/>
                  </a:lnTo>
                  <a:lnTo>
                    <a:pt x="1235758" y="1198765"/>
                  </a:lnTo>
                  <a:lnTo>
                    <a:pt x="1237011" y="1204963"/>
                  </a:lnTo>
                  <a:lnTo>
                    <a:pt x="1238265" y="1211427"/>
                  </a:lnTo>
                  <a:lnTo>
                    <a:pt x="1239518" y="1218138"/>
                  </a:lnTo>
                  <a:lnTo>
                    <a:pt x="1240771" y="1225090"/>
                  </a:lnTo>
                  <a:lnTo>
                    <a:pt x="1242024" y="1232316"/>
                  </a:lnTo>
                  <a:lnTo>
                    <a:pt x="1243277" y="1239750"/>
                  </a:lnTo>
                  <a:lnTo>
                    <a:pt x="1244531" y="1247342"/>
                  </a:lnTo>
                  <a:lnTo>
                    <a:pt x="1245784" y="1255064"/>
                  </a:lnTo>
                  <a:lnTo>
                    <a:pt x="1247037" y="1262863"/>
                  </a:lnTo>
                  <a:lnTo>
                    <a:pt x="1248290" y="1270682"/>
                  </a:lnTo>
                  <a:lnTo>
                    <a:pt x="1249543" y="1278522"/>
                  </a:lnTo>
                  <a:lnTo>
                    <a:pt x="1250797" y="1286382"/>
                  </a:lnTo>
                  <a:lnTo>
                    <a:pt x="1252050" y="1294275"/>
                  </a:lnTo>
                  <a:lnTo>
                    <a:pt x="1253303" y="1302239"/>
                  </a:lnTo>
                  <a:lnTo>
                    <a:pt x="1254556" y="1310288"/>
                  </a:lnTo>
                  <a:lnTo>
                    <a:pt x="1255810" y="1318391"/>
                  </a:lnTo>
                  <a:lnTo>
                    <a:pt x="1257063" y="1326526"/>
                  </a:lnTo>
                  <a:lnTo>
                    <a:pt x="1258316" y="1334677"/>
                  </a:lnTo>
                  <a:lnTo>
                    <a:pt x="1259569" y="1342826"/>
                  </a:lnTo>
                  <a:lnTo>
                    <a:pt x="1260822" y="1350935"/>
                  </a:lnTo>
                  <a:lnTo>
                    <a:pt x="1262076" y="1359003"/>
                  </a:lnTo>
                  <a:lnTo>
                    <a:pt x="1263329" y="1367012"/>
                  </a:lnTo>
                  <a:lnTo>
                    <a:pt x="1264582" y="1374902"/>
                  </a:lnTo>
                  <a:lnTo>
                    <a:pt x="1265835" y="1382649"/>
                  </a:lnTo>
                  <a:lnTo>
                    <a:pt x="1267088" y="1390238"/>
                  </a:lnTo>
                  <a:lnTo>
                    <a:pt x="1268342" y="1397625"/>
                  </a:lnTo>
                  <a:lnTo>
                    <a:pt x="1269595" y="1404806"/>
                  </a:lnTo>
                  <a:lnTo>
                    <a:pt x="1270848" y="1411792"/>
                  </a:lnTo>
                  <a:lnTo>
                    <a:pt x="1272101" y="1418556"/>
                  </a:lnTo>
                  <a:lnTo>
                    <a:pt x="1273355" y="1425071"/>
                  </a:lnTo>
                  <a:lnTo>
                    <a:pt x="1274608" y="1431346"/>
                  </a:lnTo>
                  <a:lnTo>
                    <a:pt x="1275861" y="1437381"/>
                  </a:lnTo>
                  <a:lnTo>
                    <a:pt x="1277114" y="1443150"/>
                  </a:lnTo>
                  <a:lnTo>
                    <a:pt x="1278367" y="1448639"/>
                  </a:lnTo>
                  <a:lnTo>
                    <a:pt x="1279621" y="1453850"/>
                  </a:lnTo>
                  <a:lnTo>
                    <a:pt x="1280874" y="1458776"/>
                  </a:lnTo>
                  <a:lnTo>
                    <a:pt x="1282127" y="1463473"/>
                  </a:lnTo>
                  <a:lnTo>
                    <a:pt x="1283380" y="1468026"/>
                  </a:lnTo>
                  <a:lnTo>
                    <a:pt x="1284634" y="1472470"/>
                  </a:lnTo>
                  <a:lnTo>
                    <a:pt x="1285887" y="1476862"/>
                  </a:lnTo>
                  <a:lnTo>
                    <a:pt x="1287140" y="1481236"/>
                  </a:lnTo>
                  <a:lnTo>
                    <a:pt x="1288393" y="1485560"/>
                  </a:lnTo>
                  <a:lnTo>
                    <a:pt x="1289646" y="1489819"/>
                  </a:lnTo>
                  <a:lnTo>
                    <a:pt x="1290900" y="1494031"/>
                  </a:lnTo>
                  <a:lnTo>
                    <a:pt x="1292153" y="1498199"/>
                  </a:lnTo>
                  <a:lnTo>
                    <a:pt x="1293406" y="1502331"/>
                  </a:lnTo>
                  <a:lnTo>
                    <a:pt x="1294659" y="1506466"/>
                  </a:lnTo>
                  <a:lnTo>
                    <a:pt x="1295912" y="1510664"/>
                  </a:lnTo>
                  <a:lnTo>
                    <a:pt x="1297166" y="1514979"/>
                  </a:lnTo>
                  <a:lnTo>
                    <a:pt x="1298419" y="1519435"/>
                  </a:lnTo>
                  <a:lnTo>
                    <a:pt x="1299672" y="1524034"/>
                  </a:lnTo>
                  <a:lnTo>
                    <a:pt x="1300925" y="1528744"/>
                  </a:lnTo>
                  <a:lnTo>
                    <a:pt x="1302179" y="1533540"/>
                  </a:lnTo>
                  <a:lnTo>
                    <a:pt x="1303432" y="1538419"/>
                  </a:lnTo>
                  <a:lnTo>
                    <a:pt x="1304685" y="1543337"/>
                  </a:lnTo>
                  <a:lnTo>
                    <a:pt x="1305938" y="1548267"/>
                  </a:lnTo>
                  <a:lnTo>
                    <a:pt x="1307191" y="1553245"/>
                  </a:lnTo>
                  <a:lnTo>
                    <a:pt x="1308445" y="1558294"/>
                  </a:lnTo>
                  <a:lnTo>
                    <a:pt x="1309698" y="1563418"/>
                  </a:lnTo>
                  <a:lnTo>
                    <a:pt x="1310951" y="1568622"/>
                  </a:lnTo>
                  <a:lnTo>
                    <a:pt x="1312204" y="1573899"/>
                  </a:lnTo>
                  <a:lnTo>
                    <a:pt x="1313458" y="1579194"/>
                  </a:lnTo>
                  <a:lnTo>
                    <a:pt x="1314711" y="1584448"/>
                  </a:lnTo>
                  <a:lnTo>
                    <a:pt x="1315964" y="1589587"/>
                  </a:lnTo>
                  <a:lnTo>
                    <a:pt x="1317217" y="1594575"/>
                  </a:lnTo>
                  <a:lnTo>
                    <a:pt x="1318470" y="1599400"/>
                  </a:lnTo>
                  <a:lnTo>
                    <a:pt x="1319724" y="1604081"/>
                  </a:lnTo>
                  <a:lnTo>
                    <a:pt x="1320977" y="1608621"/>
                  </a:lnTo>
                  <a:lnTo>
                    <a:pt x="1322230" y="1613022"/>
                  </a:lnTo>
                  <a:lnTo>
                    <a:pt x="1323483" y="1617299"/>
                  </a:lnTo>
                  <a:lnTo>
                    <a:pt x="1324736" y="1621473"/>
                  </a:lnTo>
                  <a:lnTo>
                    <a:pt x="1325990" y="1625545"/>
                  </a:lnTo>
                  <a:lnTo>
                    <a:pt x="1327243" y="1629524"/>
                  </a:lnTo>
                  <a:lnTo>
                    <a:pt x="1328496" y="1633430"/>
                  </a:lnTo>
                  <a:lnTo>
                    <a:pt x="1329749" y="1637263"/>
                  </a:lnTo>
                  <a:lnTo>
                    <a:pt x="1331003" y="1641041"/>
                  </a:lnTo>
                  <a:lnTo>
                    <a:pt x="1332256" y="1644779"/>
                  </a:lnTo>
                  <a:lnTo>
                    <a:pt x="1333509" y="1648478"/>
                  </a:lnTo>
                  <a:lnTo>
                    <a:pt x="1334762" y="1652139"/>
                  </a:lnTo>
                  <a:lnTo>
                    <a:pt x="1336015" y="1655781"/>
                  </a:lnTo>
                  <a:lnTo>
                    <a:pt x="1337269" y="1659423"/>
                  </a:lnTo>
                  <a:lnTo>
                    <a:pt x="1338522" y="1663065"/>
                  </a:lnTo>
                  <a:lnTo>
                    <a:pt x="1339775" y="1666707"/>
                  </a:lnTo>
                  <a:lnTo>
                    <a:pt x="1341028" y="1670350"/>
                  </a:lnTo>
                  <a:lnTo>
                    <a:pt x="1342282" y="1673992"/>
                  </a:lnTo>
                  <a:lnTo>
                    <a:pt x="1343535" y="1677634"/>
                  </a:lnTo>
                  <a:lnTo>
                    <a:pt x="1344788" y="1681276"/>
                  </a:lnTo>
                  <a:lnTo>
                    <a:pt x="1346041" y="1684871"/>
                  </a:lnTo>
                  <a:lnTo>
                    <a:pt x="1347294" y="1688393"/>
                  </a:lnTo>
                  <a:lnTo>
                    <a:pt x="1348548" y="1691833"/>
                  </a:lnTo>
                  <a:lnTo>
                    <a:pt x="1349801" y="1695146"/>
                  </a:lnTo>
                  <a:lnTo>
                    <a:pt x="1351054" y="1698331"/>
                  </a:lnTo>
                  <a:lnTo>
                    <a:pt x="1352307" y="1701387"/>
                  </a:lnTo>
                  <a:lnTo>
                    <a:pt x="1353560" y="1704314"/>
                  </a:lnTo>
                  <a:lnTo>
                    <a:pt x="1354814" y="1707112"/>
                  </a:lnTo>
                  <a:lnTo>
                    <a:pt x="1356067" y="1709766"/>
                  </a:lnTo>
                  <a:lnTo>
                    <a:pt x="1357320" y="1712256"/>
                  </a:lnTo>
                  <a:lnTo>
                    <a:pt x="1358573" y="1714568"/>
                  </a:lnTo>
                  <a:lnTo>
                    <a:pt x="1359827" y="1716673"/>
                  </a:lnTo>
                  <a:lnTo>
                    <a:pt x="1361080" y="1718565"/>
                  </a:lnTo>
                  <a:lnTo>
                    <a:pt x="1362333" y="1720242"/>
                  </a:lnTo>
                  <a:lnTo>
                    <a:pt x="1363586" y="1721706"/>
                  </a:lnTo>
                  <a:lnTo>
                    <a:pt x="1364839" y="1722980"/>
                  </a:lnTo>
                  <a:lnTo>
                    <a:pt x="1366093" y="1724078"/>
                  </a:lnTo>
                  <a:lnTo>
                    <a:pt x="1367346" y="1725009"/>
                  </a:lnTo>
                  <a:lnTo>
                    <a:pt x="1368599" y="1725807"/>
                  </a:lnTo>
                  <a:lnTo>
                    <a:pt x="1369852" y="1726477"/>
                  </a:lnTo>
                  <a:lnTo>
                    <a:pt x="1371106" y="1727018"/>
                  </a:lnTo>
                  <a:lnTo>
                    <a:pt x="1372359" y="1727431"/>
                  </a:lnTo>
                  <a:lnTo>
                    <a:pt x="1373612" y="1727714"/>
                  </a:lnTo>
                  <a:lnTo>
                    <a:pt x="1374865" y="1727886"/>
                  </a:lnTo>
                  <a:lnTo>
                    <a:pt x="1376118" y="1727968"/>
                  </a:lnTo>
                  <a:lnTo>
                    <a:pt x="1377372" y="1727982"/>
                  </a:lnTo>
                  <a:lnTo>
                    <a:pt x="1378625" y="1727982"/>
                  </a:lnTo>
                  <a:lnTo>
                    <a:pt x="1379878" y="1727982"/>
                  </a:lnTo>
                  <a:lnTo>
                    <a:pt x="1381131" y="1727982"/>
                  </a:lnTo>
                  <a:lnTo>
                    <a:pt x="1382384" y="1727982"/>
                  </a:lnTo>
                  <a:lnTo>
                    <a:pt x="1383638" y="1727982"/>
                  </a:lnTo>
                  <a:lnTo>
                    <a:pt x="1384891" y="1727982"/>
                  </a:lnTo>
                  <a:lnTo>
                    <a:pt x="1386144" y="1727982"/>
                  </a:lnTo>
                  <a:lnTo>
                    <a:pt x="1387397" y="1727982"/>
                  </a:lnTo>
                  <a:lnTo>
                    <a:pt x="1388651" y="1727982"/>
                  </a:lnTo>
                  <a:lnTo>
                    <a:pt x="1389904" y="1727982"/>
                  </a:lnTo>
                  <a:lnTo>
                    <a:pt x="1391157" y="1727982"/>
                  </a:lnTo>
                  <a:lnTo>
                    <a:pt x="1392410" y="1727982"/>
                  </a:lnTo>
                  <a:lnTo>
                    <a:pt x="1393663" y="1727982"/>
                  </a:lnTo>
                  <a:lnTo>
                    <a:pt x="1394917" y="1727982"/>
                  </a:lnTo>
                  <a:lnTo>
                    <a:pt x="1396170" y="1727982"/>
                  </a:lnTo>
                  <a:lnTo>
                    <a:pt x="1397423" y="1727982"/>
                  </a:lnTo>
                  <a:lnTo>
                    <a:pt x="1398676" y="1727982"/>
                  </a:lnTo>
                  <a:lnTo>
                    <a:pt x="1399930" y="1727982"/>
                  </a:lnTo>
                  <a:lnTo>
                    <a:pt x="1401183" y="1727982"/>
                  </a:lnTo>
                  <a:lnTo>
                    <a:pt x="1402436" y="1727982"/>
                  </a:lnTo>
                  <a:lnTo>
                    <a:pt x="1403689" y="1727982"/>
                  </a:lnTo>
                  <a:lnTo>
                    <a:pt x="1404942" y="1727982"/>
                  </a:lnTo>
                  <a:lnTo>
                    <a:pt x="1406196" y="1727982"/>
                  </a:lnTo>
                  <a:lnTo>
                    <a:pt x="1407449" y="1727982"/>
                  </a:lnTo>
                  <a:lnTo>
                    <a:pt x="1408702" y="1727982"/>
                  </a:lnTo>
                  <a:lnTo>
                    <a:pt x="1409955" y="1727982"/>
                  </a:lnTo>
                  <a:lnTo>
                    <a:pt x="1411208" y="1727982"/>
                  </a:lnTo>
                  <a:lnTo>
                    <a:pt x="1412462" y="1727982"/>
                  </a:lnTo>
                  <a:lnTo>
                    <a:pt x="1413715" y="1727982"/>
                  </a:lnTo>
                  <a:lnTo>
                    <a:pt x="1414968" y="1727982"/>
                  </a:lnTo>
                  <a:lnTo>
                    <a:pt x="1416221" y="1727982"/>
                  </a:lnTo>
                  <a:lnTo>
                    <a:pt x="1417475" y="1727982"/>
                  </a:lnTo>
                  <a:lnTo>
                    <a:pt x="1418728" y="1727982"/>
                  </a:lnTo>
                  <a:lnTo>
                    <a:pt x="1419981" y="1727982"/>
                  </a:lnTo>
                  <a:lnTo>
                    <a:pt x="1421234" y="1727982"/>
                  </a:lnTo>
                  <a:lnTo>
                    <a:pt x="1422487" y="1727982"/>
                  </a:lnTo>
                  <a:lnTo>
                    <a:pt x="1423741" y="1727982"/>
                  </a:lnTo>
                  <a:lnTo>
                    <a:pt x="1424994" y="1727982"/>
                  </a:lnTo>
                  <a:lnTo>
                    <a:pt x="1426247" y="1727982"/>
                  </a:lnTo>
                  <a:lnTo>
                    <a:pt x="1427500" y="1727982"/>
                  </a:lnTo>
                  <a:lnTo>
                    <a:pt x="1428753" y="1727982"/>
                  </a:lnTo>
                  <a:lnTo>
                    <a:pt x="1430007" y="1727982"/>
                  </a:lnTo>
                  <a:lnTo>
                    <a:pt x="1431260" y="1727982"/>
                  </a:lnTo>
                  <a:lnTo>
                    <a:pt x="1432513" y="1727982"/>
                  </a:lnTo>
                  <a:lnTo>
                    <a:pt x="1433766" y="1727982"/>
                  </a:lnTo>
                  <a:lnTo>
                    <a:pt x="1435020" y="1727982"/>
                  </a:lnTo>
                  <a:lnTo>
                    <a:pt x="1436273" y="1727982"/>
                  </a:lnTo>
                  <a:lnTo>
                    <a:pt x="1437526" y="1727968"/>
                  </a:lnTo>
                  <a:lnTo>
                    <a:pt x="1438779" y="1727923"/>
                  </a:lnTo>
                  <a:lnTo>
                    <a:pt x="1440032" y="1727852"/>
                  </a:lnTo>
                  <a:lnTo>
                    <a:pt x="1441286" y="1727756"/>
                  </a:lnTo>
                  <a:lnTo>
                    <a:pt x="1442539" y="1727607"/>
                  </a:lnTo>
                  <a:lnTo>
                    <a:pt x="1443792" y="1727405"/>
                  </a:lnTo>
                  <a:lnTo>
                    <a:pt x="1445045" y="1727148"/>
                  </a:lnTo>
                  <a:lnTo>
                    <a:pt x="1446299" y="1726843"/>
                  </a:lnTo>
                  <a:lnTo>
                    <a:pt x="1447552" y="1726489"/>
                  </a:lnTo>
                  <a:lnTo>
                    <a:pt x="1448805" y="1726078"/>
                  </a:lnTo>
                  <a:lnTo>
                    <a:pt x="1450058" y="1725599"/>
                  </a:lnTo>
                  <a:lnTo>
                    <a:pt x="1451311" y="1725060"/>
                  </a:lnTo>
                  <a:lnTo>
                    <a:pt x="1452565" y="1724471"/>
                  </a:lnTo>
                  <a:lnTo>
                    <a:pt x="1453818" y="1723818"/>
                  </a:lnTo>
                  <a:lnTo>
                    <a:pt x="1455071" y="1723073"/>
                  </a:lnTo>
                  <a:lnTo>
                    <a:pt x="1456324" y="1722235"/>
                  </a:lnTo>
                  <a:lnTo>
                    <a:pt x="1457577" y="1721303"/>
                  </a:lnTo>
                  <a:lnTo>
                    <a:pt x="1458831" y="1720231"/>
                  </a:lnTo>
                  <a:lnTo>
                    <a:pt x="1460084" y="1718979"/>
                  </a:lnTo>
                  <a:lnTo>
                    <a:pt x="1461337" y="1717562"/>
                  </a:lnTo>
                  <a:lnTo>
                    <a:pt x="1462590" y="1715985"/>
                  </a:lnTo>
                  <a:lnTo>
                    <a:pt x="1463844" y="1714250"/>
                  </a:lnTo>
                  <a:lnTo>
                    <a:pt x="1465097" y="1712349"/>
                  </a:lnTo>
                  <a:lnTo>
                    <a:pt x="1466350" y="1710257"/>
                  </a:lnTo>
                  <a:lnTo>
                    <a:pt x="1467603" y="1707974"/>
                  </a:lnTo>
                  <a:lnTo>
                    <a:pt x="1468856" y="1705455"/>
                  </a:lnTo>
                  <a:lnTo>
                    <a:pt x="1470110" y="1702686"/>
                  </a:lnTo>
                  <a:lnTo>
                    <a:pt x="1471363" y="1699647"/>
                  </a:lnTo>
                  <a:lnTo>
                    <a:pt x="1472616" y="1696346"/>
                  </a:lnTo>
                  <a:lnTo>
                    <a:pt x="1473869" y="1692795"/>
                  </a:lnTo>
                  <a:lnTo>
                    <a:pt x="1475123" y="1688990"/>
                  </a:lnTo>
                  <a:lnTo>
                    <a:pt x="1476376" y="1684936"/>
                  </a:lnTo>
                  <a:lnTo>
                    <a:pt x="1477629" y="1680660"/>
                  </a:lnTo>
                  <a:lnTo>
                    <a:pt x="1478882" y="1676195"/>
                  </a:lnTo>
                  <a:lnTo>
                    <a:pt x="1480135" y="1671480"/>
                  </a:lnTo>
                  <a:lnTo>
                    <a:pt x="1481389" y="1666455"/>
                  </a:lnTo>
                  <a:lnTo>
                    <a:pt x="1482642" y="1661061"/>
                  </a:lnTo>
                  <a:lnTo>
                    <a:pt x="1483895" y="1655252"/>
                  </a:lnTo>
                  <a:lnTo>
                    <a:pt x="1485148" y="1649005"/>
                  </a:lnTo>
                  <a:lnTo>
                    <a:pt x="1486401" y="1642316"/>
                  </a:lnTo>
                  <a:lnTo>
                    <a:pt x="1487655" y="1635176"/>
                  </a:lnTo>
                  <a:lnTo>
                    <a:pt x="1488908" y="1627573"/>
                  </a:lnTo>
                  <a:lnTo>
                    <a:pt x="1490161" y="1619498"/>
                  </a:lnTo>
                  <a:lnTo>
                    <a:pt x="1491414" y="1610933"/>
                  </a:lnTo>
                  <a:lnTo>
                    <a:pt x="1492668" y="1601869"/>
                  </a:lnTo>
                  <a:lnTo>
                    <a:pt x="1493921" y="1592293"/>
                  </a:lnTo>
                  <a:lnTo>
                    <a:pt x="1495174" y="1582211"/>
                  </a:lnTo>
                  <a:lnTo>
                    <a:pt x="1496427" y="1571608"/>
                  </a:lnTo>
                  <a:lnTo>
                    <a:pt x="1497680" y="1560481"/>
                  </a:lnTo>
                  <a:lnTo>
                    <a:pt x="1498934" y="1548839"/>
                  </a:lnTo>
                  <a:lnTo>
                    <a:pt x="1500187" y="1536720"/>
                  </a:lnTo>
                  <a:lnTo>
                    <a:pt x="1501440" y="1524170"/>
                  </a:lnTo>
                  <a:lnTo>
                    <a:pt x="1502693" y="1511216"/>
                  </a:lnTo>
                  <a:lnTo>
                    <a:pt x="1503947" y="1497871"/>
                  </a:lnTo>
                  <a:lnTo>
                    <a:pt x="1505200" y="1484177"/>
                  </a:lnTo>
                  <a:lnTo>
                    <a:pt x="1506453" y="1470196"/>
                  </a:lnTo>
                  <a:lnTo>
                    <a:pt x="1507706" y="1455959"/>
                  </a:lnTo>
                  <a:lnTo>
                    <a:pt x="1508959" y="1441480"/>
                  </a:lnTo>
                  <a:lnTo>
                    <a:pt x="1510213" y="1426785"/>
                  </a:lnTo>
                  <a:lnTo>
                    <a:pt x="1511466" y="1411904"/>
                  </a:lnTo>
                  <a:lnTo>
                    <a:pt x="1512719" y="1396870"/>
                  </a:lnTo>
                  <a:lnTo>
                    <a:pt x="1513972" y="1381684"/>
                  </a:lnTo>
                  <a:lnTo>
                    <a:pt x="1515225" y="1366387"/>
                  </a:lnTo>
                  <a:lnTo>
                    <a:pt x="1516479" y="1351022"/>
                  </a:lnTo>
                  <a:lnTo>
                    <a:pt x="1517732" y="1335637"/>
                  </a:lnTo>
                  <a:lnTo>
                    <a:pt x="1518985" y="1320248"/>
                  </a:lnTo>
                  <a:lnTo>
                    <a:pt x="1520238" y="1304868"/>
                  </a:lnTo>
                  <a:lnTo>
                    <a:pt x="1521492" y="1289535"/>
                  </a:lnTo>
                  <a:lnTo>
                    <a:pt x="1522745" y="1274340"/>
                  </a:lnTo>
                  <a:lnTo>
                    <a:pt x="1523998" y="1259257"/>
                  </a:lnTo>
                  <a:lnTo>
                    <a:pt x="1525251" y="1244209"/>
                  </a:lnTo>
                  <a:lnTo>
                    <a:pt x="1526504" y="1229185"/>
                  </a:lnTo>
                  <a:lnTo>
                    <a:pt x="1527758" y="1214191"/>
                  </a:lnTo>
                  <a:lnTo>
                    <a:pt x="1529011" y="1199250"/>
                  </a:lnTo>
                  <a:lnTo>
                    <a:pt x="1530264" y="1184372"/>
                  </a:lnTo>
                  <a:lnTo>
                    <a:pt x="1531517" y="1169597"/>
                  </a:lnTo>
                  <a:lnTo>
                    <a:pt x="1532771" y="1154967"/>
                  </a:lnTo>
                  <a:lnTo>
                    <a:pt x="1534024" y="1140493"/>
                  </a:lnTo>
                  <a:lnTo>
                    <a:pt x="1535277" y="1126166"/>
                  </a:lnTo>
                  <a:lnTo>
                    <a:pt x="1536530" y="1111960"/>
                  </a:lnTo>
                  <a:lnTo>
                    <a:pt x="1537783" y="1097871"/>
                  </a:lnTo>
                  <a:lnTo>
                    <a:pt x="1539037" y="1083875"/>
                  </a:lnTo>
                  <a:lnTo>
                    <a:pt x="1540290" y="1069932"/>
                  </a:lnTo>
                  <a:lnTo>
                    <a:pt x="1541543" y="1055981"/>
                  </a:lnTo>
                  <a:lnTo>
                    <a:pt x="1542796" y="1042046"/>
                  </a:lnTo>
                  <a:lnTo>
                    <a:pt x="1544049" y="1028267"/>
                  </a:lnTo>
                  <a:lnTo>
                    <a:pt x="1545303" y="1014758"/>
                  </a:lnTo>
                  <a:lnTo>
                    <a:pt x="1546556" y="1001624"/>
                  </a:lnTo>
                  <a:lnTo>
                    <a:pt x="1547809" y="988910"/>
                  </a:lnTo>
                  <a:lnTo>
                    <a:pt x="1549062" y="976628"/>
                  </a:lnTo>
                  <a:lnTo>
                    <a:pt x="1550316" y="964780"/>
                  </a:lnTo>
                  <a:lnTo>
                    <a:pt x="1551569" y="953379"/>
                  </a:lnTo>
                  <a:lnTo>
                    <a:pt x="1552822" y="942446"/>
                  </a:lnTo>
                  <a:lnTo>
                    <a:pt x="1554075" y="932009"/>
                  </a:lnTo>
                  <a:lnTo>
                    <a:pt x="1555328" y="922104"/>
                  </a:lnTo>
                  <a:lnTo>
                    <a:pt x="1556582" y="912747"/>
                  </a:lnTo>
                  <a:lnTo>
                    <a:pt x="1557835" y="903933"/>
                  </a:lnTo>
                  <a:lnTo>
                    <a:pt x="1559088" y="895687"/>
                  </a:lnTo>
                  <a:lnTo>
                    <a:pt x="1560341" y="888027"/>
                  </a:lnTo>
                  <a:lnTo>
                    <a:pt x="1561595" y="880943"/>
                  </a:lnTo>
                  <a:lnTo>
                    <a:pt x="1562848" y="874426"/>
                  </a:lnTo>
                  <a:lnTo>
                    <a:pt x="1564101" y="868416"/>
                  </a:lnTo>
                  <a:lnTo>
                    <a:pt x="1565354" y="862849"/>
                  </a:lnTo>
                  <a:lnTo>
                    <a:pt x="1566607" y="857697"/>
                  </a:lnTo>
                  <a:lnTo>
                    <a:pt x="1567861" y="852940"/>
                  </a:lnTo>
                  <a:lnTo>
                    <a:pt x="1569114" y="848522"/>
                  </a:lnTo>
                  <a:lnTo>
                    <a:pt x="1570367" y="844398"/>
                  </a:lnTo>
                  <a:lnTo>
                    <a:pt x="1571620" y="840539"/>
                  </a:lnTo>
                  <a:lnTo>
                    <a:pt x="1572873" y="836916"/>
                  </a:lnTo>
                  <a:lnTo>
                    <a:pt x="1574127" y="833462"/>
                  </a:lnTo>
                  <a:lnTo>
                    <a:pt x="1575380" y="830139"/>
                  </a:lnTo>
                  <a:lnTo>
                    <a:pt x="1576633" y="826932"/>
                  </a:lnTo>
                  <a:lnTo>
                    <a:pt x="1577886" y="823773"/>
                  </a:lnTo>
                  <a:lnTo>
                    <a:pt x="1579140" y="820574"/>
                  </a:lnTo>
                  <a:lnTo>
                    <a:pt x="1580393" y="817290"/>
                  </a:lnTo>
                  <a:lnTo>
                    <a:pt x="1581646" y="813900"/>
                  </a:lnTo>
                  <a:lnTo>
                    <a:pt x="1582899" y="810394"/>
                  </a:lnTo>
                  <a:lnTo>
                    <a:pt x="1584152" y="806787"/>
                  </a:lnTo>
                  <a:lnTo>
                    <a:pt x="1585406" y="803064"/>
                  </a:lnTo>
                  <a:lnTo>
                    <a:pt x="1586659" y="799239"/>
                  </a:lnTo>
                  <a:lnTo>
                    <a:pt x="1587912" y="795418"/>
                  </a:lnTo>
                  <a:lnTo>
                    <a:pt x="1589165" y="791641"/>
                  </a:lnTo>
                  <a:lnTo>
                    <a:pt x="1590418" y="787885"/>
                  </a:lnTo>
                  <a:lnTo>
                    <a:pt x="1591672" y="784092"/>
                  </a:lnTo>
                  <a:lnTo>
                    <a:pt x="1592925" y="780239"/>
                  </a:lnTo>
                  <a:lnTo>
                    <a:pt x="1594178" y="776341"/>
                  </a:lnTo>
                  <a:lnTo>
                    <a:pt x="1595431" y="772375"/>
                  </a:lnTo>
                  <a:lnTo>
                    <a:pt x="1596685" y="768373"/>
                  </a:lnTo>
                  <a:lnTo>
                    <a:pt x="1597938" y="764366"/>
                  </a:lnTo>
                  <a:lnTo>
                    <a:pt x="1599191" y="760380"/>
                  </a:lnTo>
                  <a:lnTo>
                    <a:pt x="1600444" y="756407"/>
                  </a:lnTo>
                  <a:lnTo>
                    <a:pt x="1601697" y="752450"/>
                  </a:lnTo>
                  <a:lnTo>
                    <a:pt x="1602951" y="748539"/>
                  </a:lnTo>
                  <a:lnTo>
                    <a:pt x="1604204" y="744702"/>
                  </a:lnTo>
                  <a:lnTo>
                    <a:pt x="1605457" y="740979"/>
                  </a:lnTo>
                  <a:lnTo>
                    <a:pt x="1606710" y="737303"/>
                  </a:lnTo>
                  <a:lnTo>
                    <a:pt x="1607964" y="733612"/>
                  </a:lnTo>
                  <a:lnTo>
                    <a:pt x="1609217" y="729864"/>
                  </a:lnTo>
                  <a:lnTo>
                    <a:pt x="1610470" y="726074"/>
                  </a:lnTo>
                  <a:lnTo>
                    <a:pt x="1611723" y="722290"/>
                  </a:lnTo>
                  <a:lnTo>
                    <a:pt x="1612976" y="718528"/>
                  </a:lnTo>
                  <a:lnTo>
                    <a:pt x="1614230" y="714804"/>
                  </a:lnTo>
                  <a:lnTo>
                    <a:pt x="1615483" y="711128"/>
                  </a:lnTo>
                  <a:lnTo>
                    <a:pt x="1616736" y="707492"/>
                  </a:lnTo>
                  <a:lnTo>
                    <a:pt x="1617989" y="703873"/>
                  </a:lnTo>
                  <a:lnTo>
                    <a:pt x="1619242" y="700273"/>
                  </a:lnTo>
                  <a:lnTo>
                    <a:pt x="1620496" y="696733"/>
                  </a:lnTo>
                  <a:lnTo>
                    <a:pt x="1621749" y="693271"/>
                  </a:lnTo>
                  <a:lnTo>
                    <a:pt x="1623002" y="689889"/>
                  </a:lnTo>
                  <a:lnTo>
                    <a:pt x="1624255" y="686586"/>
                  </a:lnTo>
                  <a:lnTo>
                    <a:pt x="1625509" y="683371"/>
                  </a:lnTo>
                  <a:lnTo>
                    <a:pt x="1626762" y="680260"/>
                  </a:lnTo>
                  <a:lnTo>
                    <a:pt x="1628015" y="677304"/>
                  </a:lnTo>
                  <a:lnTo>
                    <a:pt x="1629268" y="674548"/>
                  </a:lnTo>
                  <a:lnTo>
                    <a:pt x="1630521" y="672018"/>
                  </a:lnTo>
                  <a:lnTo>
                    <a:pt x="1631775" y="669730"/>
                  </a:lnTo>
                  <a:lnTo>
                    <a:pt x="1633028" y="667700"/>
                  </a:lnTo>
                  <a:lnTo>
                    <a:pt x="1634281" y="665939"/>
                  </a:lnTo>
                  <a:lnTo>
                    <a:pt x="1635534" y="664404"/>
                  </a:lnTo>
                  <a:lnTo>
                    <a:pt x="1636788" y="663125"/>
                  </a:lnTo>
                  <a:lnTo>
                    <a:pt x="1638041" y="662163"/>
                  </a:lnTo>
                  <a:lnTo>
                    <a:pt x="1639294" y="661520"/>
                  </a:lnTo>
                  <a:lnTo>
                    <a:pt x="1640547" y="661205"/>
                  </a:lnTo>
                  <a:lnTo>
                    <a:pt x="1641800" y="661283"/>
                  </a:lnTo>
                  <a:lnTo>
                    <a:pt x="1643054" y="661777"/>
                  </a:lnTo>
                  <a:lnTo>
                    <a:pt x="1644307" y="662663"/>
                  </a:lnTo>
                  <a:lnTo>
                    <a:pt x="1645560" y="663924"/>
                  </a:lnTo>
                  <a:lnTo>
                    <a:pt x="1646813" y="665564"/>
                  </a:lnTo>
                  <a:lnTo>
                    <a:pt x="1648066" y="667528"/>
                  </a:lnTo>
                  <a:lnTo>
                    <a:pt x="1649320" y="669786"/>
                  </a:lnTo>
                  <a:lnTo>
                    <a:pt x="1650573" y="672303"/>
                  </a:lnTo>
                  <a:lnTo>
                    <a:pt x="1651826" y="675062"/>
                  </a:lnTo>
                  <a:lnTo>
                    <a:pt x="1653079" y="678121"/>
                  </a:lnTo>
                  <a:lnTo>
                    <a:pt x="1654333" y="681598"/>
                  </a:lnTo>
                  <a:lnTo>
                    <a:pt x="1655586" y="685601"/>
                  </a:lnTo>
                  <a:lnTo>
                    <a:pt x="1656839" y="690138"/>
                  </a:lnTo>
                  <a:lnTo>
                    <a:pt x="1658092" y="695213"/>
                  </a:lnTo>
                  <a:lnTo>
                    <a:pt x="1659345" y="700799"/>
                  </a:lnTo>
                  <a:lnTo>
                    <a:pt x="1660599" y="706884"/>
                  </a:lnTo>
                  <a:lnTo>
                    <a:pt x="1661852" y="713438"/>
                  </a:lnTo>
                  <a:lnTo>
                    <a:pt x="1663105" y="720479"/>
                  </a:lnTo>
                  <a:lnTo>
                    <a:pt x="1664358" y="728061"/>
                  </a:lnTo>
                  <a:lnTo>
                    <a:pt x="1665612" y="736163"/>
                  </a:lnTo>
                  <a:lnTo>
                    <a:pt x="1666865" y="744793"/>
                  </a:lnTo>
                  <a:lnTo>
                    <a:pt x="1668118" y="753910"/>
                  </a:lnTo>
                  <a:lnTo>
                    <a:pt x="1669371" y="763467"/>
                  </a:lnTo>
                  <a:lnTo>
                    <a:pt x="1670624" y="773460"/>
                  </a:lnTo>
                  <a:lnTo>
                    <a:pt x="1671878" y="783818"/>
                  </a:lnTo>
                  <a:lnTo>
                    <a:pt x="1673131" y="794443"/>
                  </a:lnTo>
                  <a:lnTo>
                    <a:pt x="1674384" y="805206"/>
                  </a:lnTo>
                  <a:lnTo>
                    <a:pt x="1675637" y="816043"/>
                  </a:lnTo>
                  <a:lnTo>
                    <a:pt x="1676890" y="826896"/>
                  </a:lnTo>
                  <a:lnTo>
                    <a:pt x="1678144" y="837710"/>
                  </a:lnTo>
                  <a:lnTo>
                    <a:pt x="1679397" y="848457"/>
                  </a:lnTo>
                  <a:lnTo>
                    <a:pt x="1680650" y="859131"/>
                  </a:lnTo>
                  <a:lnTo>
                    <a:pt x="1681903" y="869724"/>
                  </a:lnTo>
                  <a:lnTo>
                    <a:pt x="1683157" y="880165"/>
                  </a:lnTo>
                  <a:lnTo>
                    <a:pt x="1684410" y="890366"/>
                  </a:lnTo>
                  <a:lnTo>
                    <a:pt x="1685663" y="900259"/>
                  </a:lnTo>
                  <a:lnTo>
                    <a:pt x="1686916" y="909807"/>
                  </a:lnTo>
                  <a:lnTo>
                    <a:pt x="1688169" y="918973"/>
                  </a:lnTo>
                  <a:lnTo>
                    <a:pt x="1689423" y="927743"/>
                  </a:lnTo>
                  <a:lnTo>
                    <a:pt x="1690676" y="936103"/>
                  </a:lnTo>
                  <a:lnTo>
                    <a:pt x="1691929" y="944017"/>
                  </a:lnTo>
                  <a:lnTo>
                    <a:pt x="1693182" y="951459"/>
                  </a:lnTo>
                  <a:lnTo>
                    <a:pt x="1694436" y="958374"/>
                  </a:lnTo>
                  <a:lnTo>
                    <a:pt x="1695689" y="964753"/>
                  </a:lnTo>
                  <a:lnTo>
                    <a:pt x="1696942" y="970592"/>
                  </a:lnTo>
                  <a:lnTo>
                    <a:pt x="1698195" y="975921"/>
                  </a:lnTo>
                  <a:lnTo>
                    <a:pt x="1699448" y="980782"/>
                  </a:lnTo>
                  <a:lnTo>
                    <a:pt x="1700702" y="985137"/>
                  </a:lnTo>
                  <a:lnTo>
                    <a:pt x="1701955" y="988972"/>
                  </a:lnTo>
                  <a:lnTo>
                    <a:pt x="1703208" y="992314"/>
                  </a:lnTo>
                  <a:lnTo>
                    <a:pt x="1704461" y="995203"/>
                  </a:lnTo>
                  <a:lnTo>
                    <a:pt x="1705714" y="997682"/>
                  </a:lnTo>
                  <a:lnTo>
                    <a:pt x="1706968" y="999830"/>
                  </a:lnTo>
                  <a:lnTo>
                    <a:pt x="1708221" y="1001688"/>
                  </a:lnTo>
                  <a:lnTo>
                    <a:pt x="1709474" y="1003263"/>
                  </a:lnTo>
                  <a:lnTo>
                    <a:pt x="1710727" y="1004583"/>
                  </a:lnTo>
                  <a:lnTo>
                    <a:pt x="1711981" y="1005697"/>
                  </a:lnTo>
                  <a:lnTo>
                    <a:pt x="1713234" y="1006657"/>
                  </a:lnTo>
                  <a:lnTo>
                    <a:pt x="1714487" y="1007465"/>
                  </a:lnTo>
                  <a:lnTo>
                    <a:pt x="1715740" y="1008088"/>
                  </a:lnTo>
                  <a:lnTo>
                    <a:pt x="1716993" y="1008465"/>
                  </a:lnTo>
                  <a:lnTo>
                    <a:pt x="1718247" y="1008490"/>
                  </a:lnTo>
                  <a:lnTo>
                    <a:pt x="1719500" y="1008098"/>
                  </a:lnTo>
                  <a:lnTo>
                    <a:pt x="1720753" y="1007258"/>
                  </a:lnTo>
                  <a:lnTo>
                    <a:pt x="1722006" y="1005986"/>
                  </a:lnTo>
                  <a:lnTo>
                    <a:pt x="1723260" y="1004258"/>
                  </a:lnTo>
                  <a:lnTo>
                    <a:pt x="1724513" y="1002040"/>
                  </a:lnTo>
                  <a:lnTo>
                    <a:pt x="1725766" y="999351"/>
                  </a:lnTo>
                  <a:lnTo>
                    <a:pt x="1727019" y="996177"/>
                  </a:lnTo>
                  <a:lnTo>
                    <a:pt x="1728272" y="992514"/>
                  </a:lnTo>
                  <a:lnTo>
                    <a:pt x="1729526" y="988367"/>
                  </a:lnTo>
                  <a:lnTo>
                    <a:pt x="1730779" y="983756"/>
                  </a:lnTo>
                  <a:lnTo>
                    <a:pt x="1732032" y="978750"/>
                  </a:lnTo>
                  <a:lnTo>
                    <a:pt x="1733285" y="973417"/>
                  </a:lnTo>
                  <a:lnTo>
                    <a:pt x="1734538" y="967811"/>
                  </a:lnTo>
                  <a:lnTo>
                    <a:pt x="1735792" y="962034"/>
                  </a:lnTo>
                  <a:lnTo>
                    <a:pt x="1737045" y="956189"/>
                  </a:lnTo>
                  <a:lnTo>
                    <a:pt x="1738298" y="950371"/>
                  </a:lnTo>
                  <a:lnTo>
                    <a:pt x="1739551" y="944643"/>
                  </a:lnTo>
                  <a:lnTo>
                    <a:pt x="1740805" y="939080"/>
                  </a:lnTo>
                  <a:lnTo>
                    <a:pt x="1742058" y="933746"/>
                  </a:lnTo>
                  <a:lnTo>
                    <a:pt x="1743311" y="928694"/>
                  </a:lnTo>
                  <a:lnTo>
                    <a:pt x="1744564" y="923908"/>
                  </a:lnTo>
                  <a:lnTo>
                    <a:pt x="1745817" y="919400"/>
                  </a:lnTo>
                  <a:lnTo>
                    <a:pt x="1747071" y="915208"/>
                  </a:lnTo>
                  <a:lnTo>
                    <a:pt x="1748324" y="911386"/>
                  </a:lnTo>
                  <a:lnTo>
                    <a:pt x="1749577" y="908017"/>
                  </a:lnTo>
                  <a:lnTo>
                    <a:pt x="1750830" y="905142"/>
                  </a:lnTo>
                  <a:lnTo>
                    <a:pt x="1752083" y="902792"/>
                  </a:lnTo>
                  <a:lnTo>
                    <a:pt x="1753337" y="900967"/>
                  </a:lnTo>
                  <a:lnTo>
                    <a:pt x="1754590" y="899659"/>
                  </a:lnTo>
                  <a:lnTo>
                    <a:pt x="1755843" y="898880"/>
                  </a:lnTo>
                  <a:lnTo>
                    <a:pt x="1757096" y="898635"/>
                  </a:lnTo>
                  <a:lnTo>
                    <a:pt x="1758350" y="898953"/>
                  </a:lnTo>
                  <a:lnTo>
                    <a:pt x="1759603" y="899777"/>
                  </a:lnTo>
                  <a:lnTo>
                    <a:pt x="1760856" y="901095"/>
                  </a:lnTo>
                  <a:lnTo>
                    <a:pt x="1762109" y="902875"/>
                  </a:lnTo>
                  <a:lnTo>
                    <a:pt x="1763362" y="905125"/>
                  </a:lnTo>
                  <a:lnTo>
                    <a:pt x="1764616" y="907873"/>
                  </a:lnTo>
                  <a:lnTo>
                    <a:pt x="1765869" y="911124"/>
                  </a:lnTo>
                  <a:lnTo>
                    <a:pt x="1767122" y="914835"/>
                  </a:lnTo>
                  <a:lnTo>
                    <a:pt x="1768375" y="918889"/>
                  </a:lnTo>
                  <a:lnTo>
                    <a:pt x="1769629" y="923163"/>
                  </a:lnTo>
                  <a:lnTo>
                    <a:pt x="1770882" y="927582"/>
                  </a:lnTo>
                  <a:lnTo>
                    <a:pt x="1772135" y="932120"/>
                  </a:lnTo>
                  <a:lnTo>
                    <a:pt x="1773388" y="936768"/>
                  </a:lnTo>
                  <a:lnTo>
                    <a:pt x="1774641" y="941476"/>
                  </a:lnTo>
                  <a:lnTo>
                    <a:pt x="1775895" y="946192"/>
                  </a:lnTo>
                  <a:lnTo>
                    <a:pt x="1777148" y="950864"/>
                  </a:lnTo>
                  <a:lnTo>
                    <a:pt x="1778401" y="955502"/>
                  </a:lnTo>
                  <a:lnTo>
                    <a:pt x="1779654" y="960065"/>
                  </a:lnTo>
                  <a:lnTo>
                    <a:pt x="1780907" y="964546"/>
                  </a:lnTo>
                  <a:lnTo>
                    <a:pt x="1782161" y="968939"/>
                  </a:lnTo>
                  <a:lnTo>
                    <a:pt x="1783414" y="973251"/>
                  </a:lnTo>
                  <a:lnTo>
                    <a:pt x="1784667" y="977486"/>
                  </a:lnTo>
                  <a:lnTo>
                    <a:pt x="1785920" y="981629"/>
                  </a:lnTo>
                  <a:lnTo>
                    <a:pt x="1787174" y="985750"/>
                  </a:lnTo>
                  <a:lnTo>
                    <a:pt x="1788427" y="989858"/>
                  </a:lnTo>
                  <a:lnTo>
                    <a:pt x="1789680" y="993917"/>
                  </a:lnTo>
                  <a:lnTo>
                    <a:pt x="1790933" y="997901"/>
                  </a:lnTo>
                  <a:lnTo>
                    <a:pt x="1792186" y="1001781"/>
                  </a:lnTo>
                  <a:lnTo>
                    <a:pt x="1793440" y="1005566"/>
                  </a:lnTo>
                  <a:lnTo>
                    <a:pt x="1794693" y="1009219"/>
                  </a:lnTo>
                  <a:lnTo>
                    <a:pt x="1795946" y="1012680"/>
                  </a:lnTo>
                  <a:lnTo>
                    <a:pt x="1797199" y="1015927"/>
                  </a:lnTo>
                  <a:lnTo>
                    <a:pt x="1798453" y="1018951"/>
                  </a:lnTo>
                  <a:lnTo>
                    <a:pt x="1799706" y="1021738"/>
                  </a:lnTo>
                  <a:lnTo>
                    <a:pt x="1800959" y="1024281"/>
                  </a:lnTo>
                  <a:lnTo>
                    <a:pt x="1802212" y="1026568"/>
                  </a:lnTo>
                  <a:lnTo>
                    <a:pt x="1803465" y="1028573"/>
                  </a:lnTo>
                  <a:lnTo>
                    <a:pt x="1804719" y="1030267"/>
                  </a:lnTo>
                  <a:lnTo>
                    <a:pt x="1805972" y="1031599"/>
                  </a:lnTo>
                  <a:lnTo>
                    <a:pt x="1807225" y="1032570"/>
                  </a:lnTo>
                  <a:lnTo>
                    <a:pt x="1808478" y="1033206"/>
                  </a:lnTo>
                  <a:lnTo>
                    <a:pt x="1809731" y="1033556"/>
                  </a:lnTo>
                  <a:lnTo>
                    <a:pt x="1810985" y="1033654"/>
                  </a:lnTo>
                  <a:lnTo>
                    <a:pt x="1812238" y="1033520"/>
                  </a:lnTo>
                  <a:lnTo>
                    <a:pt x="1813491" y="1033147"/>
                  </a:lnTo>
                  <a:lnTo>
                    <a:pt x="1814744" y="1032517"/>
                  </a:lnTo>
                  <a:lnTo>
                    <a:pt x="1815998" y="1031615"/>
                  </a:lnTo>
                  <a:lnTo>
                    <a:pt x="1817251" y="1030404"/>
                  </a:lnTo>
                  <a:lnTo>
                    <a:pt x="1818504" y="1028837"/>
                  </a:lnTo>
                  <a:lnTo>
                    <a:pt x="1819757" y="1026927"/>
                  </a:lnTo>
                  <a:lnTo>
                    <a:pt x="1821010" y="1024648"/>
                  </a:lnTo>
                  <a:lnTo>
                    <a:pt x="1822264" y="1022023"/>
                  </a:lnTo>
                  <a:lnTo>
                    <a:pt x="1823517" y="1019113"/>
                  </a:lnTo>
                  <a:lnTo>
                    <a:pt x="1824770" y="1015932"/>
                  </a:lnTo>
                  <a:lnTo>
                    <a:pt x="1826023" y="1012461"/>
                  </a:lnTo>
                  <a:lnTo>
                    <a:pt x="1827277" y="1008683"/>
                  </a:lnTo>
                  <a:lnTo>
                    <a:pt x="1828530" y="1004534"/>
                  </a:lnTo>
                  <a:lnTo>
                    <a:pt x="1829783" y="999948"/>
                  </a:lnTo>
                  <a:lnTo>
                    <a:pt x="1831036" y="994956"/>
                  </a:lnTo>
                  <a:lnTo>
                    <a:pt x="1832289" y="989644"/>
                  </a:lnTo>
                  <a:lnTo>
                    <a:pt x="1833543" y="984112"/>
                  </a:lnTo>
                  <a:lnTo>
                    <a:pt x="1834796" y="978380"/>
                  </a:lnTo>
                  <a:lnTo>
                    <a:pt x="1836049" y="972469"/>
                  </a:lnTo>
                  <a:lnTo>
                    <a:pt x="1837302" y="966415"/>
                  </a:lnTo>
                  <a:lnTo>
                    <a:pt x="1838555" y="960222"/>
                  </a:lnTo>
                  <a:lnTo>
                    <a:pt x="1839809" y="953892"/>
                  </a:lnTo>
                  <a:lnTo>
                    <a:pt x="1841062" y="947389"/>
                  </a:lnTo>
                  <a:lnTo>
                    <a:pt x="1842315" y="940692"/>
                  </a:lnTo>
                  <a:lnTo>
                    <a:pt x="1843568" y="933820"/>
                  </a:lnTo>
                  <a:lnTo>
                    <a:pt x="1844822" y="926804"/>
                  </a:lnTo>
                  <a:lnTo>
                    <a:pt x="1846075" y="919670"/>
                  </a:lnTo>
                  <a:lnTo>
                    <a:pt x="1847328" y="912407"/>
                  </a:lnTo>
                  <a:lnTo>
                    <a:pt x="1848581" y="905042"/>
                  </a:lnTo>
                  <a:lnTo>
                    <a:pt x="1849834" y="897542"/>
                  </a:lnTo>
                  <a:lnTo>
                    <a:pt x="1851088" y="889850"/>
                  </a:lnTo>
                  <a:lnTo>
                    <a:pt x="1852341" y="881973"/>
                  </a:lnTo>
                  <a:lnTo>
                    <a:pt x="1853594" y="873934"/>
                  </a:lnTo>
                  <a:lnTo>
                    <a:pt x="1854847" y="865752"/>
                  </a:lnTo>
                  <a:lnTo>
                    <a:pt x="1856101" y="857434"/>
                  </a:lnTo>
                  <a:lnTo>
                    <a:pt x="1857354" y="848988"/>
                  </a:lnTo>
                  <a:lnTo>
                    <a:pt x="1858607" y="840438"/>
                  </a:lnTo>
                  <a:lnTo>
                    <a:pt x="1859860" y="831822"/>
                  </a:lnTo>
                  <a:lnTo>
                    <a:pt x="1861113" y="823102"/>
                  </a:lnTo>
                  <a:lnTo>
                    <a:pt x="1862367" y="814224"/>
                  </a:lnTo>
                  <a:lnTo>
                    <a:pt x="1863620" y="805151"/>
                  </a:lnTo>
                  <a:lnTo>
                    <a:pt x="1864873" y="795868"/>
                  </a:lnTo>
                  <a:lnTo>
                    <a:pt x="1866126" y="786356"/>
                  </a:lnTo>
                  <a:lnTo>
                    <a:pt x="1867379" y="776600"/>
                  </a:lnTo>
                  <a:lnTo>
                    <a:pt x="1868633" y="766610"/>
                  </a:lnTo>
                  <a:lnTo>
                    <a:pt x="1869886" y="756414"/>
                  </a:lnTo>
                  <a:lnTo>
                    <a:pt x="1871139" y="745989"/>
                  </a:lnTo>
                  <a:lnTo>
                    <a:pt x="1872392" y="735320"/>
                  </a:lnTo>
                  <a:lnTo>
                    <a:pt x="1873646" y="724376"/>
                  </a:lnTo>
                  <a:lnTo>
                    <a:pt x="1874899" y="713102"/>
                  </a:lnTo>
                  <a:lnTo>
                    <a:pt x="1876152" y="701444"/>
                  </a:lnTo>
                  <a:lnTo>
                    <a:pt x="1877405" y="689377"/>
                  </a:lnTo>
                  <a:lnTo>
                    <a:pt x="1878658" y="676920"/>
                  </a:lnTo>
                  <a:lnTo>
                    <a:pt x="1879912" y="664158"/>
                  </a:lnTo>
                  <a:lnTo>
                    <a:pt x="1881165" y="651200"/>
                  </a:lnTo>
                  <a:lnTo>
                    <a:pt x="1882418" y="638123"/>
                  </a:lnTo>
                  <a:lnTo>
                    <a:pt x="1883671" y="624951"/>
                  </a:lnTo>
                  <a:lnTo>
                    <a:pt x="1884925" y="611752"/>
                  </a:lnTo>
                  <a:lnTo>
                    <a:pt x="1886178" y="598531"/>
                  </a:lnTo>
                  <a:lnTo>
                    <a:pt x="1887431" y="585285"/>
                  </a:lnTo>
                  <a:lnTo>
                    <a:pt x="1888684" y="572008"/>
                  </a:lnTo>
                  <a:lnTo>
                    <a:pt x="1889937" y="558708"/>
                  </a:lnTo>
                  <a:lnTo>
                    <a:pt x="1891191" y="545419"/>
                  </a:lnTo>
                  <a:lnTo>
                    <a:pt x="1892444" y="532218"/>
                  </a:lnTo>
                  <a:lnTo>
                    <a:pt x="1893697" y="519177"/>
                  </a:lnTo>
                  <a:lnTo>
                    <a:pt x="1894950" y="506294"/>
                  </a:lnTo>
                  <a:lnTo>
                    <a:pt x="1896203" y="493537"/>
                  </a:lnTo>
                  <a:lnTo>
                    <a:pt x="1897457" y="480900"/>
                  </a:lnTo>
                  <a:lnTo>
                    <a:pt x="1898710" y="468371"/>
                  </a:lnTo>
                  <a:lnTo>
                    <a:pt x="1899963" y="455908"/>
                  </a:lnTo>
                  <a:lnTo>
                    <a:pt x="1901216" y="443515"/>
                  </a:lnTo>
                  <a:lnTo>
                    <a:pt x="1902470" y="431246"/>
                  </a:lnTo>
                  <a:lnTo>
                    <a:pt x="1903723" y="419129"/>
                  </a:lnTo>
                  <a:lnTo>
                    <a:pt x="1904976" y="407241"/>
                  </a:lnTo>
                  <a:lnTo>
                    <a:pt x="1906229" y="395622"/>
                  </a:lnTo>
                  <a:lnTo>
                    <a:pt x="1907482" y="384337"/>
                  </a:lnTo>
                  <a:lnTo>
                    <a:pt x="1908736" y="373414"/>
                  </a:lnTo>
                  <a:lnTo>
                    <a:pt x="1909989" y="362861"/>
                  </a:lnTo>
                  <a:lnTo>
                    <a:pt x="1911242" y="352725"/>
                  </a:lnTo>
                  <a:lnTo>
                    <a:pt x="1912495" y="343042"/>
                  </a:lnTo>
                  <a:lnTo>
                    <a:pt x="1913748" y="333898"/>
                  </a:lnTo>
                  <a:lnTo>
                    <a:pt x="1915002" y="325329"/>
                  </a:lnTo>
                  <a:lnTo>
                    <a:pt x="1916255" y="317332"/>
                  </a:lnTo>
                  <a:lnTo>
                    <a:pt x="1917508" y="309904"/>
                  </a:lnTo>
                  <a:lnTo>
                    <a:pt x="1918761" y="303087"/>
                  </a:lnTo>
                  <a:lnTo>
                    <a:pt x="1920015" y="296858"/>
                  </a:lnTo>
                  <a:lnTo>
                    <a:pt x="1921268" y="291183"/>
                  </a:lnTo>
                  <a:lnTo>
                    <a:pt x="1922521" y="286038"/>
                  </a:lnTo>
                  <a:lnTo>
                    <a:pt x="1923774" y="281417"/>
                  </a:lnTo>
                  <a:lnTo>
                    <a:pt x="1925027" y="277364"/>
                  </a:lnTo>
                  <a:lnTo>
                    <a:pt x="1926281" y="273888"/>
                  </a:lnTo>
                  <a:lnTo>
                    <a:pt x="1927534" y="270980"/>
                  </a:lnTo>
                  <a:lnTo>
                    <a:pt x="1928787" y="268622"/>
                  </a:lnTo>
                  <a:lnTo>
                    <a:pt x="1930040" y="266772"/>
                  </a:lnTo>
                  <a:lnTo>
                    <a:pt x="1931294" y="265383"/>
                  </a:lnTo>
                  <a:lnTo>
                    <a:pt x="1932547" y="264410"/>
                  </a:lnTo>
                  <a:lnTo>
                    <a:pt x="1933800" y="263858"/>
                  </a:lnTo>
                  <a:lnTo>
                    <a:pt x="1935053" y="263717"/>
                  </a:lnTo>
                  <a:lnTo>
                    <a:pt x="1936306" y="263978"/>
                  </a:lnTo>
                  <a:lnTo>
                    <a:pt x="1937560" y="264608"/>
                  </a:lnTo>
                  <a:lnTo>
                    <a:pt x="1938813" y="265653"/>
                  </a:lnTo>
                  <a:lnTo>
                    <a:pt x="1940066" y="267155"/>
                  </a:lnTo>
                  <a:lnTo>
                    <a:pt x="1941319" y="269128"/>
                  </a:lnTo>
                  <a:lnTo>
                    <a:pt x="1942572" y="271531"/>
                  </a:lnTo>
                  <a:lnTo>
                    <a:pt x="1943826" y="274272"/>
                  </a:lnTo>
                  <a:lnTo>
                    <a:pt x="1945079" y="277263"/>
                  </a:lnTo>
                  <a:lnTo>
                    <a:pt x="1946332" y="280466"/>
                  </a:lnTo>
                  <a:lnTo>
                    <a:pt x="1947585" y="283854"/>
                  </a:lnTo>
                  <a:lnTo>
                    <a:pt x="1948839" y="287409"/>
                  </a:lnTo>
                  <a:lnTo>
                    <a:pt x="1950092" y="291143"/>
                  </a:lnTo>
                  <a:lnTo>
                    <a:pt x="1951345" y="295060"/>
                  </a:lnTo>
                  <a:lnTo>
                    <a:pt x="1952598" y="299148"/>
                  </a:lnTo>
                  <a:lnTo>
                    <a:pt x="1953851" y="303389"/>
                  </a:lnTo>
                  <a:lnTo>
                    <a:pt x="1955105" y="307770"/>
                  </a:lnTo>
                  <a:lnTo>
                    <a:pt x="1956358" y="312272"/>
                  </a:lnTo>
                  <a:lnTo>
                    <a:pt x="1957611" y="316879"/>
                  </a:lnTo>
                  <a:lnTo>
                    <a:pt x="1958864" y="321593"/>
                  </a:lnTo>
                  <a:lnTo>
                    <a:pt x="1960118" y="326387"/>
                  </a:lnTo>
                  <a:lnTo>
                    <a:pt x="1961371" y="331252"/>
                  </a:lnTo>
                  <a:lnTo>
                    <a:pt x="1962624" y="336226"/>
                  </a:lnTo>
                  <a:lnTo>
                    <a:pt x="1963877" y="341303"/>
                  </a:lnTo>
                  <a:lnTo>
                    <a:pt x="1965130" y="346467"/>
                  </a:lnTo>
                  <a:lnTo>
                    <a:pt x="1966384" y="351695"/>
                  </a:lnTo>
                  <a:lnTo>
                    <a:pt x="1967637" y="357000"/>
                  </a:lnTo>
                  <a:lnTo>
                    <a:pt x="1968890" y="362340"/>
                  </a:lnTo>
                  <a:lnTo>
                    <a:pt x="1970143" y="367676"/>
                  </a:lnTo>
                  <a:lnTo>
                    <a:pt x="1971396" y="372982"/>
                  </a:lnTo>
                  <a:lnTo>
                    <a:pt x="1972650" y="378260"/>
                  </a:lnTo>
                  <a:lnTo>
                    <a:pt x="1973903" y="383479"/>
                  </a:lnTo>
                  <a:lnTo>
                    <a:pt x="1975156" y="388592"/>
                  </a:lnTo>
                  <a:lnTo>
                    <a:pt x="1976409" y="393542"/>
                  </a:lnTo>
                  <a:lnTo>
                    <a:pt x="1977663" y="398264"/>
                  </a:lnTo>
                  <a:lnTo>
                    <a:pt x="1978916" y="402782"/>
                  </a:lnTo>
                  <a:lnTo>
                    <a:pt x="1980169" y="407114"/>
                  </a:lnTo>
                  <a:lnTo>
                    <a:pt x="1981422" y="411218"/>
                  </a:lnTo>
                  <a:lnTo>
                    <a:pt x="1982675" y="415128"/>
                  </a:lnTo>
                  <a:lnTo>
                    <a:pt x="1983929" y="418889"/>
                  </a:lnTo>
                  <a:lnTo>
                    <a:pt x="1985182" y="422525"/>
                  </a:lnTo>
                  <a:lnTo>
                    <a:pt x="1986435" y="426070"/>
                  </a:lnTo>
                  <a:lnTo>
                    <a:pt x="1987688" y="429483"/>
                  </a:lnTo>
                  <a:lnTo>
                    <a:pt x="1988942" y="432731"/>
                  </a:lnTo>
                  <a:lnTo>
                    <a:pt x="1990195" y="435786"/>
                  </a:lnTo>
                  <a:lnTo>
                    <a:pt x="1991448" y="438654"/>
                  </a:lnTo>
                  <a:lnTo>
                    <a:pt x="1992701" y="441385"/>
                  </a:lnTo>
                  <a:lnTo>
                    <a:pt x="1993954" y="444054"/>
                  </a:lnTo>
                  <a:lnTo>
                    <a:pt x="1995208" y="446708"/>
                  </a:lnTo>
                  <a:lnTo>
                    <a:pt x="1996461" y="449367"/>
                  </a:lnTo>
                  <a:lnTo>
                    <a:pt x="1997714" y="451995"/>
                  </a:lnTo>
                  <a:lnTo>
                    <a:pt x="1998967" y="454576"/>
                  </a:lnTo>
                  <a:lnTo>
                    <a:pt x="2000220" y="457112"/>
                  </a:lnTo>
                  <a:lnTo>
                    <a:pt x="2001474" y="459588"/>
                  </a:lnTo>
                  <a:lnTo>
                    <a:pt x="2002727" y="461973"/>
                  </a:lnTo>
                  <a:lnTo>
                    <a:pt x="2003980" y="464241"/>
                  </a:lnTo>
                  <a:lnTo>
                    <a:pt x="2005233" y="466396"/>
                  </a:lnTo>
                  <a:lnTo>
                    <a:pt x="2006487" y="468444"/>
                  </a:lnTo>
                  <a:lnTo>
                    <a:pt x="2007740" y="470434"/>
                  </a:lnTo>
                  <a:lnTo>
                    <a:pt x="2008993" y="472390"/>
                  </a:lnTo>
                  <a:lnTo>
                    <a:pt x="2010246" y="474304"/>
                  </a:lnTo>
                  <a:lnTo>
                    <a:pt x="2011499" y="476136"/>
                  </a:lnTo>
                  <a:lnTo>
                    <a:pt x="2012753" y="477836"/>
                  </a:lnTo>
                  <a:lnTo>
                    <a:pt x="2014006" y="479381"/>
                  </a:lnTo>
                  <a:lnTo>
                    <a:pt x="2015259" y="480787"/>
                  </a:lnTo>
                  <a:lnTo>
                    <a:pt x="2016512" y="482115"/>
                  </a:lnTo>
                  <a:lnTo>
                    <a:pt x="2017766" y="483386"/>
                  </a:lnTo>
                  <a:lnTo>
                    <a:pt x="2019019" y="484584"/>
                  </a:lnTo>
                  <a:lnTo>
                    <a:pt x="2020272" y="485703"/>
                  </a:lnTo>
                  <a:lnTo>
                    <a:pt x="2021525" y="486713"/>
                  </a:lnTo>
                  <a:lnTo>
                    <a:pt x="2022778" y="487624"/>
                  </a:lnTo>
                  <a:lnTo>
                    <a:pt x="2024032" y="488451"/>
                  </a:lnTo>
                  <a:lnTo>
                    <a:pt x="2025285" y="489158"/>
                  </a:lnTo>
                  <a:lnTo>
                    <a:pt x="2026538" y="489707"/>
                  </a:lnTo>
                  <a:lnTo>
                    <a:pt x="2027791" y="490108"/>
                  </a:lnTo>
                  <a:lnTo>
                    <a:pt x="2029044" y="490347"/>
                  </a:lnTo>
                  <a:lnTo>
                    <a:pt x="2030298" y="490445"/>
                  </a:lnTo>
                  <a:lnTo>
                    <a:pt x="2031551" y="490391"/>
                  </a:lnTo>
                  <a:lnTo>
                    <a:pt x="2032804" y="490196"/>
                  </a:lnTo>
                  <a:lnTo>
                    <a:pt x="2034057" y="489836"/>
                  </a:lnTo>
                  <a:lnTo>
                    <a:pt x="2035311" y="489271"/>
                  </a:lnTo>
                  <a:lnTo>
                    <a:pt x="2036564" y="488468"/>
                  </a:lnTo>
                  <a:lnTo>
                    <a:pt x="2037817" y="487444"/>
                  </a:lnTo>
                  <a:lnTo>
                    <a:pt x="2039070" y="486188"/>
                  </a:lnTo>
                  <a:lnTo>
                    <a:pt x="2040323" y="484720"/>
                  </a:lnTo>
                  <a:lnTo>
                    <a:pt x="2041577" y="483045"/>
                  </a:lnTo>
                  <a:lnTo>
                    <a:pt x="2042830" y="481131"/>
                  </a:lnTo>
                  <a:lnTo>
                    <a:pt x="2044083" y="478982"/>
                  </a:lnTo>
                  <a:lnTo>
                    <a:pt x="2045336" y="476602"/>
                  </a:lnTo>
                  <a:lnTo>
                    <a:pt x="2046590" y="473919"/>
                  </a:lnTo>
                  <a:lnTo>
                    <a:pt x="2047843" y="470900"/>
                  </a:lnTo>
                  <a:lnTo>
                    <a:pt x="2049096" y="467500"/>
                  </a:lnTo>
                  <a:lnTo>
                    <a:pt x="2050349" y="463747"/>
                  </a:lnTo>
                  <a:lnTo>
                    <a:pt x="2051602" y="459716"/>
                  </a:lnTo>
                  <a:lnTo>
                    <a:pt x="2052856" y="455472"/>
                  </a:lnTo>
                  <a:lnTo>
                    <a:pt x="2054109" y="451075"/>
                  </a:lnTo>
                  <a:lnTo>
                    <a:pt x="2055362" y="446527"/>
                  </a:lnTo>
                  <a:lnTo>
                    <a:pt x="2056615" y="441823"/>
                  </a:lnTo>
                  <a:lnTo>
                    <a:pt x="2057868" y="436953"/>
                  </a:lnTo>
                  <a:lnTo>
                    <a:pt x="2059122" y="431936"/>
                  </a:lnTo>
                  <a:lnTo>
                    <a:pt x="2060375" y="426793"/>
                  </a:lnTo>
                  <a:lnTo>
                    <a:pt x="2061628" y="421569"/>
                  </a:lnTo>
                  <a:lnTo>
                    <a:pt x="2062881" y="416299"/>
                  </a:lnTo>
                  <a:lnTo>
                    <a:pt x="2064135" y="411032"/>
                  </a:lnTo>
                  <a:lnTo>
                    <a:pt x="2065388" y="405830"/>
                  </a:lnTo>
                  <a:lnTo>
                    <a:pt x="2066641" y="400725"/>
                  </a:lnTo>
                  <a:lnTo>
                    <a:pt x="2067894" y="395739"/>
                  </a:lnTo>
                  <a:lnTo>
                    <a:pt x="2069147" y="390870"/>
                  </a:lnTo>
                  <a:lnTo>
                    <a:pt x="2070401" y="386099"/>
                  </a:lnTo>
                  <a:lnTo>
                    <a:pt x="2071654" y="381398"/>
                  </a:lnTo>
                  <a:lnTo>
                    <a:pt x="2072907" y="376779"/>
                  </a:lnTo>
                  <a:lnTo>
                    <a:pt x="2074160" y="372270"/>
                  </a:lnTo>
                  <a:lnTo>
                    <a:pt x="2075413" y="367931"/>
                  </a:lnTo>
                  <a:lnTo>
                    <a:pt x="2076667" y="363800"/>
                  </a:lnTo>
                  <a:lnTo>
                    <a:pt x="2077920" y="359885"/>
                  </a:lnTo>
                  <a:lnTo>
                    <a:pt x="2079173" y="356172"/>
                  </a:lnTo>
                  <a:lnTo>
                    <a:pt x="2080426" y="352648"/>
                  </a:lnTo>
                  <a:lnTo>
                    <a:pt x="2081680" y="349337"/>
                  </a:lnTo>
                  <a:lnTo>
                    <a:pt x="2082933" y="346255"/>
                  </a:lnTo>
                  <a:lnTo>
                    <a:pt x="2084186" y="343413"/>
                  </a:lnTo>
                  <a:lnTo>
                    <a:pt x="2085439" y="340819"/>
                  </a:lnTo>
                  <a:lnTo>
                    <a:pt x="2086692" y="338467"/>
                  </a:lnTo>
                  <a:lnTo>
                    <a:pt x="2087946" y="336419"/>
                  </a:lnTo>
                  <a:lnTo>
                    <a:pt x="2089199" y="334731"/>
                  </a:lnTo>
                  <a:lnTo>
                    <a:pt x="2090452" y="333420"/>
                  </a:lnTo>
                  <a:lnTo>
                    <a:pt x="2091705" y="332526"/>
                  </a:lnTo>
                  <a:lnTo>
                    <a:pt x="2092959" y="332012"/>
                  </a:lnTo>
                  <a:lnTo>
                    <a:pt x="2094212" y="331836"/>
                  </a:lnTo>
                  <a:lnTo>
                    <a:pt x="2095465" y="331962"/>
                  </a:lnTo>
                  <a:lnTo>
                    <a:pt x="2096718" y="332360"/>
                  </a:lnTo>
                  <a:lnTo>
                    <a:pt x="2097971" y="333038"/>
                  </a:lnTo>
                  <a:lnTo>
                    <a:pt x="2099225" y="334012"/>
                  </a:lnTo>
                  <a:lnTo>
                    <a:pt x="2100478" y="335277"/>
                  </a:lnTo>
                  <a:lnTo>
                    <a:pt x="2101731" y="336838"/>
                  </a:lnTo>
                  <a:lnTo>
                    <a:pt x="2102984" y="338702"/>
                  </a:lnTo>
                  <a:lnTo>
                    <a:pt x="2104237" y="340842"/>
                  </a:lnTo>
                  <a:lnTo>
                    <a:pt x="2105491" y="343236"/>
                  </a:lnTo>
                  <a:lnTo>
                    <a:pt x="2106744" y="345841"/>
                  </a:lnTo>
                  <a:lnTo>
                    <a:pt x="2107997" y="348620"/>
                  </a:lnTo>
                  <a:lnTo>
                    <a:pt x="2109250" y="351602"/>
                  </a:lnTo>
                  <a:lnTo>
                    <a:pt x="2110504" y="354773"/>
                  </a:lnTo>
                  <a:lnTo>
                    <a:pt x="2111757" y="358181"/>
                  </a:lnTo>
                  <a:lnTo>
                    <a:pt x="2113010" y="361873"/>
                  </a:lnTo>
                  <a:lnTo>
                    <a:pt x="2114263" y="365777"/>
                  </a:lnTo>
                  <a:lnTo>
                    <a:pt x="2115516" y="369883"/>
                  </a:lnTo>
                  <a:lnTo>
                    <a:pt x="2116770" y="374147"/>
                  </a:lnTo>
                  <a:lnTo>
                    <a:pt x="2118023" y="378554"/>
                  </a:lnTo>
                  <a:lnTo>
                    <a:pt x="2119276" y="383075"/>
                  </a:lnTo>
                  <a:lnTo>
                    <a:pt x="2120529" y="387695"/>
                  </a:lnTo>
                  <a:lnTo>
                    <a:pt x="2121783" y="392370"/>
                  </a:lnTo>
                  <a:lnTo>
                    <a:pt x="2123036" y="397096"/>
                  </a:lnTo>
                  <a:lnTo>
                    <a:pt x="2124289" y="401867"/>
                  </a:lnTo>
                  <a:lnTo>
                    <a:pt x="2125542" y="406674"/>
                  </a:lnTo>
                  <a:lnTo>
                    <a:pt x="2126795" y="411457"/>
                  </a:lnTo>
                  <a:lnTo>
                    <a:pt x="2128049" y="416165"/>
                  </a:lnTo>
                  <a:lnTo>
                    <a:pt x="2129302" y="420752"/>
                  </a:lnTo>
                  <a:lnTo>
                    <a:pt x="2130555" y="425176"/>
                  </a:lnTo>
                  <a:lnTo>
                    <a:pt x="2131808" y="429425"/>
                  </a:lnTo>
                  <a:lnTo>
                    <a:pt x="2133061" y="433503"/>
                  </a:lnTo>
                  <a:lnTo>
                    <a:pt x="2134315" y="437439"/>
                  </a:lnTo>
                  <a:lnTo>
                    <a:pt x="2135568" y="441241"/>
                  </a:lnTo>
                  <a:lnTo>
                    <a:pt x="2136821" y="444893"/>
                  </a:lnTo>
                  <a:lnTo>
                    <a:pt x="2138074" y="448341"/>
                  </a:lnTo>
                  <a:lnTo>
                    <a:pt x="2139328" y="451532"/>
                  </a:lnTo>
                  <a:lnTo>
                    <a:pt x="2140581" y="454458"/>
                  </a:lnTo>
                  <a:lnTo>
                    <a:pt x="2141834" y="457097"/>
                  </a:lnTo>
                  <a:lnTo>
                    <a:pt x="2143087" y="459422"/>
                  </a:lnTo>
                  <a:lnTo>
                    <a:pt x="2144340" y="461374"/>
                  </a:lnTo>
                  <a:lnTo>
                    <a:pt x="2145594" y="462943"/>
                  </a:lnTo>
                  <a:lnTo>
                    <a:pt x="2146847" y="464136"/>
                  </a:lnTo>
                  <a:lnTo>
                    <a:pt x="2148100" y="464940"/>
                  </a:lnTo>
                  <a:lnTo>
                    <a:pt x="2149353" y="465371"/>
                  </a:lnTo>
                  <a:lnTo>
                    <a:pt x="2150607" y="465387"/>
                  </a:lnTo>
                  <a:lnTo>
                    <a:pt x="2151860" y="464953"/>
                  </a:lnTo>
                  <a:lnTo>
                    <a:pt x="2153113" y="464015"/>
                  </a:lnTo>
                  <a:lnTo>
                    <a:pt x="2154366" y="462555"/>
                  </a:lnTo>
                  <a:lnTo>
                    <a:pt x="2155619" y="460579"/>
                  </a:lnTo>
                  <a:lnTo>
                    <a:pt x="2156873" y="458152"/>
                  </a:lnTo>
                  <a:lnTo>
                    <a:pt x="2158126" y="455313"/>
                  </a:lnTo>
                  <a:lnTo>
                    <a:pt x="2159379" y="452090"/>
                  </a:lnTo>
                  <a:lnTo>
                    <a:pt x="2160632" y="448517"/>
                  </a:lnTo>
                  <a:lnTo>
                    <a:pt x="2161885" y="444611"/>
                  </a:lnTo>
                  <a:lnTo>
                    <a:pt x="2163139" y="440395"/>
                  </a:lnTo>
                  <a:lnTo>
                    <a:pt x="2164392" y="435889"/>
                  </a:lnTo>
                  <a:lnTo>
                    <a:pt x="2165645" y="431113"/>
                  </a:lnTo>
                  <a:lnTo>
                    <a:pt x="2166898" y="426113"/>
                  </a:lnTo>
                  <a:lnTo>
                    <a:pt x="2168152" y="420933"/>
                  </a:lnTo>
                  <a:lnTo>
                    <a:pt x="2169405" y="415628"/>
                  </a:lnTo>
                  <a:lnTo>
                    <a:pt x="2170658" y="410232"/>
                  </a:lnTo>
                  <a:lnTo>
                    <a:pt x="2171911" y="404780"/>
                  </a:lnTo>
                  <a:lnTo>
                    <a:pt x="2173164" y="399300"/>
                  </a:lnTo>
                  <a:lnTo>
                    <a:pt x="2174418" y="393781"/>
                  </a:lnTo>
                  <a:lnTo>
                    <a:pt x="2175671" y="388158"/>
                  </a:lnTo>
                  <a:lnTo>
                    <a:pt x="2176924" y="382460"/>
                  </a:lnTo>
                  <a:lnTo>
                    <a:pt x="2178177" y="376681"/>
                  </a:lnTo>
                  <a:lnTo>
                    <a:pt x="2179431" y="370823"/>
                  </a:lnTo>
                  <a:lnTo>
                    <a:pt x="2180684" y="364895"/>
                  </a:lnTo>
                  <a:lnTo>
                    <a:pt x="2181937" y="358903"/>
                  </a:lnTo>
                  <a:lnTo>
                    <a:pt x="2183190" y="352861"/>
                  </a:lnTo>
                  <a:lnTo>
                    <a:pt x="2184443" y="346783"/>
                  </a:lnTo>
                  <a:lnTo>
                    <a:pt x="2185697" y="340696"/>
                  </a:lnTo>
                  <a:lnTo>
                    <a:pt x="2186950" y="334577"/>
                  </a:lnTo>
                  <a:lnTo>
                    <a:pt x="2188203" y="328416"/>
                  </a:lnTo>
                  <a:lnTo>
                    <a:pt x="2189456" y="322214"/>
                  </a:lnTo>
                  <a:lnTo>
                    <a:pt x="2190709" y="316006"/>
                  </a:lnTo>
                  <a:lnTo>
                    <a:pt x="2191963" y="309779"/>
                  </a:lnTo>
                  <a:lnTo>
                    <a:pt x="2193216" y="303550"/>
                  </a:lnTo>
                  <a:lnTo>
                    <a:pt x="2194469" y="297361"/>
                  </a:lnTo>
                  <a:lnTo>
                    <a:pt x="2195722" y="291197"/>
                  </a:lnTo>
                  <a:lnTo>
                    <a:pt x="2196976" y="285061"/>
                  </a:lnTo>
                  <a:lnTo>
                    <a:pt x="2198229" y="278944"/>
                  </a:lnTo>
                  <a:lnTo>
                    <a:pt x="2199482" y="272843"/>
                  </a:lnTo>
                  <a:lnTo>
                    <a:pt x="2200735" y="266796"/>
                  </a:lnTo>
                  <a:lnTo>
                    <a:pt x="2201988" y="260858"/>
                  </a:lnTo>
                  <a:lnTo>
                    <a:pt x="2203242" y="255046"/>
                  </a:lnTo>
                  <a:lnTo>
                    <a:pt x="2204495" y="249358"/>
                  </a:lnTo>
                  <a:lnTo>
                    <a:pt x="2205748" y="243795"/>
                  </a:lnTo>
                  <a:lnTo>
                    <a:pt x="2207001" y="238380"/>
                  </a:lnTo>
                  <a:lnTo>
                    <a:pt x="2208255" y="233131"/>
                  </a:lnTo>
                  <a:lnTo>
                    <a:pt x="2209508" y="228034"/>
                  </a:lnTo>
                  <a:lnTo>
                    <a:pt x="2210761" y="223100"/>
                  </a:lnTo>
                  <a:lnTo>
                    <a:pt x="2212014" y="218318"/>
                  </a:lnTo>
                  <a:lnTo>
                    <a:pt x="2213267" y="213681"/>
                  </a:lnTo>
                  <a:lnTo>
                    <a:pt x="2214521" y="209212"/>
                  </a:lnTo>
                  <a:lnTo>
                    <a:pt x="2215774" y="204946"/>
                  </a:lnTo>
                  <a:lnTo>
                    <a:pt x="2217027" y="200885"/>
                  </a:lnTo>
                  <a:lnTo>
                    <a:pt x="2218280" y="197028"/>
                  </a:lnTo>
                  <a:lnTo>
                    <a:pt x="2219533" y="193310"/>
                  </a:lnTo>
                  <a:lnTo>
                    <a:pt x="2220787" y="189696"/>
                  </a:lnTo>
                  <a:lnTo>
                    <a:pt x="2222040" y="186183"/>
                  </a:lnTo>
                  <a:lnTo>
                    <a:pt x="2223293" y="182789"/>
                  </a:lnTo>
                  <a:lnTo>
                    <a:pt x="2224546" y="179515"/>
                  </a:lnTo>
                  <a:lnTo>
                    <a:pt x="2225800" y="176355"/>
                  </a:lnTo>
                  <a:lnTo>
                    <a:pt x="2227053" y="173318"/>
                  </a:lnTo>
                  <a:lnTo>
                    <a:pt x="2228306" y="170384"/>
                  </a:lnTo>
                  <a:lnTo>
                    <a:pt x="2229559" y="167516"/>
                  </a:lnTo>
                  <a:lnTo>
                    <a:pt x="2230812" y="164707"/>
                  </a:lnTo>
                  <a:lnTo>
                    <a:pt x="2232066" y="161933"/>
                  </a:lnTo>
                  <a:lnTo>
                    <a:pt x="2233319" y="159180"/>
                  </a:lnTo>
                  <a:lnTo>
                    <a:pt x="2234572" y="156440"/>
                  </a:lnTo>
                  <a:lnTo>
                    <a:pt x="2235825" y="153714"/>
                  </a:lnTo>
                  <a:lnTo>
                    <a:pt x="2237078" y="150999"/>
                  </a:lnTo>
                  <a:lnTo>
                    <a:pt x="2238332" y="148341"/>
                  </a:lnTo>
                  <a:lnTo>
                    <a:pt x="2239585" y="145757"/>
                  </a:lnTo>
                  <a:lnTo>
                    <a:pt x="2240838" y="143219"/>
                  </a:lnTo>
                  <a:lnTo>
                    <a:pt x="2242091" y="140722"/>
                  </a:lnTo>
                  <a:lnTo>
                    <a:pt x="2243345" y="138245"/>
                  </a:lnTo>
                  <a:lnTo>
                    <a:pt x="2244598" y="135784"/>
                  </a:lnTo>
                  <a:lnTo>
                    <a:pt x="2245851" y="133340"/>
                  </a:lnTo>
                  <a:lnTo>
                    <a:pt x="2247104" y="130899"/>
                  </a:lnTo>
                  <a:lnTo>
                    <a:pt x="2248357" y="128439"/>
                  </a:lnTo>
                  <a:lnTo>
                    <a:pt x="2249611" y="125974"/>
                  </a:lnTo>
                  <a:lnTo>
                    <a:pt x="2250864" y="123503"/>
                  </a:lnTo>
                  <a:lnTo>
                    <a:pt x="2252117" y="121051"/>
                  </a:lnTo>
                  <a:lnTo>
                    <a:pt x="2253370" y="118618"/>
                  </a:lnTo>
                  <a:lnTo>
                    <a:pt x="2254624" y="116239"/>
                  </a:lnTo>
                  <a:lnTo>
                    <a:pt x="2255877" y="113963"/>
                  </a:lnTo>
                  <a:lnTo>
                    <a:pt x="2257130" y="111791"/>
                  </a:lnTo>
                  <a:lnTo>
                    <a:pt x="2258383" y="109726"/>
                  </a:lnTo>
                  <a:lnTo>
                    <a:pt x="2259636" y="107779"/>
                  </a:lnTo>
                  <a:lnTo>
                    <a:pt x="2260890" y="105950"/>
                  </a:lnTo>
                  <a:lnTo>
                    <a:pt x="2262143" y="104265"/>
                  </a:lnTo>
                  <a:lnTo>
                    <a:pt x="2263396" y="102748"/>
                  </a:lnTo>
                  <a:lnTo>
                    <a:pt x="2264649" y="101403"/>
                  </a:lnTo>
                  <a:lnTo>
                    <a:pt x="2265902" y="100256"/>
                  </a:lnTo>
                  <a:lnTo>
                    <a:pt x="2267156" y="99311"/>
                  </a:lnTo>
                  <a:lnTo>
                    <a:pt x="2268409" y="98548"/>
                  </a:lnTo>
                  <a:lnTo>
                    <a:pt x="2269662" y="97984"/>
                  </a:lnTo>
                  <a:lnTo>
                    <a:pt x="2270915" y="97626"/>
                  </a:lnTo>
                  <a:lnTo>
                    <a:pt x="2272169" y="97484"/>
                  </a:lnTo>
                  <a:lnTo>
                    <a:pt x="2273422" y="97523"/>
                  </a:lnTo>
                  <a:lnTo>
                    <a:pt x="2274675" y="97728"/>
                  </a:lnTo>
                  <a:lnTo>
                    <a:pt x="2275928" y="98108"/>
                  </a:lnTo>
                  <a:lnTo>
                    <a:pt x="2277181" y="98644"/>
                  </a:lnTo>
                  <a:lnTo>
                    <a:pt x="2278435" y="99315"/>
                  </a:lnTo>
                  <a:lnTo>
                    <a:pt x="2279688" y="100081"/>
                  </a:lnTo>
                  <a:lnTo>
                    <a:pt x="2280941" y="100948"/>
                  </a:lnTo>
                  <a:lnTo>
                    <a:pt x="2282194" y="101935"/>
                  </a:lnTo>
                  <a:lnTo>
                    <a:pt x="2283448" y="103078"/>
                  </a:lnTo>
                  <a:lnTo>
                    <a:pt x="2284701" y="104396"/>
                  </a:lnTo>
                  <a:lnTo>
                    <a:pt x="2285954" y="105866"/>
                  </a:lnTo>
                  <a:lnTo>
                    <a:pt x="2287207" y="107474"/>
                  </a:lnTo>
                  <a:lnTo>
                    <a:pt x="2288460" y="109215"/>
                  </a:lnTo>
                  <a:lnTo>
                    <a:pt x="2289714" y="111065"/>
                  </a:lnTo>
                  <a:lnTo>
                    <a:pt x="2290967" y="112997"/>
                  </a:lnTo>
                  <a:lnTo>
                    <a:pt x="2292220" y="115019"/>
                  </a:lnTo>
                  <a:lnTo>
                    <a:pt x="2293473" y="117112"/>
                  </a:lnTo>
                  <a:lnTo>
                    <a:pt x="2294726" y="119254"/>
                  </a:lnTo>
                  <a:lnTo>
                    <a:pt x="2295980" y="121453"/>
                  </a:lnTo>
                  <a:lnTo>
                    <a:pt x="2297233" y="123692"/>
                  </a:lnTo>
                  <a:lnTo>
                    <a:pt x="2298486" y="125989"/>
                  </a:lnTo>
                  <a:lnTo>
                    <a:pt x="2299739" y="128326"/>
                  </a:lnTo>
                  <a:lnTo>
                    <a:pt x="2300993" y="130681"/>
                  </a:lnTo>
                  <a:lnTo>
                    <a:pt x="2302246" y="133025"/>
                  </a:lnTo>
                  <a:lnTo>
                    <a:pt x="2303499" y="135386"/>
                  </a:lnTo>
                  <a:lnTo>
                    <a:pt x="2304752" y="137768"/>
                  </a:lnTo>
                  <a:lnTo>
                    <a:pt x="2306005" y="140212"/>
                  </a:lnTo>
                  <a:lnTo>
                    <a:pt x="2307259" y="142701"/>
                  </a:lnTo>
                  <a:lnTo>
                    <a:pt x="2308512" y="145218"/>
                  </a:lnTo>
                  <a:lnTo>
                    <a:pt x="2309765" y="147761"/>
                  </a:lnTo>
                  <a:lnTo>
                    <a:pt x="2311018" y="150369"/>
                  </a:lnTo>
                  <a:lnTo>
                    <a:pt x="2312272" y="153045"/>
                  </a:lnTo>
                  <a:lnTo>
                    <a:pt x="2313525" y="155787"/>
                  </a:lnTo>
                  <a:lnTo>
                    <a:pt x="2314778" y="158605"/>
                  </a:lnTo>
                  <a:lnTo>
                    <a:pt x="2316031" y="161481"/>
                  </a:lnTo>
                  <a:lnTo>
                    <a:pt x="2317284" y="164388"/>
                  </a:lnTo>
                  <a:lnTo>
                    <a:pt x="2318538" y="167269"/>
                  </a:lnTo>
                  <a:lnTo>
                    <a:pt x="2319791" y="170080"/>
                  </a:lnTo>
                  <a:lnTo>
                    <a:pt x="2321044" y="172834"/>
                  </a:lnTo>
                  <a:lnTo>
                    <a:pt x="2322297" y="175506"/>
                  </a:lnTo>
                  <a:lnTo>
                    <a:pt x="2323550" y="178083"/>
                  </a:lnTo>
                  <a:lnTo>
                    <a:pt x="2324804" y="180544"/>
                  </a:lnTo>
                  <a:lnTo>
                    <a:pt x="2326057" y="182835"/>
                  </a:lnTo>
                  <a:lnTo>
                    <a:pt x="2327310" y="184910"/>
                  </a:lnTo>
                  <a:lnTo>
                    <a:pt x="2328563" y="186714"/>
                  </a:lnTo>
                  <a:lnTo>
                    <a:pt x="2329817" y="188214"/>
                  </a:lnTo>
                  <a:lnTo>
                    <a:pt x="2331070" y="189435"/>
                  </a:lnTo>
                  <a:lnTo>
                    <a:pt x="2332323" y="190419"/>
                  </a:lnTo>
                  <a:lnTo>
                    <a:pt x="2333576" y="191159"/>
                  </a:lnTo>
                  <a:lnTo>
                    <a:pt x="2334829" y="191634"/>
                  </a:lnTo>
                  <a:lnTo>
                    <a:pt x="2336083" y="191903"/>
                  </a:lnTo>
                  <a:lnTo>
                    <a:pt x="2337336" y="192007"/>
                  </a:lnTo>
                  <a:lnTo>
                    <a:pt x="2338589" y="191989"/>
                  </a:lnTo>
                  <a:lnTo>
                    <a:pt x="2339842" y="191880"/>
                  </a:lnTo>
                  <a:lnTo>
                    <a:pt x="2341096" y="191721"/>
                  </a:lnTo>
                  <a:lnTo>
                    <a:pt x="2342349" y="191570"/>
                  </a:lnTo>
                  <a:lnTo>
                    <a:pt x="2343602" y="191418"/>
                  </a:lnTo>
                  <a:lnTo>
                    <a:pt x="2344855" y="191318"/>
                  </a:lnTo>
                  <a:lnTo>
                    <a:pt x="2346108" y="191269"/>
                  </a:lnTo>
                  <a:lnTo>
                    <a:pt x="2347362" y="191279"/>
                  </a:lnTo>
                  <a:lnTo>
                    <a:pt x="2348615" y="191324"/>
                  </a:lnTo>
                  <a:lnTo>
                    <a:pt x="2349868" y="191408"/>
                  </a:lnTo>
                  <a:lnTo>
                    <a:pt x="2351121" y="191511"/>
                  </a:lnTo>
                  <a:lnTo>
                    <a:pt x="2352374" y="191614"/>
                  </a:lnTo>
                  <a:lnTo>
                    <a:pt x="2353628" y="191758"/>
                  </a:lnTo>
                  <a:lnTo>
                    <a:pt x="2354881" y="191932"/>
                  </a:lnTo>
                  <a:lnTo>
                    <a:pt x="2356134" y="192125"/>
                  </a:lnTo>
                  <a:lnTo>
                    <a:pt x="2357387" y="192359"/>
                  </a:lnTo>
                  <a:lnTo>
                    <a:pt x="2358641" y="192638"/>
                  </a:lnTo>
                  <a:lnTo>
                    <a:pt x="2359894" y="192929"/>
                  </a:lnTo>
                  <a:lnTo>
                    <a:pt x="2361147" y="193215"/>
                  </a:lnTo>
                  <a:lnTo>
                    <a:pt x="2362400" y="193489"/>
                  </a:lnTo>
                  <a:lnTo>
                    <a:pt x="2363653" y="193752"/>
                  </a:lnTo>
                  <a:lnTo>
                    <a:pt x="2364907" y="194020"/>
                  </a:lnTo>
                  <a:lnTo>
                    <a:pt x="2366160" y="194281"/>
                  </a:lnTo>
                  <a:lnTo>
                    <a:pt x="2367413" y="194517"/>
                  </a:lnTo>
                  <a:lnTo>
                    <a:pt x="2368666" y="194708"/>
                  </a:lnTo>
                  <a:lnTo>
                    <a:pt x="2369920" y="194859"/>
                  </a:lnTo>
                  <a:lnTo>
                    <a:pt x="2371173" y="195020"/>
                  </a:lnTo>
                  <a:lnTo>
                    <a:pt x="2372426" y="195207"/>
                  </a:lnTo>
                  <a:lnTo>
                    <a:pt x="2373679" y="195397"/>
                  </a:lnTo>
                  <a:lnTo>
                    <a:pt x="2374932" y="195590"/>
                  </a:lnTo>
                  <a:lnTo>
                    <a:pt x="2376186" y="195777"/>
                  </a:lnTo>
                  <a:lnTo>
                    <a:pt x="2377439" y="195923"/>
                  </a:lnTo>
                  <a:lnTo>
                    <a:pt x="2378692" y="196042"/>
                  </a:lnTo>
                  <a:lnTo>
                    <a:pt x="2379945" y="196150"/>
                  </a:lnTo>
                  <a:lnTo>
                    <a:pt x="2381198" y="196283"/>
                  </a:lnTo>
                  <a:lnTo>
                    <a:pt x="2382452" y="196466"/>
                  </a:lnTo>
                  <a:lnTo>
                    <a:pt x="2383705" y="196700"/>
                  </a:lnTo>
                  <a:lnTo>
                    <a:pt x="2384958" y="196958"/>
                  </a:lnTo>
                  <a:lnTo>
                    <a:pt x="2386211" y="197241"/>
                  </a:lnTo>
                  <a:lnTo>
                    <a:pt x="2387465" y="197546"/>
                  </a:lnTo>
                  <a:lnTo>
                    <a:pt x="2388718" y="197870"/>
                  </a:lnTo>
                  <a:lnTo>
                    <a:pt x="2389971" y="198242"/>
                  </a:lnTo>
                  <a:lnTo>
                    <a:pt x="2391224" y="198676"/>
                  </a:lnTo>
                  <a:lnTo>
                    <a:pt x="2392477" y="199207"/>
                  </a:lnTo>
                  <a:lnTo>
                    <a:pt x="2393731" y="199845"/>
                  </a:lnTo>
                  <a:lnTo>
                    <a:pt x="2394984" y="200583"/>
                  </a:lnTo>
                  <a:lnTo>
                    <a:pt x="2396237" y="201391"/>
                  </a:lnTo>
                  <a:lnTo>
                    <a:pt x="2397490" y="202280"/>
                  </a:lnTo>
                  <a:lnTo>
                    <a:pt x="2398743" y="203254"/>
                  </a:lnTo>
                  <a:lnTo>
                    <a:pt x="2399997" y="204249"/>
                  </a:lnTo>
                  <a:lnTo>
                    <a:pt x="2401250" y="205243"/>
                  </a:lnTo>
                  <a:lnTo>
                    <a:pt x="2402503" y="206201"/>
                  </a:lnTo>
                  <a:lnTo>
                    <a:pt x="2403756" y="207122"/>
                  </a:lnTo>
                  <a:lnTo>
                    <a:pt x="2405010" y="208002"/>
                  </a:lnTo>
                  <a:lnTo>
                    <a:pt x="2406263" y="208830"/>
                  </a:lnTo>
                  <a:lnTo>
                    <a:pt x="2407516" y="209589"/>
                  </a:lnTo>
                  <a:lnTo>
                    <a:pt x="2408769" y="210246"/>
                  </a:lnTo>
                  <a:lnTo>
                    <a:pt x="2410022" y="210788"/>
                  </a:lnTo>
                  <a:lnTo>
                    <a:pt x="2411276" y="211206"/>
                  </a:lnTo>
                  <a:lnTo>
                    <a:pt x="2412529" y="211496"/>
                  </a:lnTo>
                  <a:lnTo>
                    <a:pt x="2413782" y="211673"/>
                  </a:lnTo>
                  <a:lnTo>
                    <a:pt x="2415035" y="211760"/>
                  </a:lnTo>
                  <a:lnTo>
                    <a:pt x="2416289" y="211765"/>
                  </a:lnTo>
                  <a:lnTo>
                    <a:pt x="2417542" y="211666"/>
                  </a:lnTo>
                  <a:lnTo>
                    <a:pt x="2418795" y="211502"/>
                  </a:lnTo>
                  <a:lnTo>
                    <a:pt x="2420048" y="211293"/>
                  </a:lnTo>
                  <a:lnTo>
                    <a:pt x="2421301" y="211047"/>
                  </a:lnTo>
                  <a:lnTo>
                    <a:pt x="2422555" y="210779"/>
                  </a:lnTo>
                  <a:lnTo>
                    <a:pt x="2423808" y="210515"/>
                  </a:lnTo>
                  <a:lnTo>
                    <a:pt x="2425061" y="210288"/>
                  </a:lnTo>
                  <a:lnTo>
                    <a:pt x="2426314" y="210096"/>
                  </a:lnTo>
                  <a:lnTo>
                    <a:pt x="2427567" y="209941"/>
                  </a:lnTo>
                  <a:lnTo>
                    <a:pt x="2428821" y="209815"/>
                  </a:lnTo>
                  <a:lnTo>
                    <a:pt x="2430074" y="209742"/>
                  </a:lnTo>
                  <a:lnTo>
                    <a:pt x="2431327" y="209741"/>
                  </a:lnTo>
                  <a:lnTo>
                    <a:pt x="2432580" y="209814"/>
                  </a:lnTo>
                  <a:lnTo>
                    <a:pt x="2433834" y="209940"/>
                  </a:lnTo>
                  <a:lnTo>
                    <a:pt x="2435087" y="210078"/>
                  </a:lnTo>
                  <a:lnTo>
                    <a:pt x="2436340" y="210260"/>
                  </a:lnTo>
                  <a:lnTo>
                    <a:pt x="2437593" y="210492"/>
                  </a:lnTo>
                  <a:lnTo>
                    <a:pt x="2438846" y="210773"/>
                  </a:lnTo>
                  <a:lnTo>
                    <a:pt x="2440100" y="211125"/>
                  </a:lnTo>
                  <a:lnTo>
                    <a:pt x="2441353" y="211565"/>
                  </a:lnTo>
                  <a:lnTo>
                    <a:pt x="2442606" y="212073"/>
                  </a:lnTo>
                  <a:lnTo>
                    <a:pt x="2443859" y="212618"/>
                  </a:lnTo>
                  <a:lnTo>
                    <a:pt x="2445113" y="213194"/>
                  </a:lnTo>
                  <a:lnTo>
                    <a:pt x="2446366" y="213788"/>
                  </a:lnTo>
                  <a:lnTo>
                    <a:pt x="2447619" y="214431"/>
                  </a:lnTo>
                  <a:lnTo>
                    <a:pt x="2448872" y="215141"/>
                  </a:lnTo>
                  <a:lnTo>
                    <a:pt x="2450125" y="215926"/>
                  </a:lnTo>
                  <a:lnTo>
                    <a:pt x="2451379" y="216832"/>
                  </a:lnTo>
                  <a:lnTo>
                    <a:pt x="2452632" y="217861"/>
                  </a:lnTo>
                  <a:lnTo>
                    <a:pt x="2453885" y="219027"/>
                  </a:lnTo>
                  <a:lnTo>
                    <a:pt x="2455138" y="220328"/>
                  </a:lnTo>
                  <a:lnTo>
                    <a:pt x="2456391" y="221755"/>
                  </a:lnTo>
                  <a:lnTo>
                    <a:pt x="2457645" y="223274"/>
                  </a:lnTo>
                  <a:lnTo>
                    <a:pt x="2458898" y="224884"/>
                  </a:lnTo>
                  <a:lnTo>
                    <a:pt x="2460151" y="226620"/>
                  </a:lnTo>
                  <a:lnTo>
                    <a:pt x="2461404" y="228446"/>
                  </a:lnTo>
                  <a:lnTo>
                    <a:pt x="2462658" y="230380"/>
                  </a:lnTo>
                  <a:lnTo>
                    <a:pt x="2463911" y="232449"/>
                  </a:lnTo>
                  <a:lnTo>
                    <a:pt x="2465164" y="234685"/>
                  </a:lnTo>
                  <a:lnTo>
                    <a:pt x="2466417" y="237117"/>
                  </a:lnTo>
                  <a:lnTo>
                    <a:pt x="2467670" y="239766"/>
                  </a:lnTo>
                  <a:lnTo>
                    <a:pt x="2468924" y="242603"/>
                  </a:lnTo>
                  <a:lnTo>
                    <a:pt x="2470177" y="245619"/>
                  </a:lnTo>
                  <a:lnTo>
                    <a:pt x="2471430" y="248841"/>
                  </a:lnTo>
                  <a:lnTo>
                    <a:pt x="2472683" y="252273"/>
                  </a:lnTo>
                  <a:lnTo>
                    <a:pt x="2473937" y="255939"/>
                  </a:lnTo>
                  <a:lnTo>
                    <a:pt x="2475190" y="259852"/>
                  </a:lnTo>
                  <a:lnTo>
                    <a:pt x="2476443" y="264040"/>
                  </a:lnTo>
                  <a:lnTo>
                    <a:pt x="2477696" y="268517"/>
                  </a:lnTo>
                  <a:lnTo>
                    <a:pt x="2478949" y="273285"/>
                  </a:lnTo>
                  <a:lnTo>
                    <a:pt x="2480203" y="278426"/>
                  </a:lnTo>
                  <a:lnTo>
                    <a:pt x="2481456" y="283936"/>
                  </a:lnTo>
                  <a:lnTo>
                    <a:pt x="2482709" y="289785"/>
                  </a:lnTo>
                  <a:lnTo>
                    <a:pt x="2483962" y="295962"/>
                  </a:lnTo>
                  <a:lnTo>
                    <a:pt x="2485215" y="302443"/>
                  </a:lnTo>
                  <a:lnTo>
                    <a:pt x="2486469" y="309212"/>
                  </a:lnTo>
                  <a:lnTo>
                    <a:pt x="2487722" y="316271"/>
                  </a:lnTo>
                  <a:lnTo>
                    <a:pt x="2488975" y="323620"/>
                  </a:lnTo>
                  <a:lnTo>
                    <a:pt x="2490228" y="331255"/>
                  </a:lnTo>
                  <a:lnTo>
                    <a:pt x="2491482" y="339189"/>
                  </a:lnTo>
                  <a:lnTo>
                    <a:pt x="2492735" y="347400"/>
                  </a:lnTo>
                  <a:lnTo>
                    <a:pt x="2493988" y="355812"/>
                  </a:lnTo>
                  <a:lnTo>
                    <a:pt x="2495241" y="364390"/>
                  </a:lnTo>
                  <a:lnTo>
                    <a:pt x="2496494" y="373062"/>
                  </a:lnTo>
                  <a:lnTo>
                    <a:pt x="2497748" y="381816"/>
                  </a:lnTo>
                  <a:lnTo>
                    <a:pt x="2499001" y="390601"/>
                  </a:lnTo>
                  <a:lnTo>
                    <a:pt x="2500254" y="399358"/>
                  </a:lnTo>
                  <a:lnTo>
                    <a:pt x="2501507" y="408079"/>
                  </a:lnTo>
                  <a:lnTo>
                    <a:pt x="2502761" y="416762"/>
                  </a:lnTo>
                  <a:lnTo>
                    <a:pt x="2504014" y="425386"/>
                  </a:lnTo>
                  <a:lnTo>
                    <a:pt x="2505267" y="433940"/>
                  </a:lnTo>
                  <a:lnTo>
                    <a:pt x="2506520" y="442430"/>
                  </a:lnTo>
                  <a:lnTo>
                    <a:pt x="2507773" y="450877"/>
                  </a:lnTo>
                  <a:lnTo>
                    <a:pt x="2509027" y="459280"/>
                  </a:lnTo>
                  <a:lnTo>
                    <a:pt x="2510280" y="467644"/>
                  </a:lnTo>
                  <a:lnTo>
                    <a:pt x="2511533" y="475952"/>
                  </a:lnTo>
                  <a:lnTo>
                    <a:pt x="2512786" y="484209"/>
                  </a:lnTo>
                  <a:lnTo>
                    <a:pt x="2514039" y="492405"/>
                  </a:lnTo>
                  <a:lnTo>
                    <a:pt x="2515293" y="500552"/>
                  </a:lnTo>
                  <a:lnTo>
                    <a:pt x="2516546" y="508648"/>
                  </a:lnTo>
                  <a:lnTo>
                    <a:pt x="2517799" y="516693"/>
                  </a:lnTo>
                  <a:lnTo>
                    <a:pt x="2519052" y="524692"/>
                  </a:lnTo>
                  <a:lnTo>
                    <a:pt x="2520306" y="532651"/>
                  </a:lnTo>
                  <a:lnTo>
                    <a:pt x="2521559" y="540560"/>
                  </a:lnTo>
                  <a:lnTo>
                    <a:pt x="2522812" y="548369"/>
                  </a:lnTo>
                  <a:lnTo>
                    <a:pt x="2524065" y="556070"/>
                  </a:lnTo>
                  <a:lnTo>
                    <a:pt x="2525318" y="563677"/>
                  </a:lnTo>
                  <a:lnTo>
                    <a:pt x="2526572" y="571157"/>
                  </a:lnTo>
                  <a:lnTo>
                    <a:pt x="2527825" y="578495"/>
                  </a:lnTo>
                  <a:lnTo>
                    <a:pt x="2529078" y="585607"/>
                  </a:lnTo>
                  <a:lnTo>
                    <a:pt x="2530331" y="592416"/>
                  </a:lnTo>
                  <a:lnTo>
                    <a:pt x="2531585" y="598898"/>
                  </a:lnTo>
                  <a:lnTo>
                    <a:pt x="2532838" y="605074"/>
                  </a:lnTo>
                  <a:lnTo>
                    <a:pt x="2534091" y="610939"/>
                  </a:lnTo>
                  <a:lnTo>
                    <a:pt x="2535344" y="616505"/>
                  </a:lnTo>
                  <a:lnTo>
                    <a:pt x="2536597" y="621785"/>
                  </a:lnTo>
                  <a:lnTo>
                    <a:pt x="2537851" y="626755"/>
                  </a:lnTo>
                  <a:lnTo>
                    <a:pt x="2539104" y="631382"/>
                  </a:lnTo>
                  <a:lnTo>
                    <a:pt x="2540357" y="635649"/>
                  </a:lnTo>
                  <a:lnTo>
                    <a:pt x="2541610" y="639545"/>
                  </a:lnTo>
                  <a:lnTo>
                    <a:pt x="2542863" y="643000"/>
                  </a:lnTo>
                  <a:lnTo>
                    <a:pt x="2544117" y="645948"/>
                  </a:lnTo>
                  <a:lnTo>
                    <a:pt x="2545370" y="648412"/>
                  </a:lnTo>
                  <a:lnTo>
                    <a:pt x="2546623" y="650378"/>
                  </a:lnTo>
                  <a:lnTo>
                    <a:pt x="2547876" y="651889"/>
                  </a:lnTo>
                  <a:lnTo>
                    <a:pt x="2549130" y="652969"/>
                  </a:lnTo>
                  <a:lnTo>
                    <a:pt x="2550383" y="653603"/>
                  </a:lnTo>
                  <a:lnTo>
                    <a:pt x="2551636" y="653770"/>
                  </a:lnTo>
                  <a:lnTo>
                    <a:pt x="2552889" y="653443"/>
                  </a:lnTo>
                  <a:lnTo>
                    <a:pt x="2554142" y="652636"/>
                  </a:lnTo>
                  <a:lnTo>
                    <a:pt x="2555396" y="651351"/>
                  </a:lnTo>
                  <a:lnTo>
                    <a:pt x="2556649" y="649676"/>
                  </a:lnTo>
                  <a:lnTo>
                    <a:pt x="2557902" y="647699"/>
                  </a:lnTo>
                  <a:lnTo>
                    <a:pt x="2559155" y="645520"/>
                  </a:lnTo>
                  <a:lnTo>
                    <a:pt x="2560408" y="643225"/>
                  </a:lnTo>
                  <a:lnTo>
                    <a:pt x="2561662" y="640875"/>
                  </a:lnTo>
                  <a:lnTo>
                    <a:pt x="2562915" y="638523"/>
                  </a:lnTo>
                  <a:lnTo>
                    <a:pt x="2564168" y="636188"/>
                  </a:lnTo>
                  <a:lnTo>
                    <a:pt x="2565421" y="633860"/>
                  </a:lnTo>
                  <a:lnTo>
                    <a:pt x="2566675" y="631501"/>
                  </a:lnTo>
                  <a:lnTo>
                    <a:pt x="2567928" y="629117"/>
                  </a:lnTo>
                  <a:lnTo>
                    <a:pt x="2569181" y="626712"/>
                  </a:lnTo>
                  <a:lnTo>
                    <a:pt x="2570434" y="624286"/>
                  </a:lnTo>
                  <a:lnTo>
                    <a:pt x="2571687" y="621832"/>
                  </a:lnTo>
                  <a:lnTo>
                    <a:pt x="2572941" y="619346"/>
                  </a:lnTo>
                  <a:lnTo>
                    <a:pt x="2574194" y="616832"/>
                  </a:lnTo>
                  <a:lnTo>
                    <a:pt x="2575447" y="614293"/>
                  </a:lnTo>
                  <a:lnTo>
                    <a:pt x="2576700" y="611707"/>
                  </a:lnTo>
                  <a:lnTo>
                    <a:pt x="2577954" y="609056"/>
                  </a:lnTo>
                  <a:lnTo>
                    <a:pt x="2579207" y="606290"/>
                  </a:lnTo>
                  <a:lnTo>
                    <a:pt x="2580460" y="603410"/>
                  </a:lnTo>
                  <a:lnTo>
                    <a:pt x="2581713" y="600393"/>
                  </a:lnTo>
                  <a:lnTo>
                    <a:pt x="2582966" y="597245"/>
                  </a:lnTo>
                  <a:lnTo>
                    <a:pt x="2584220" y="593992"/>
                  </a:lnTo>
                  <a:lnTo>
                    <a:pt x="2585473" y="590688"/>
                  </a:lnTo>
                  <a:lnTo>
                    <a:pt x="2586726" y="587380"/>
                  </a:lnTo>
                  <a:lnTo>
                    <a:pt x="2587979" y="584072"/>
                  </a:lnTo>
                  <a:lnTo>
                    <a:pt x="2589232" y="580772"/>
                  </a:lnTo>
                  <a:lnTo>
                    <a:pt x="2590486" y="577481"/>
                  </a:lnTo>
                  <a:lnTo>
                    <a:pt x="2591739" y="574187"/>
                  </a:lnTo>
                  <a:lnTo>
                    <a:pt x="2592992" y="570965"/>
                  </a:lnTo>
                  <a:lnTo>
                    <a:pt x="2594245" y="567840"/>
                  </a:lnTo>
                  <a:lnTo>
                    <a:pt x="2595499" y="564797"/>
                  </a:lnTo>
                  <a:lnTo>
                    <a:pt x="2596752" y="561831"/>
                  </a:lnTo>
                  <a:lnTo>
                    <a:pt x="2598005" y="558930"/>
                  </a:lnTo>
                  <a:lnTo>
                    <a:pt x="2599258" y="556069"/>
                  </a:lnTo>
                  <a:lnTo>
                    <a:pt x="2600511" y="553252"/>
                  </a:lnTo>
                  <a:lnTo>
                    <a:pt x="2601765" y="550477"/>
                  </a:lnTo>
                  <a:lnTo>
                    <a:pt x="2603018" y="547765"/>
                  </a:lnTo>
                  <a:lnTo>
                    <a:pt x="2604271" y="545110"/>
                  </a:lnTo>
                  <a:lnTo>
                    <a:pt x="2605524" y="542501"/>
                  </a:lnTo>
                  <a:lnTo>
                    <a:pt x="2606778" y="540029"/>
                  </a:lnTo>
                  <a:lnTo>
                    <a:pt x="2608031" y="537684"/>
                  </a:lnTo>
                  <a:lnTo>
                    <a:pt x="2609284" y="535471"/>
                  </a:lnTo>
                  <a:lnTo>
                    <a:pt x="2610537" y="533405"/>
                  </a:lnTo>
                  <a:lnTo>
                    <a:pt x="2611790" y="531441"/>
                  </a:lnTo>
                  <a:lnTo>
                    <a:pt x="2613044" y="529560"/>
                  </a:lnTo>
                  <a:lnTo>
                    <a:pt x="2614297" y="527780"/>
                  </a:lnTo>
                  <a:lnTo>
                    <a:pt x="2615550" y="526135"/>
                  </a:lnTo>
                  <a:lnTo>
                    <a:pt x="2616803" y="524629"/>
                  </a:lnTo>
                  <a:lnTo>
                    <a:pt x="2618056" y="523226"/>
                  </a:lnTo>
                  <a:lnTo>
                    <a:pt x="2619310" y="521896"/>
                  </a:lnTo>
                  <a:lnTo>
                    <a:pt x="2620563" y="520574"/>
                  </a:lnTo>
                  <a:lnTo>
                    <a:pt x="2621816" y="519215"/>
                  </a:lnTo>
                  <a:lnTo>
                    <a:pt x="2623069" y="517741"/>
                  </a:lnTo>
                  <a:lnTo>
                    <a:pt x="2624323" y="516139"/>
                  </a:lnTo>
                  <a:lnTo>
                    <a:pt x="2625576" y="514385"/>
                  </a:lnTo>
                  <a:lnTo>
                    <a:pt x="2626829" y="512523"/>
                  </a:lnTo>
                  <a:lnTo>
                    <a:pt x="2628082" y="510598"/>
                  </a:lnTo>
                  <a:lnTo>
                    <a:pt x="2629335" y="508661"/>
                  </a:lnTo>
                  <a:lnTo>
                    <a:pt x="2630589" y="506764"/>
                  </a:lnTo>
                  <a:lnTo>
                    <a:pt x="2631842" y="504951"/>
                  </a:lnTo>
                  <a:lnTo>
                    <a:pt x="2633095" y="503212"/>
                  </a:lnTo>
                  <a:lnTo>
                    <a:pt x="2634348" y="501556"/>
                  </a:lnTo>
                  <a:lnTo>
                    <a:pt x="2635602" y="499973"/>
                  </a:lnTo>
                  <a:lnTo>
                    <a:pt x="2636855" y="498495"/>
                  </a:lnTo>
                  <a:lnTo>
                    <a:pt x="2638108" y="497124"/>
                  </a:lnTo>
                  <a:lnTo>
                    <a:pt x="2639361" y="495878"/>
                  </a:lnTo>
                  <a:lnTo>
                    <a:pt x="2640614" y="494762"/>
                  </a:lnTo>
                  <a:lnTo>
                    <a:pt x="2641868" y="493812"/>
                  </a:lnTo>
                  <a:lnTo>
                    <a:pt x="2643121" y="493016"/>
                  </a:lnTo>
                  <a:lnTo>
                    <a:pt x="2644374" y="492381"/>
                  </a:lnTo>
                  <a:lnTo>
                    <a:pt x="2645627" y="491867"/>
                  </a:lnTo>
                  <a:lnTo>
                    <a:pt x="2646880" y="491443"/>
                  </a:lnTo>
                  <a:lnTo>
                    <a:pt x="2648134" y="491052"/>
                  </a:lnTo>
                  <a:lnTo>
                    <a:pt x="2649387" y="490663"/>
                  </a:lnTo>
                  <a:lnTo>
                    <a:pt x="2650640" y="490238"/>
                  </a:lnTo>
                  <a:lnTo>
                    <a:pt x="2651893" y="489772"/>
                  </a:lnTo>
                  <a:lnTo>
                    <a:pt x="2653147" y="489256"/>
                  </a:lnTo>
                  <a:lnTo>
                    <a:pt x="2654400" y="488749"/>
                  </a:lnTo>
                  <a:lnTo>
                    <a:pt x="2655653" y="488215"/>
                  </a:lnTo>
                  <a:lnTo>
                    <a:pt x="2656906" y="487686"/>
                  </a:lnTo>
                  <a:lnTo>
                    <a:pt x="2658159" y="487174"/>
                  </a:lnTo>
                  <a:lnTo>
                    <a:pt x="2659413" y="486697"/>
                  </a:lnTo>
                  <a:lnTo>
                    <a:pt x="2660666" y="486242"/>
                  </a:lnTo>
                  <a:lnTo>
                    <a:pt x="2661919" y="485844"/>
                  </a:lnTo>
                  <a:lnTo>
                    <a:pt x="2663172" y="485538"/>
                  </a:lnTo>
                  <a:lnTo>
                    <a:pt x="2664426" y="485358"/>
                  </a:lnTo>
                  <a:lnTo>
                    <a:pt x="2665679" y="485349"/>
                  </a:lnTo>
                  <a:lnTo>
                    <a:pt x="2666932" y="485538"/>
                  </a:lnTo>
                  <a:lnTo>
                    <a:pt x="2668185" y="485980"/>
                  </a:lnTo>
                  <a:lnTo>
                    <a:pt x="2669438" y="486712"/>
                  </a:lnTo>
                  <a:lnTo>
                    <a:pt x="2670692" y="487729"/>
                  </a:lnTo>
                  <a:lnTo>
                    <a:pt x="2671945" y="489083"/>
                  </a:lnTo>
                  <a:lnTo>
                    <a:pt x="2673198" y="490768"/>
                  </a:lnTo>
                  <a:lnTo>
                    <a:pt x="2674451" y="492776"/>
                  </a:lnTo>
                  <a:lnTo>
                    <a:pt x="2675704" y="495168"/>
                  </a:lnTo>
                  <a:lnTo>
                    <a:pt x="2676958" y="497955"/>
                  </a:lnTo>
                  <a:lnTo>
                    <a:pt x="2678211" y="501152"/>
                  </a:lnTo>
                  <a:lnTo>
                    <a:pt x="2679464" y="504735"/>
                  </a:lnTo>
                  <a:lnTo>
                    <a:pt x="2680717" y="508729"/>
                  </a:lnTo>
                  <a:lnTo>
                    <a:pt x="2681971" y="513140"/>
                  </a:lnTo>
                  <a:lnTo>
                    <a:pt x="2683224" y="517930"/>
                  </a:lnTo>
                  <a:lnTo>
                    <a:pt x="2684477" y="523052"/>
                  </a:lnTo>
                  <a:lnTo>
                    <a:pt x="2685730" y="528492"/>
                  </a:lnTo>
                  <a:lnTo>
                    <a:pt x="2686983" y="534247"/>
                  </a:lnTo>
                  <a:lnTo>
                    <a:pt x="2688237" y="540319"/>
                  </a:lnTo>
                  <a:lnTo>
                    <a:pt x="2689490" y="546661"/>
                  </a:lnTo>
                  <a:lnTo>
                    <a:pt x="2690743" y="553195"/>
                  </a:lnTo>
                  <a:lnTo>
                    <a:pt x="2691996" y="559871"/>
                  </a:lnTo>
                  <a:lnTo>
                    <a:pt x="2693250" y="566661"/>
                  </a:lnTo>
                  <a:lnTo>
                    <a:pt x="2694503" y="573514"/>
                  </a:lnTo>
                  <a:lnTo>
                    <a:pt x="2695756" y="580399"/>
                  </a:lnTo>
                  <a:lnTo>
                    <a:pt x="2697009" y="587320"/>
                  </a:lnTo>
                  <a:lnTo>
                    <a:pt x="2698262" y="594268"/>
                  </a:lnTo>
                  <a:lnTo>
                    <a:pt x="2699516" y="601218"/>
                  </a:lnTo>
                  <a:lnTo>
                    <a:pt x="2700769" y="608117"/>
                  </a:lnTo>
                  <a:lnTo>
                    <a:pt x="2702022" y="614958"/>
                  </a:lnTo>
                  <a:lnTo>
                    <a:pt x="2703275" y="621752"/>
                  </a:lnTo>
                  <a:lnTo>
                    <a:pt x="2704528" y="628507"/>
                  </a:lnTo>
                  <a:lnTo>
                    <a:pt x="2705782" y="635215"/>
                  </a:lnTo>
                  <a:lnTo>
                    <a:pt x="2707035" y="641881"/>
                  </a:lnTo>
                  <a:lnTo>
                    <a:pt x="2708288" y="648552"/>
                  </a:lnTo>
                  <a:lnTo>
                    <a:pt x="2709541" y="655296"/>
                  </a:lnTo>
                  <a:lnTo>
                    <a:pt x="2710795" y="662167"/>
                  </a:lnTo>
                  <a:lnTo>
                    <a:pt x="2712048" y="669178"/>
                  </a:lnTo>
                  <a:lnTo>
                    <a:pt x="2713301" y="676344"/>
                  </a:lnTo>
                  <a:lnTo>
                    <a:pt x="2714554" y="683687"/>
                  </a:lnTo>
                  <a:lnTo>
                    <a:pt x="2715807" y="691205"/>
                  </a:lnTo>
                  <a:lnTo>
                    <a:pt x="2717061" y="698892"/>
                  </a:lnTo>
                  <a:lnTo>
                    <a:pt x="2718314" y="706746"/>
                  </a:lnTo>
                  <a:lnTo>
                    <a:pt x="2719567" y="714780"/>
                  </a:lnTo>
                  <a:lnTo>
                    <a:pt x="2720820" y="722952"/>
                  </a:lnTo>
                  <a:lnTo>
                    <a:pt x="2722073" y="731240"/>
                  </a:lnTo>
                  <a:lnTo>
                    <a:pt x="2723327" y="739672"/>
                  </a:lnTo>
                  <a:lnTo>
                    <a:pt x="2724580" y="748242"/>
                  </a:lnTo>
                  <a:lnTo>
                    <a:pt x="2725833" y="756931"/>
                  </a:lnTo>
                  <a:lnTo>
                    <a:pt x="2727086" y="765675"/>
                  </a:lnTo>
                  <a:lnTo>
                    <a:pt x="2728340" y="774344"/>
                  </a:lnTo>
                  <a:lnTo>
                    <a:pt x="2729593" y="782842"/>
                  </a:lnTo>
                  <a:lnTo>
                    <a:pt x="2730846" y="791105"/>
                  </a:lnTo>
                  <a:lnTo>
                    <a:pt x="2732099" y="799037"/>
                  </a:lnTo>
                  <a:lnTo>
                    <a:pt x="2733352" y="806585"/>
                  </a:lnTo>
                  <a:lnTo>
                    <a:pt x="2734606" y="813691"/>
                  </a:lnTo>
                  <a:lnTo>
                    <a:pt x="2735859" y="820292"/>
                  </a:lnTo>
                  <a:lnTo>
                    <a:pt x="2737112" y="826389"/>
                  </a:lnTo>
                  <a:lnTo>
                    <a:pt x="2738365" y="831984"/>
                  </a:lnTo>
                  <a:lnTo>
                    <a:pt x="2739619" y="837060"/>
                  </a:lnTo>
                  <a:lnTo>
                    <a:pt x="2740872" y="841613"/>
                  </a:lnTo>
                  <a:lnTo>
                    <a:pt x="2742125" y="845617"/>
                  </a:lnTo>
                  <a:lnTo>
                    <a:pt x="2743378" y="849108"/>
                  </a:lnTo>
                  <a:lnTo>
                    <a:pt x="2744631" y="852110"/>
                  </a:lnTo>
                  <a:lnTo>
                    <a:pt x="2745885" y="854711"/>
                  </a:lnTo>
                  <a:lnTo>
                    <a:pt x="2747138" y="857073"/>
                  </a:lnTo>
                  <a:lnTo>
                    <a:pt x="2748391" y="859354"/>
                  </a:lnTo>
                  <a:lnTo>
                    <a:pt x="2749644" y="861626"/>
                  </a:lnTo>
                  <a:lnTo>
                    <a:pt x="2750897" y="863923"/>
                  </a:lnTo>
                  <a:lnTo>
                    <a:pt x="2752151" y="866261"/>
                  </a:lnTo>
                  <a:lnTo>
                    <a:pt x="2753404" y="868692"/>
                  </a:lnTo>
                  <a:lnTo>
                    <a:pt x="2754657" y="871299"/>
                  </a:lnTo>
                  <a:lnTo>
                    <a:pt x="2755910" y="874133"/>
                  </a:lnTo>
                  <a:lnTo>
                    <a:pt x="2757164" y="877198"/>
                  </a:lnTo>
                  <a:lnTo>
                    <a:pt x="2758417" y="880530"/>
                  </a:lnTo>
                  <a:lnTo>
                    <a:pt x="2759670" y="884140"/>
                  </a:lnTo>
                  <a:lnTo>
                    <a:pt x="2760923" y="888059"/>
                  </a:lnTo>
                  <a:lnTo>
                    <a:pt x="2762176" y="892279"/>
                  </a:lnTo>
                  <a:lnTo>
                    <a:pt x="2763430" y="896806"/>
                  </a:lnTo>
                  <a:lnTo>
                    <a:pt x="2764683" y="901660"/>
                  </a:lnTo>
                  <a:lnTo>
                    <a:pt x="2765936" y="906831"/>
                  </a:lnTo>
                  <a:lnTo>
                    <a:pt x="2767189" y="912279"/>
                  </a:lnTo>
                  <a:lnTo>
                    <a:pt x="2768443" y="918014"/>
                  </a:lnTo>
                  <a:lnTo>
                    <a:pt x="2769696" y="924027"/>
                  </a:lnTo>
                  <a:lnTo>
                    <a:pt x="2770949" y="930278"/>
                  </a:lnTo>
                  <a:lnTo>
                    <a:pt x="2772202" y="936726"/>
                  </a:lnTo>
                  <a:lnTo>
                    <a:pt x="2773455" y="943341"/>
                  </a:lnTo>
                  <a:lnTo>
                    <a:pt x="2774709" y="950077"/>
                  </a:lnTo>
                  <a:lnTo>
                    <a:pt x="2775962" y="956895"/>
                  </a:lnTo>
                  <a:lnTo>
                    <a:pt x="2777215" y="963754"/>
                  </a:lnTo>
                  <a:lnTo>
                    <a:pt x="2778468" y="970637"/>
                  </a:lnTo>
                  <a:lnTo>
                    <a:pt x="2779721" y="977510"/>
                  </a:lnTo>
                  <a:lnTo>
                    <a:pt x="2780975" y="984381"/>
                  </a:lnTo>
                  <a:lnTo>
                    <a:pt x="2782228" y="991176"/>
                  </a:lnTo>
                  <a:lnTo>
                    <a:pt x="2783481" y="997870"/>
                  </a:lnTo>
                  <a:lnTo>
                    <a:pt x="2784734" y="1004414"/>
                  </a:lnTo>
                  <a:lnTo>
                    <a:pt x="2785988" y="1010749"/>
                  </a:lnTo>
                  <a:lnTo>
                    <a:pt x="2787241" y="1016776"/>
                  </a:lnTo>
                  <a:lnTo>
                    <a:pt x="2788494" y="1022461"/>
                  </a:lnTo>
                  <a:lnTo>
                    <a:pt x="2789747" y="1027811"/>
                  </a:lnTo>
                  <a:lnTo>
                    <a:pt x="2791000" y="1032884"/>
                  </a:lnTo>
                  <a:lnTo>
                    <a:pt x="2792254" y="1037753"/>
                  </a:lnTo>
                  <a:lnTo>
                    <a:pt x="2793507" y="1042452"/>
                  </a:lnTo>
                  <a:lnTo>
                    <a:pt x="2794760" y="1046998"/>
                  </a:lnTo>
                  <a:lnTo>
                    <a:pt x="2796013" y="1051435"/>
                  </a:lnTo>
                  <a:lnTo>
                    <a:pt x="2797267" y="1055767"/>
                  </a:lnTo>
                  <a:lnTo>
                    <a:pt x="2798520" y="1060037"/>
                  </a:lnTo>
                  <a:lnTo>
                    <a:pt x="2799773" y="1064248"/>
                  </a:lnTo>
                  <a:lnTo>
                    <a:pt x="2801026" y="1068366"/>
                  </a:lnTo>
                  <a:lnTo>
                    <a:pt x="2802279" y="1072363"/>
                  </a:lnTo>
                  <a:lnTo>
                    <a:pt x="2803533" y="1076166"/>
                  </a:lnTo>
                  <a:lnTo>
                    <a:pt x="2804786" y="1079799"/>
                  </a:lnTo>
                  <a:lnTo>
                    <a:pt x="2806039" y="1083275"/>
                  </a:lnTo>
                  <a:lnTo>
                    <a:pt x="2807292" y="1086540"/>
                  </a:lnTo>
                  <a:lnTo>
                    <a:pt x="2808545" y="1089531"/>
                  </a:lnTo>
                  <a:lnTo>
                    <a:pt x="2809799" y="1092113"/>
                  </a:lnTo>
                  <a:lnTo>
                    <a:pt x="2811052" y="1094137"/>
                  </a:lnTo>
                  <a:lnTo>
                    <a:pt x="2812305" y="1095466"/>
                  </a:lnTo>
                  <a:lnTo>
                    <a:pt x="2813558" y="1096024"/>
                  </a:lnTo>
                  <a:lnTo>
                    <a:pt x="2814812" y="1095764"/>
                  </a:lnTo>
                  <a:lnTo>
                    <a:pt x="2816065" y="1094662"/>
                  </a:lnTo>
                  <a:lnTo>
                    <a:pt x="2817318" y="1092628"/>
                  </a:lnTo>
                  <a:lnTo>
                    <a:pt x="2818571" y="1089600"/>
                  </a:lnTo>
                  <a:lnTo>
                    <a:pt x="2819824" y="1085551"/>
                  </a:lnTo>
                  <a:lnTo>
                    <a:pt x="2821078" y="1080495"/>
                  </a:lnTo>
                  <a:lnTo>
                    <a:pt x="2822331" y="1074454"/>
                  </a:lnTo>
                  <a:lnTo>
                    <a:pt x="2823584" y="1067406"/>
                  </a:lnTo>
                  <a:lnTo>
                    <a:pt x="2824837" y="1059353"/>
                  </a:lnTo>
                  <a:lnTo>
                    <a:pt x="2826091" y="1050364"/>
                  </a:lnTo>
                  <a:lnTo>
                    <a:pt x="2827344" y="1040474"/>
                  </a:lnTo>
                  <a:lnTo>
                    <a:pt x="2828597" y="1029693"/>
                  </a:lnTo>
                  <a:lnTo>
                    <a:pt x="2829850" y="1018037"/>
                  </a:lnTo>
                  <a:lnTo>
                    <a:pt x="2831103" y="1005529"/>
                  </a:lnTo>
                  <a:lnTo>
                    <a:pt x="2832357" y="992226"/>
                  </a:lnTo>
                  <a:lnTo>
                    <a:pt x="2833610" y="978220"/>
                  </a:lnTo>
                  <a:lnTo>
                    <a:pt x="2834863" y="963606"/>
                  </a:lnTo>
                  <a:lnTo>
                    <a:pt x="2836116" y="948459"/>
                  </a:lnTo>
                  <a:lnTo>
                    <a:pt x="2837369" y="932810"/>
                  </a:lnTo>
                  <a:lnTo>
                    <a:pt x="2838623" y="916732"/>
                  </a:lnTo>
                  <a:lnTo>
                    <a:pt x="2839876" y="900286"/>
                  </a:lnTo>
                  <a:lnTo>
                    <a:pt x="2841129" y="883496"/>
                  </a:lnTo>
                  <a:lnTo>
                    <a:pt x="2842382" y="866403"/>
                  </a:lnTo>
                  <a:lnTo>
                    <a:pt x="2843636" y="849031"/>
                  </a:lnTo>
                  <a:lnTo>
                    <a:pt x="2844889" y="831426"/>
                  </a:lnTo>
                  <a:lnTo>
                    <a:pt x="2846142" y="813668"/>
                  </a:lnTo>
                  <a:lnTo>
                    <a:pt x="2847395" y="795840"/>
                  </a:lnTo>
                  <a:lnTo>
                    <a:pt x="2848648" y="778030"/>
                  </a:lnTo>
                  <a:lnTo>
                    <a:pt x="2849902" y="760319"/>
                  </a:lnTo>
                  <a:lnTo>
                    <a:pt x="2851155" y="742748"/>
                  </a:lnTo>
                  <a:lnTo>
                    <a:pt x="2852408" y="725326"/>
                  </a:lnTo>
                  <a:lnTo>
                    <a:pt x="2853661" y="708035"/>
                  </a:lnTo>
                  <a:lnTo>
                    <a:pt x="2854915" y="690839"/>
                  </a:lnTo>
                  <a:lnTo>
                    <a:pt x="2856168" y="673739"/>
                  </a:lnTo>
                  <a:lnTo>
                    <a:pt x="2857421" y="656764"/>
                  </a:lnTo>
                  <a:lnTo>
                    <a:pt x="2858674" y="639931"/>
                  </a:lnTo>
                  <a:lnTo>
                    <a:pt x="2859927" y="623267"/>
                  </a:lnTo>
                  <a:lnTo>
                    <a:pt x="2861181" y="606775"/>
                  </a:lnTo>
                  <a:lnTo>
                    <a:pt x="2862434" y="590441"/>
                  </a:lnTo>
                  <a:lnTo>
                    <a:pt x="2863687" y="574267"/>
                  </a:lnTo>
                  <a:lnTo>
                    <a:pt x="2864940" y="558272"/>
                  </a:lnTo>
                  <a:lnTo>
                    <a:pt x="2866193" y="542508"/>
                  </a:lnTo>
                  <a:lnTo>
                    <a:pt x="2867447" y="526998"/>
                  </a:lnTo>
                  <a:lnTo>
                    <a:pt x="2868700" y="511724"/>
                  </a:lnTo>
                  <a:lnTo>
                    <a:pt x="2869953" y="496694"/>
                  </a:lnTo>
                  <a:lnTo>
                    <a:pt x="2871206" y="481955"/>
                  </a:lnTo>
                  <a:lnTo>
                    <a:pt x="2872460" y="467563"/>
                  </a:lnTo>
                  <a:lnTo>
                    <a:pt x="2873713" y="453580"/>
                  </a:lnTo>
                  <a:lnTo>
                    <a:pt x="2874966" y="440065"/>
                  </a:lnTo>
                  <a:lnTo>
                    <a:pt x="2876219" y="427073"/>
                  </a:lnTo>
                  <a:lnTo>
                    <a:pt x="2877472" y="414664"/>
                  </a:lnTo>
                  <a:lnTo>
                    <a:pt x="2878726" y="402855"/>
                  </a:lnTo>
                  <a:lnTo>
                    <a:pt x="2879979" y="391698"/>
                  </a:lnTo>
                  <a:lnTo>
                    <a:pt x="2881232" y="381280"/>
                  </a:lnTo>
                  <a:lnTo>
                    <a:pt x="2882485" y="371634"/>
                  </a:lnTo>
                  <a:lnTo>
                    <a:pt x="2883738" y="362781"/>
                  </a:lnTo>
                  <a:lnTo>
                    <a:pt x="2884992" y="354705"/>
                  </a:lnTo>
                  <a:lnTo>
                    <a:pt x="2886245" y="347427"/>
                  </a:lnTo>
                  <a:lnTo>
                    <a:pt x="2887498" y="340972"/>
                  </a:lnTo>
                  <a:lnTo>
                    <a:pt x="2888751" y="335297"/>
                  </a:lnTo>
                  <a:lnTo>
                    <a:pt x="2890005" y="330343"/>
                  </a:lnTo>
                  <a:lnTo>
                    <a:pt x="2891258" y="326099"/>
                  </a:lnTo>
                  <a:lnTo>
                    <a:pt x="2892511" y="322603"/>
                  </a:lnTo>
                  <a:lnTo>
                    <a:pt x="2893764" y="319839"/>
                  </a:lnTo>
                  <a:lnTo>
                    <a:pt x="2895017" y="317756"/>
                  </a:lnTo>
                  <a:lnTo>
                    <a:pt x="2896271" y="316260"/>
                  </a:lnTo>
                  <a:lnTo>
                    <a:pt x="2897524" y="315225"/>
                  </a:lnTo>
                  <a:lnTo>
                    <a:pt x="2898777" y="314514"/>
                  </a:lnTo>
                  <a:lnTo>
                    <a:pt x="2900030" y="314054"/>
                  </a:lnTo>
                  <a:lnTo>
                    <a:pt x="2901284" y="313836"/>
                  </a:lnTo>
                  <a:lnTo>
                    <a:pt x="2902537" y="313819"/>
                  </a:lnTo>
                  <a:lnTo>
                    <a:pt x="2903790" y="314023"/>
                  </a:lnTo>
                  <a:lnTo>
                    <a:pt x="2905043" y="314444"/>
                  </a:lnTo>
                  <a:lnTo>
                    <a:pt x="2906296" y="315049"/>
                  </a:lnTo>
                  <a:lnTo>
                    <a:pt x="2907550" y="315856"/>
                  </a:lnTo>
                  <a:lnTo>
                    <a:pt x="2908803" y="316807"/>
                  </a:lnTo>
                  <a:lnTo>
                    <a:pt x="2910056" y="317844"/>
                  </a:lnTo>
                  <a:lnTo>
                    <a:pt x="2911309" y="318928"/>
                  </a:lnTo>
                  <a:lnTo>
                    <a:pt x="2912562" y="320022"/>
                  </a:lnTo>
                  <a:lnTo>
                    <a:pt x="2913816" y="321104"/>
                  </a:lnTo>
                  <a:lnTo>
                    <a:pt x="2915069" y="322194"/>
                  </a:lnTo>
                  <a:lnTo>
                    <a:pt x="2916322" y="323358"/>
                  </a:lnTo>
                  <a:lnTo>
                    <a:pt x="2917575" y="324668"/>
                  </a:lnTo>
                  <a:lnTo>
                    <a:pt x="2918829" y="326162"/>
                  </a:lnTo>
                  <a:lnTo>
                    <a:pt x="2920082" y="327853"/>
                  </a:lnTo>
                  <a:lnTo>
                    <a:pt x="2921335" y="329729"/>
                  </a:lnTo>
                  <a:lnTo>
                    <a:pt x="2922588" y="331747"/>
                  </a:lnTo>
                  <a:lnTo>
                    <a:pt x="2923841" y="333864"/>
                  </a:lnTo>
                  <a:lnTo>
                    <a:pt x="2925095" y="336102"/>
                  </a:lnTo>
                  <a:lnTo>
                    <a:pt x="2926348" y="338475"/>
                  </a:lnTo>
                  <a:lnTo>
                    <a:pt x="2927601" y="341015"/>
                  </a:lnTo>
                  <a:lnTo>
                    <a:pt x="2928854" y="343752"/>
                  </a:lnTo>
                  <a:lnTo>
                    <a:pt x="2930108" y="346678"/>
                  </a:lnTo>
                  <a:lnTo>
                    <a:pt x="2931361" y="349810"/>
                  </a:lnTo>
                  <a:lnTo>
                    <a:pt x="2932614" y="353174"/>
                  </a:lnTo>
                  <a:lnTo>
                    <a:pt x="2933867" y="356758"/>
                  </a:lnTo>
                  <a:lnTo>
                    <a:pt x="2935120" y="360504"/>
                  </a:lnTo>
                  <a:lnTo>
                    <a:pt x="2936374" y="364349"/>
                  </a:lnTo>
                  <a:lnTo>
                    <a:pt x="2937627" y="368257"/>
                  </a:lnTo>
                  <a:lnTo>
                    <a:pt x="2938880" y="372184"/>
                  </a:lnTo>
                  <a:lnTo>
                    <a:pt x="2940133" y="376098"/>
                  </a:lnTo>
                  <a:lnTo>
                    <a:pt x="2941386" y="379998"/>
                  </a:lnTo>
                  <a:lnTo>
                    <a:pt x="2942640" y="383888"/>
                  </a:lnTo>
                  <a:lnTo>
                    <a:pt x="2943893" y="387717"/>
                  </a:lnTo>
                  <a:lnTo>
                    <a:pt x="2945146" y="391444"/>
                  </a:lnTo>
                  <a:lnTo>
                    <a:pt x="2946399" y="395000"/>
                  </a:lnTo>
                  <a:lnTo>
                    <a:pt x="2947653" y="398335"/>
                  </a:lnTo>
                  <a:lnTo>
                    <a:pt x="2948906" y="401401"/>
                  </a:lnTo>
                  <a:lnTo>
                    <a:pt x="2950159" y="404140"/>
                  </a:lnTo>
                  <a:lnTo>
                    <a:pt x="2951412" y="406561"/>
                  </a:lnTo>
                  <a:lnTo>
                    <a:pt x="2952665" y="408686"/>
                  </a:lnTo>
                  <a:lnTo>
                    <a:pt x="2953919" y="410535"/>
                  </a:lnTo>
                  <a:lnTo>
                    <a:pt x="2955172" y="412084"/>
                  </a:lnTo>
                  <a:lnTo>
                    <a:pt x="2956425" y="413329"/>
                  </a:lnTo>
                  <a:lnTo>
                    <a:pt x="2957678" y="414302"/>
                  </a:lnTo>
                  <a:lnTo>
                    <a:pt x="2958932" y="415050"/>
                  </a:lnTo>
                  <a:lnTo>
                    <a:pt x="2960185" y="415629"/>
                  </a:lnTo>
                  <a:lnTo>
                    <a:pt x="2961438" y="416107"/>
                  </a:lnTo>
                  <a:lnTo>
                    <a:pt x="2962691" y="416590"/>
                  </a:lnTo>
                  <a:lnTo>
                    <a:pt x="2963944" y="417061"/>
                  </a:lnTo>
                  <a:lnTo>
                    <a:pt x="2965198" y="417520"/>
                  </a:lnTo>
                  <a:lnTo>
                    <a:pt x="2966451" y="417941"/>
                  </a:lnTo>
                  <a:lnTo>
                    <a:pt x="2967704" y="418272"/>
                  </a:lnTo>
                  <a:lnTo>
                    <a:pt x="2968957" y="418540"/>
                  </a:lnTo>
                  <a:lnTo>
                    <a:pt x="2970210" y="418728"/>
                  </a:lnTo>
                  <a:lnTo>
                    <a:pt x="2971464" y="418830"/>
                  </a:lnTo>
                  <a:lnTo>
                    <a:pt x="2972717" y="418882"/>
                  </a:lnTo>
                  <a:lnTo>
                    <a:pt x="2973970" y="418910"/>
                  </a:lnTo>
                  <a:lnTo>
                    <a:pt x="2975223" y="418972"/>
                  </a:lnTo>
                  <a:lnTo>
                    <a:pt x="2976477" y="419109"/>
                  </a:lnTo>
                  <a:lnTo>
                    <a:pt x="2977730" y="419345"/>
                  </a:lnTo>
                  <a:lnTo>
                    <a:pt x="2978983" y="419668"/>
                  </a:lnTo>
                  <a:lnTo>
                    <a:pt x="2980236" y="420020"/>
                  </a:lnTo>
                  <a:lnTo>
                    <a:pt x="2981489" y="420312"/>
                  </a:lnTo>
                  <a:lnTo>
                    <a:pt x="2982743" y="420508"/>
                  </a:lnTo>
                  <a:lnTo>
                    <a:pt x="2983996" y="420594"/>
                  </a:lnTo>
                  <a:lnTo>
                    <a:pt x="2985249" y="420611"/>
                  </a:lnTo>
                  <a:lnTo>
                    <a:pt x="2986502" y="420627"/>
                  </a:lnTo>
                  <a:lnTo>
                    <a:pt x="2987756" y="420659"/>
                  </a:lnTo>
                  <a:lnTo>
                    <a:pt x="2989009" y="420691"/>
                  </a:lnTo>
                  <a:lnTo>
                    <a:pt x="2990262" y="420686"/>
                  </a:lnTo>
                  <a:lnTo>
                    <a:pt x="2991515" y="420599"/>
                  </a:lnTo>
                  <a:lnTo>
                    <a:pt x="2992768" y="420397"/>
                  </a:lnTo>
                  <a:lnTo>
                    <a:pt x="2994022" y="420041"/>
                  </a:lnTo>
                  <a:lnTo>
                    <a:pt x="2995275" y="419499"/>
                  </a:lnTo>
                  <a:lnTo>
                    <a:pt x="2996528" y="418726"/>
                  </a:lnTo>
                  <a:lnTo>
                    <a:pt x="2997781" y="417750"/>
                  </a:lnTo>
                  <a:lnTo>
                    <a:pt x="2999034" y="416636"/>
                  </a:lnTo>
                  <a:lnTo>
                    <a:pt x="3000288" y="415428"/>
                  </a:lnTo>
                  <a:lnTo>
                    <a:pt x="3001541" y="414189"/>
                  </a:lnTo>
                  <a:lnTo>
                    <a:pt x="3002794" y="412920"/>
                  </a:lnTo>
                  <a:lnTo>
                    <a:pt x="3004047" y="411622"/>
                  </a:lnTo>
                  <a:lnTo>
                    <a:pt x="3005301" y="410263"/>
                  </a:lnTo>
                  <a:lnTo>
                    <a:pt x="3006554" y="408805"/>
                  </a:lnTo>
                  <a:lnTo>
                    <a:pt x="3007807" y="407257"/>
                  </a:lnTo>
                  <a:lnTo>
                    <a:pt x="3009060" y="405646"/>
                  </a:lnTo>
                  <a:lnTo>
                    <a:pt x="3010313" y="404009"/>
                  </a:lnTo>
                  <a:lnTo>
                    <a:pt x="3011567" y="402379"/>
                  </a:lnTo>
                  <a:lnTo>
                    <a:pt x="3012820" y="400781"/>
                  </a:lnTo>
                  <a:lnTo>
                    <a:pt x="3014073" y="399211"/>
                  </a:lnTo>
                  <a:lnTo>
                    <a:pt x="3015326" y="397630"/>
                  </a:lnTo>
                  <a:lnTo>
                    <a:pt x="3016580" y="396011"/>
                  </a:lnTo>
                  <a:lnTo>
                    <a:pt x="3017833" y="394303"/>
                  </a:lnTo>
                  <a:lnTo>
                    <a:pt x="3019086" y="392497"/>
                  </a:lnTo>
                  <a:lnTo>
                    <a:pt x="3020339" y="390509"/>
                  </a:lnTo>
                  <a:lnTo>
                    <a:pt x="3021592" y="388310"/>
                  </a:lnTo>
                  <a:lnTo>
                    <a:pt x="3022846" y="385856"/>
                  </a:lnTo>
                  <a:lnTo>
                    <a:pt x="3024099" y="383117"/>
                  </a:lnTo>
                  <a:lnTo>
                    <a:pt x="3025352" y="380054"/>
                  </a:lnTo>
                  <a:lnTo>
                    <a:pt x="3026605" y="376660"/>
                  </a:lnTo>
                  <a:lnTo>
                    <a:pt x="3027858" y="372935"/>
                  </a:lnTo>
                  <a:lnTo>
                    <a:pt x="3029112" y="368857"/>
                  </a:lnTo>
                  <a:lnTo>
                    <a:pt x="3030365" y="364457"/>
                  </a:lnTo>
                  <a:lnTo>
                    <a:pt x="3031618" y="359759"/>
                  </a:lnTo>
                  <a:lnTo>
                    <a:pt x="3032871" y="354757"/>
                  </a:lnTo>
                  <a:lnTo>
                    <a:pt x="3034125" y="349501"/>
                  </a:lnTo>
                  <a:lnTo>
                    <a:pt x="3035378" y="344003"/>
                  </a:lnTo>
                  <a:lnTo>
                    <a:pt x="3036631" y="338266"/>
                  </a:lnTo>
                  <a:lnTo>
                    <a:pt x="3037884" y="332282"/>
                  </a:lnTo>
                  <a:lnTo>
                    <a:pt x="3039137" y="326012"/>
                  </a:lnTo>
                  <a:lnTo>
                    <a:pt x="3040391" y="319432"/>
                  </a:lnTo>
                  <a:lnTo>
                    <a:pt x="3041644" y="312537"/>
                  </a:lnTo>
                  <a:lnTo>
                    <a:pt x="3042897" y="305354"/>
                  </a:lnTo>
                  <a:lnTo>
                    <a:pt x="3044150" y="297938"/>
                  </a:lnTo>
                  <a:lnTo>
                    <a:pt x="3045403" y="290346"/>
                  </a:lnTo>
                  <a:lnTo>
                    <a:pt x="3046657" y="282628"/>
                  </a:lnTo>
                  <a:lnTo>
                    <a:pt x="3047910" y="274792"/>
                  </a:lnTo>
                  <a:lnTo>
                    <a:pt x="3049163" y="266810"/>
                  </a:lnTo>
                  <a:lnTo>
                    <a:pt x="3050416" y="258672"/>
                  </a:lnTo>
                  <a:lnTo>
                    <a:pt x="3051670" y="250395"/>
                  </a:lnTo>
                  <a:lnTo>
                    <a:pt x="3052923" y="242008"/>
                  </a:lnTo>
                  <a:lnTo>
                    <a:pt x="3054176" y="233567"/>
                  </a:lnTo>
                  <a:lnTo>
                    <a:pt x="3055429" y="225088"/>
                  </a:lnTo>
                  <a:lnTo>
                    <a:pt x="3056682" y="216594"/>
                  </a:lnTo>
                  <a:lnTo>
                    <a:pt x="3057936" y="208141"/>
                  </a:lnTo>
                  <a:lnTo>
                    <a:pt x="3059189" y="199794"/>
                  </a:lnTo>
                  <a:lnTo>
                    <a:pt x="3060442" y="191586"/>
                  </a:lnTo>
                  <a:lnTo>
                    <a:pt x="3061695" y="183494"/>
                  </a:lnTo>
                  <a:lnTo>
                    <a:pt x="3062949" y="175511"/>
                  </a:lnTo>
                  <a:lnTo>
                    <a:pt x="3064202" y="167594"/>
                  </a:lnTo>
                  <a:lnTo>
                    <a:pt x="3065455" y="159733"/>
                  </a:lnTo>
                  <a:lnTo>
                    <a:pt x="3066708" y="151946"/>
                  </a:lnTo>
                  <a:lnTo>
                    <a:pt x="3067961" y="144232"/>
                  </a:lnTo>
                  <a:lnTo>
                    <a:pt x="3069215" y="136628"/>
                  </a:lnTo>
                  <a:lnTo>
                    <a:pt x="3070468" y="129142"/>
                  </a:lnTo>
                  <a:lnTo>
                    <a:pt x="3071721" y="121763"/>
                  </a:lnTo>
                  <a:lnTo>
                    <a:pt x="3072974" y="114475"/>
                  </a:lnTo>
                  <a:lnTo>
                    <a:pt x="3074227" y="107287"/>
                  </a:lnTo>
                  <a:lnTo>
                    <a:pt x="3075481" y="100183"/>
                  </a:lnTo>
                  <a:lnTo>
                    <a:pt x="3076734" y="93147"/>
                  </a:lnTo>
                  <a:lnTo>
                    <a:pt x="3077987" y="86182"/>
                  </a:lnTo>
                  <a:lnTo>
                    <a:pt x="3079240" y="79298"/>
                  </a:lnTo>
                  <a:lnTo>
                    <a:pt x="3080494" y="72532"/>
                  </a:lnTo>
                  <a:lnTo>
                    <a:pt x="3081747" y="65918"/>
                  </a:lnTo>
                  <a:lnTo>
                    <a:pt x="3083000" y="59516"/>
                  </a:lnTo>
                  <a:lnTo>
                    <a:pt x="3084253" y="53373"/>
                  </a:lnTo>
                  <a:lnTo>
                    <a:pt x="3085506" y="47505"/>
                  </a:lnTo>
                  <a:lnTo>
                    <a:pt x="3086760" y="41938"/>
                  </a:lnTo>
                  <a:lnTo>
                    <a:pt x="3088013" y="36681"/>
                  </a:lnTo>
                  <a:lnTo>
                    <a:pt x="3089266" y="31748"/>
                  </a:lnTo>
                  <a:lnTo>
                    <a:pt x="3090519" y="27142"/>
                  </a:lnTo>
                  <a:lnTo>
                    <a:pt x="3091773" y="22896"/>
                  </a:lnTo>
                  <a:lnTo>
                    <a:pt x="3093026" y="19025"/>
                  </a:lnTo>
                  <a:lnTo>
                    <a:pt x="3094279" y="15515"/>
                  </a:lnTo>
                  <a:lnTo>
                    <a:pt x="3095532" y="12379"/>
                  </a:lnTo>
                  <a:lnTo>
                    <a:pt x="3096785" y="9621"/>
                  </a:lnTo>
                  <a:lnTo>
                    <a:pt x="3098039" y="7237"/>
                  </a:lnTo>
                  <a:lnTo>
                    <a:pt x="3099292" y="5193"/>
                  </a:lnTo>
                  <a:lnTo>
                    <a:pt x="3100545" y="3482"/>
                  </a:lnTo>
                  <a:lnTo>
                    <a:pt x="3101798" y="2103"/>
                  </a:lnTo>
                  <a:lnTo>
                    <a:pt x="3103051" y="1055"/>
                  </a:lnTo>
                  <a:lnTo>
                    <a:pt x="3104305" y="355"/>
                  </a:lnTo>
                  <a:lnTo>
                    <a:pt x="3105558" y="7"/>
                  </a:lnTo>
                  <a:lnTo>
                    <a:pt x="3106811" y="0"/>
                  </a:lnTo>
                  <a:lnTo>
                    <a:pt x="3108064" y="318"/>
                  </a:lnTo>
                  <a:lnTo>
                    <a:pt x="3109318" y="912"/>
                  </a:lnTo>
                  <a:lnTo>
                    <a:pt x="3110571" y="1725"/>
                  </a:lnTo>
                  <a:lnTo>
                    <a:pt x="3111824" y="2762"/>
                  </a:lnTo>
                  <a:lnTo>
                    <a:pt x="3113077" y="4035"/>
                  </a:lnTo>
                  <a:lnTo>
                    <a:pt x="3114330" y="5534"/>
                  </a:lnTo>
                  <a:lnTo>
                    <a:pt x="3115584" y="7240"/>
                  </a:lnTo>
                  <a:lnTo>
                    <a:pt x="3116837" y="9115"/>
                  </a:lnTo>
                  <a:lnTo>
                    <a:pt x="3118090" y="11134"/>
                  </a:lnTo>
                  <a:lnTo>
                    <a:pt x="3119343" y="13284"/>
                  </a:lnTo>
                  <a:lnTo>
                    <a:pt x="3120597" y="15519"/>
                  </a:lnTo>
                  <a:lnTo>
                    <a:pt x="3121850" y="17769"/>
                  </a:lnTo>
                  <a:lnTo>
                    <a:pt x="3123103" y="19980"/>
                  </a:lnTo>
                  <a:lnTo>
                    <a:pt x="3124356" y="22127"/>
                  </a:lnTo>
                  <a:lnTo>
                    <a:pt x="3125609" y="24182"/>
                  </a:lnTo>
                  <a:lnTo>
                    <a:pt x="3126863" y="26143"/>
                  </a:lnTo>
                  <a:lnTo>
                    <a:pt x="3128116" y="28072"/>
                  </a:lnTo>
                  <a:lnTo>
                    <a:pt x="3129369" y="29971"/>
                  </a:lnTo>
                  <a:lnTo>
                    <a:pt x="3130622" y="31849"/>
                  </a:lnTo>
                  <a:lnTo>
                    <a:pt x="3131875" y="33698"/>
                  </a:lnTo>
                  <a:lnTo>
                    <a:pt x="3133129" y="35512"/>
                  </a:lnTo>
                  <a:lnTo>
                    <a:pt x="3134382" y="37316"/>
                  </a:lnTo>
                  <a:lnTo>
                    <a:pt x="3135635" y="39140"/>
                  </a:lnTo>
                  <a:lnTo>
                    <a:pt x="3136888" y="40997"/>
                  </a:lnTo>
                  <a:lnTo>
                    <a:pt x="3138142" y="42915"/>
                  </a:lnTo>
                  <a:lnTo>
                    <a:pt x="3139395" y="44943"/>
                  </a:lnTo>
                  <a:lnTo>
                    <a:pt x="3140648" y="47137"/>
                  </a:lnTo>
                  <a:lnTo>
                    <a:pt x="3141901" y="49524"/>
                  </a:lnTo>
                  <a:lnTo>
                    <a:pt x="3143154" y="52099"/>
                  </a:lnTo>
                  <a:lnTo>
                    <a:pt x="3144408" y="54858"/>
                  </a:lnTo>
                  <a:lnTo>
                    <a:pt x="3145661" y="57789"/>
                  </a:lnTo>
                  <a:lnTo>
                    <a:pt x="3146914" y="60851"/>
                  </a:lnTo>
                  <a:lnTo>
                    <a:pt x="3148167" y="64026"/>
                  </a:lnTo>
                  <a:lnTo>
                    <a:pt x="3149421" y="67308"/>
                  </a:lnTo>
                  <a:lnTo>
                    <a:pt x="3150674" y="70706"/>
                  </a:lnTo>
                  <a:lnTo>
                    <a:pt x="3151927" y="74201"/>
                  </a:lnTo>
                  <a:lnTo>
                    <a:pt x="3153180" y="77774"/>
                  </a:lnTo>
                  <a:lnTo>
                    <a:pt x="3154433" y="81429"/>
                  </a:lnTo>
                  <a:lnTo>
                    <a:pt x="3155687" y="85133"/>
                  </a:lnTo>
                  <a:lnTo>
                    <a:pt x="3156940" y="88867"/>
                  </a:lnTo>
                  <a:lnTo>
                    <a:pt x="3158193" y="92621"/>
                  </a:lnTo>
                  <a:lnTo>
                    <a:pt x="3159446" y="96387"/>
                  </a:lnTo>
                  <a:lnTo>
                    <a:pt x="3160699" y="100143"/>
                  </a:lnTo>
                  <a:lnTo>
                    <a:pt x="3161953" y="103884"/>
                  </a:lnTo>
                  <a:lnTo>
                    <a:pt x="3163206" y="107610"/>
                  </a:lnTo>
                  <a:lnTo>
                    <a:pt x="3164459" y="111313"/>
                  </a:lnTo>
                  <a:lnTo>
                    <a:pt x="3165712" y="115000"/>
                  </a:lnTo>
                  <a:lnTo>
                    <a:pt x="3166966" y="118667"/>
                  </a:lnTo>
                  <a:lnTo>
                    <a:pt x="3168219" y="122291"/>
                  </a:lnTo>
                  <a:lnTo>
                    <a:pt x="3169472" y="125875"/>
                  </a:lnTo>
                  <a:lnTo>
                    <a:pt x="3170725" y="129423"/>
                  </a:lnTo>
                  <a:lnTo>
                    <a:pt x="3171978" y="132979"/>
                  </a:lnTo>
                  <a:lnTo>
                    <a:pt x="3173232" y="136632"/>
                  </a:lnTo>
                  <a:lnTo>
                    <a:pt x="3174485" y="140444"/>
                  </a:lnTo>
                  <a:lnTo>
                    <a:pt x="3175738" y="144443"/>
                  </a:lnTo>
                  <a:lnTo>
                    <a:pt x="3176991" y="148612"/>
                  </a:lnTo>
                  <a:lnTo>
                    <a:pt x="3178244" y="152941"/>
                  </a:lnTo>
                  <a:lnTo>
                    <a:pt x="3179498" y="157423"/>
                  </a:lnTo>
                  <a:lnTo>
                    <a:pt x="3180751" y="162076"/>
                  </a:lnTo>
                  <a:lnTo>
                    <a:pt x="3182004" y="166911"/>
                  </a:lnTo>
                  <a:lnTo>
                    <a:pt x="3183257" y="171946"/>
                  </a:lnTo>
                  <a:lnTo>
                    <a:pt x="3184511" y="177245"/>
                  </a:lnTo>
                  <a:lnTo>
                    <a:pt x="3185764" y="182874"/>
                  </a:lnTo>
                  <a:lnTo>
                    <a:pt x="3187017" y="188853"/>
                  </a:lnTo>
                  <a:lnTo>
                    <a:pt x="3188270" y="195173"/>
                  </a:lnTo>
                  <a:lnTo>
                    <a:pt x="3189523" y="201809"/>
                  </a:lnTo>
                  <a:lnTo>
                    <a:pt x="3190777" y="208670"/>
                  </a:lnTo>
                  <a:lnTo>
                    <a:pt x="3192030" y="215682"/>
                  </a:lnTo>
                  <a:lnTo>
                    <a:pt x="3193283" y="222812"/>
                  </a:lnTo>
                  <a:lnTo>
                    <a:pt x="3194536" y="230033"/>
                  </a:lnTo>
                  <a:lnTo>
                    <a:pt x="3195790" y="237353"/>
                  </a:lnTo>
                  <a:lnTo>
                    <a:pt x="3197043" y="244769"/>
                  </a:lnTo>
                  <a:lnTo>
                    <a:pt x="3198296" y="252246"/>
                  </a:lnTo>
                  <a:lnTo>
                    <a:pt x="3199549" y="259756"/>
                  </a:lnTo>
                  <a:lnTo>
                    <a:pt x="3200802" y="267281"/>
                  </a:lnTo>
                  <a:lnTo>
                    <a:pt x="3202056" y="274783"/>
                  </a:lnTo>
                  <a:lnTo>
                    <a:pt x="3203309" y="282210"/>
                  </a:lnTo>
                  <a:lnTo>
                    <a:pt x="3204562" y="289508"/>
                  </a:lnTo>
                  <a:lnTo>
                    <a:pt x="3205815" y="296656"/>
                  </a:lnTo>
                  <a:lnTo>
                    <a:pt x="3207068" y="303657"/>
                  </a:lnTo>
                  <a:lnTo>
                    <a:pt x="3208322" y="310522"/>
                  </a:lnTo>
                  <a:lnTo>
                    <a:pt x="3209575" y="317284"/>
                  </a:lnTo>
                  <a:lnTo>
                    <a:pt x="3210828" y="323981"/>
                  </a:lnTo>
                  <a:lnTo>
                    <a:pt x="3212081" y="330636"/>
                  </a:lnTo>
                  <a:lnTo>
                    <a:pt x="3213335" y="337252"/>
                  </a:lnTo>
                  <a:lnTo>
                    <a:pt x="3214588" y="343829"/>
                  </a:lnTo>
                  <a:lnTo>
                    <a:pt x="3215841" y="350394"/>
                  </a:lnTo>
                  <a:lnTo>
                    <a:pt x="3217094" y="356958"/>
                  </a:lnTo>
                  <a:lnTo>
                    <a:pt x="3218347" y="363507"/>
                  </a:lnTo>
                  <a:lnTo>
                    <a:pt x="3219601" y="370067"/>
                  </a:lnTo>
                  <a:lnTo>
                    <a:pt x="3220854" y="376641"/>
                  </a:lnTo>
                  <a:lnTo>
                    <a:pt x="3222107" y="383209"/>
                  </a:lnTo>
                  <a:lnTo>
                    <a:pt x="3223360" y="389780"/>
                  </a:lnTo>
                  <a:lnTo>
                    <a:pt x="3224614" y="396379"/>
                  </a:lnTo>
                  <a:lnTo>
                    <a:pt x="3225867" y="403000"/>
                  </a:lnTo>
                  <a:lnTo>
                    <a:pt x="3227120" y="409654"/>
                  </a:lnTo>
                  <a:lnTo>
                    <a:pt x="3228373" y="416347"/>
                  </a:lnTo>
                  <a:lnTo>
                    <a:pt x="3229626" y="423063"/>
                  </a:lnTo>
                  <a:lnTo>
                    <a:pt x="3230880" y="429787"/>
                  </a:lnTo>
                  <a:lnTo>
                    <a:pt x="3232133" y="436541"/>
                  </a:lnTo>
                  <a:lnTo>
                    <a:pt x="3233386" y="443288"/>
                  </a:lnTo>
                  <a:lnTo>
                    <a:pt x="3234639" y="449979"/>
                  </a:lnTo>
                  <a:lnTo>
                    <a:pt x="3235892" y="456521"/>
                  </a:lnTo>
                  <a:lnTo>
                    <a:pt x="3237146" y="462813"/>
                  </a:lnTo>
                  <a:lnTo>
                    <a:pt x="3238399" y="468780"/>
                  </a:lnTo>
                  <a:lnTo>
                    <a:pt x="3239652" y="474376"/>
                  </a:lnTo>
                  <a:lnTo>
                    <a:pt x="3240905" y="479615"/>
                  </a:lnTo>
                  <a:lnTo>
                    <a:pt x="3242159" y="484474"/>
                  </a:lnTo>
                  <a:lnTo>
                    <a:pt x="3243412" y="488921"/>
                  </a:lnTo>
                  <a:lnTo>
                    <a:pt x="3244665" y="492932"/>
                  </a:lnTo>
                  <a:lnTo>
                    <a:pt x="3245918" y="496480"/>
                  </a:lnTo>
                  <a:lnTo>
                    <a:pt x="3247171" y="499529"/>
                  </a:lnTo>
                  <a:lnTo>
                    <a:pt x="3248425" y="502021"/>
                  </a:lnTo>
                  <a:lnTo>
                    <a:pt x="3249678" y="503947"/>
                  </a:lnTo>
                  <a:lnTo>
                    <a:pt x="3250931" y="505340"/>
                  </a:lnTo>
                  <a:lnTo>
                    <a:pt x="3252184" y="506288"/>
                  </a:lnTo>
                  <a:lnTo>
                    <a:pt x="3253438" y="506882"/>
                  </a:lnTo>
                  <a:lnTo>
                    <a:pt x="3254691" y="507219"/>
                  </a:lnTo>
                  <a:lnTo>
                    <a:pt x="3255944" y="507357"/>
                  </a:lnTo>
                  <a:lnTo>
                    <a:pt x="3257197" y="507316"/>
                  </a:lnTo>
                  <a:lnTo>
                    <a:pt x="3258450" y="507136"/>
                  </a:lnTo>
                  <a:lnTo>
                    <a:pt x="3259704" y="506832"/>
                  </a:lnTo>
                  <a:lnTo>
                    <a:pt x="3260957" y="506435"/>
                  </a:lnTo>
                  <a:lnTo>
                    <a:pt x="3262210" y="506009"/>
                  </a:lnTo>
                  <a:lnTo>
                    <a:pt x="3263463" y="505600"/>
                  </a:lnTo>
                  <a:lnTo>
                    <a:pt x="3264716" y="505242"/>
                  </a:lnTo>
                  <a:lnTo>
                    <a:pt x="3265970" y="504976"/>
                  </a:lnTo>
                  <a:lnTo>
                    <a:pt x="3267223" y="504837"/>
                  </a:lnTo>
                  <a:lnTo>
                    <a:pt x="3268476" y="504846"/>
                  </a:lnTo>
                  <a:lnTo>
                    <a:pt x="3269729" y="504990"/>
                  </a:lnTo>
                  <a:lnTo>
                    <a:pt x="3270983" y="505249"/>
                  </a:lnTo>
                  <a:lnTo>
                    <a:pt x="3272236" y="505597"/>
                  </a:lnTo>
                  <a:lnTo>
                    <a:pt x="3273489" y="506029"/>
                  </a:lnTo>
                  <a:lnTo>
                    <a:pt x="3274742" y="506531"/>
                  </a:lnTo>
                  <a:lnTo>
                    <a:pt x="3275995" y="507102"/>
                  </a:lnTo>
                  <a:lnTo>
                    <a:pt x="3277249" y="507731"/>
                  </a:lnTo>
                  <a:lnTo>
                    <a:pt x="3278502" y="508405"/>
                  </a:lnTo>
                  <a:lnTo>
                    <a:pt x="3279755" y="509057"/>
                  </a:lnTo>
                  <a:lnTo>
                    <a:pt x="3281008" y="509686"/>
                  </a:lnTo>
                  <a:lnTo>
                    <a:pt x="3282262" y="510266"/>
                  </a:lnTo>
                  <a:lnTo>
                    <a:pt x="3283515" y="510781"/>
                  </a:lnTo>
                  <a:lnTo>
                    <a:pt x="3284768" y="511240"/>
                  </a:lnTo>
                  <a:lnTo>
                    <a:pt x="3286021" y="511656"/>
                  </a:lnTo>
                  <a:lnTo>
                    <a:pt x="3287274" y="512005"/>
                  </a:lnTo>
                  <a:lnTo>
                    <a:pt x="3288528" y="512244"/>
                  </a:lnTo>
                  <a:lnTo>
                    <a:pt x="3289781" y="512332"/>
                  </a:lnTo>
                  <a:lnTo>
                    <a:pt x="3291034" y="512226"/>
                  </a:lnTo>
                  <a:lnTo>
                    <a:pt x="3292287" y="511873"/>
                  </a:lnTo>
                  <a:lnTo>
                    <a:pt x="3293540" y="511253"/>
                  </a:lnTo>
                  <a:lnTo>
                    <a:pt x="3294794" y="510329"/>
                  </a:lnTo>
                  <a:lnTo>
                    <a:pt x="3296047" y="509072"/>
                  </a:lnTo>
                  <a:lnTo>
                    <a:pt x="3297300" y="507491"/>
                  </a:lnTo>
                  <a:lnTo>
                    <a:pt x="3298553" y="505621"/>
                  </a:lnTo>
                  <a:lnTo>
                    <a:pt x="3299807" y="503499"/>
                  </a:lnTo>
                  <a:lnTo>
                    <a:pt x="3301060" y="501165"/>
                  </a:lnTo>
                  <a:lnTo>
                    <a:pt x="3302313" y="498642"/>
                  </a:lnTo>
                  <a:lnTo>
                    <a:pt x="3303566" y="495950"/>
                  </a:lnTo>
                  <a:lnTo>
                    <a:pt x="3304819" y="493103"/>
                  </a:lnTo>
                  <a:lnTo>
                    <a:pt x="3306073" y="490205"/>
                  </a:lnTo>
                  <a:lnTo>
                    <a:pt x="3307326" y="487343"/>
                  </a:lnTo>
                  <a:lnTo>
                    <a:pt x="3308579" y="484591"/>
                  </a:lnTo>
                  <a:lnTo>
                    <a:pt x="3309832" y="482008"/>
                  </a:lnTo>
                  <a:lnTo>
                    <a:pt x="3311086" y="479676"/>
                  </a:lnTo>
                  <a:lnTo>
                    <a:pt x="3312339" y="477646"/>
                  </a:lnTo>
                  <a:lnTo>
                    <a:pt x="3313592" y="475899"/>
                  </a:lnTo>
                  <a:lnTo>
                    <a:pt x="3314845" y="474398"/>
                  </a:lnTo>
                  <a:lnTo>
                    <a:pt x="3316098" y="473076"/>
                  </a:lnTo>
                  <a:lnTo>
                    <a:pt x="3317352" y="471874"/>
                  </a:lnTo>
                  <a:lnTo>
                    <a:pt x="3318605" y="470769"/>
                  </a:lnTo>
                  <a:lnTo>
                    <a:pt x="3319858" y="469757"/>
                  </a:lnTo>
                  <a:lnTo>
                    <a:pt x="3321111" y="468845"/>
                  </a:lnTo>
                  <a:lnTo>
                    <a:pt x="3322364" y="468001"/>
                  </a:lnTo>
                  <a:lnTo>
                    <a:pt x="3323618" y="467196"/>
                  </a:lnTo>
                  <a:lnTo>
                    <a:pt x="3324871" y="466363"/>
                  </a:lnTo>
                  <a:lnTo>
                    <a:pt x="3326124" y="465426"/>
                  </a:lnTo>
                  <a:lnTo>
                    <a:pt x="3327377" y="464345"/>
                  </a:lnTo>
                  <a:lnTo>
                    <a:pt x="3328631" y="463059"/>
                  </a:lnTo>
                  <a:lnTo>
                    <a:pt x="3329884" y="461530"/>
                  </a:lnTo>
                  <a:lnTo>
                    <a:pt x="3331137" y="459754"/>
                  </a:lnTo>
                  <a:lnTo>
                    <a:pt x="3332390" y="457766"/>
                  </a:lnTo>
                  <a:lnTo>
                    <a:pt x="3333643" y="455626"/>
                  </a:lnTo>
                  <a:lnTo>
                    <a:pt x="3334897" y="453359"/>
                  </a:lnTo>
                  <a:lnTo>
                    <a:pt x="3336150" y="450954"/>
                  </a:lnTo>
                  <a:lnTo>
                    <a:pt x="3337403" y="448400"/>
                  </a:lnTo>
                  <a:lnTo>
                    <a:pt x="3338656" y="445685"/>
                  </a:lnTo>
                  <a:lnTo>
                    <a:pt x="3339909" y="442822"/>
                  </a:lnTo>
                  <a:lnTo>
                    <a:pt x="3341163" y="439826"/>
                  </a:lnTo>
                  <a:lnTo>
                    <a:pt x="3342416" y="436768"/>
                  </a:lnTo>
                  <a:lnTo>
                    <a:pt x="3343669" y="433726"/>
                  </a:lnTo>
                  <a:lnTo>
                    <a:pt x="3344922" y="430711"/>
                  </a:lnTo>
                  <a:lnTo>
                    <a:pt x="3346176" y="427771"/>
                  </a:lnTo>
                  <a:lnTo>
                    <a:pt x="3347429" y="424930"/>
                  </a:lnTo>
                  <a:lnTo>
                    <a:pt x="3348682" y="422180"/>
                  </a:lnTo>
                  <a:lnTo>
                    <a:pt x="3349935" y="419520"/>
                  </a:lnTo>
                  <a:lnTo>
                    <a:pt x="3351188" y="416968"/>
                  </a:lnTo>
                  <a:lnTo>
                    <a:pt x="3352442" y="414565"/>
                  </a:lnTo>
                  <a:lnTo>
                    <a:pt x="3353695" y="412359"/>
                  </a:lnTo>
                  <a:lnTo>
                    <a:pt x="3354948" y="410421"/>
                  </a:lnTo>
                  <a:lnTo>
                    <a:pt x="3356201" y="408808"/>
                  </a:lnTo>
                  <a:lnTo>
                    <a:pt x="3357455" y="407550"/>
                  </a:lnTo>
                  <a:lnTo>
                    <a:pt x="3358708" y="406676"/>
                  </a:lnTo>
                  <a:lnTo>
                    <a:pt x="3359961" y="406186"/>
                  </a:lnTo>
                  <a:lnTo>
                    <a:pt x="3361214" y="406083"/>
                  </a:lnTo>
                  <a:lnTo>
                    <a:pt x="3362467" y="406357"/>
                  </a:lnTo>
                  <a:lnTo>
                    <a:pt x="3363721" y="406995"/>
                  </a:lnTo>
                  <a:lnTo>
                    <a:pt x="3364974" y="408016"/>
                  </a:lnTo>
                  <a:lnTo>
                    <a:pt x="3366227" y="409387"/>
                  </a:lnTo>
                  <a:lnTo>
                    <a:pt x="3367480" y="411120"/>
                  </a:lnTo>
                  <a:lnTo>
                    <a:pt x="3368733" y="413168"/>
                  </a:lnTo>
                  <a:lnTo>
                    <a:pt x="3369987" y="415454"/>
                  </a:lnTo>
                  <a:lnTo>
                    <a:pt x="3371240" y="417908"/>
                  </a:lnTo>
                  <a:lnTo>
                    <a:pt x="3372493" y="420471"/>
                  </a:lnTo>
                  <a:lnTo>
                    <a:pt x="3373746" y="423052"/>
                  </a:lnTo>
                  <a:lnTo>
                    <a:pt x="3375000" y="425570"/>
                  </a:lnTo>
                  <a:lnTo>
                    <a:pt x="3376253" y="428008"/>
                  </a:lnTo>
                  <a:lnTo>
                    <a:pt x="3377506" y="430365"/>
                  </a:lnTo>
                  <a:lnTo>
                    <a:pt x="3378759" y="432663"/>
                  </a:lnTo>
                  <a:lnTo>
                    <a:pt x="3380012" y="434927"/>
                  </a:lnTo>
                  <a:lnTo>
                    <a:pt x="3381266" y="437179"/>
                  </a:lnTo>
                  <a:lnTo>
                    <a:pt x="3382519" y="439409"/>
                  </a:lnTo>
                  <a:lnTo>
                    <a:pt x="3383772" y="441592"/>
                  </a:lnTo>
                  <a:lnTo>
                    <a:pt x="3385025" y="443716"/>
                  </a:lnTo>
                  <a:lnTo>
                    <a:pt x="3386279" y="445786"/>
                  </a:lnTo>
                  <a:lnTo>
                    <a:pt x="3387532" y="447807"/>
                  </a:lnTo>
                  <a:lnTo>
                    <a:pt x="3388785" y="449807"/>
                  </a:lnTo>
                  <a:lnTo>
                    <a:pt x="3390038" y="451820"/>
                  </a:lnTo>
                  <a:lnTo>
                    <a:pt x="3391291" y="453868"/>
                  </a:lnTo>
                  <a:lnTo>
                    <a:pt x="3392545" y="456009"/>
                  </a:lnTo>
                  <a:lnTo>
                    <a:pt x="3393798" y="458272"/>
                  </a:lnTo>
                  <a:lnTo>
                    <a:pt x="3395051" y="460624"/>
                  </a:lnTo>
                  <a:lnTo>
                    <a:pt x="3396304" y="463023"/>
                  </a:lnTo>
                  <a:lnTo>
                    <a:pt x="3397557" y="465427"/>
                  </a:lnTo>
                  <a:lnTo>
                    <a:pt x="3398811" y="467835"/>
                  </a:lnTo>
                  <a:lnTo>
                    <a:pt x="3400064" y="470250"/>
                  </a:lnTo>
                  <a:lnTo>
                    <a:pt x="3401317" y="472673"/>
                  </a:lnTo>
                  <a:lnTo>
                    <a:pt x="3402570" y="475097"/>
                  </a:lnTo>
                  <a:lnTo>
                    <a:pt x="3403824" y="477516"/>
                  </a:lnTo>
                  <a:lnTo>
                    <a:pt x="3405077" y="479915"/>
                  </a:lnTo>
                  <a:lnTo>
                    <a:pt x="3406330" y="482236"/>
                  </a:lnTo>
                  <a:lnTo>
                    <a:pt x="3407583" y="484469"/>
                  </a:lnTo>
                  <a:lnTo>
                    <a:pt x="3408836" y="486591"/>
                  </a:lnTo>
                  <a:lnTo>
                    <a:pt x="3410090" y="488586"/>
                  </a:lnTo>
                  <a:lnTo>
                    <a:pt x="3411343" y="490421"/>
                  </a:lnTo>
                  <a:lnTo>
                    <a:pt x="3412596" y="492093"/>
                  </a:lnTo>
                  <a:lnTo>
                    <a:pt x="3413849" y="493611"/>
                  </a:lnTo>
                  <a:lnTo>
                    <a:pt x="3415103" y="494970"/>
                  </a:lnTo>
                  <a:lnTo>
                    <a:pt x="3416356" y="496157"/>
                  </a:lnTo>
                  <a:lnTo>
                    <a:pt x="3417609" y="497131"/>
                  </a:lnTo>
                  <a:lnTo>
                    <a:pt x="3418862" y="497862"/>
                  </a:lnTo>
                  <a:lnTo>
                    <a:pt x="3420115" y="498341"/>
                  </a:lnTo>
                  <a:lnTo>
                    <a:pt x="3421369" y="498552"/>
                  </a:lnTo>
                  <a:lnTo>
                    <a:pt x="3422622" y="498487"/>
                  </a:lnTo>
                  <a:lnTo>
                    <a:pt x="3423875" y="498151"/>
                  </a:lnTo>
                  <a:lnTo>
                    <a:pt x="3425128" y="497556"/>
                  </a:lnTo>
                  <a:lnTo>
                    <a:pt x="3426381" y="496709"/>
                  </a:lnTo>
                  <a:lnTo>
                    <a:pt x="3427635" y="495614"/>
                  </a:lnTo>
                  <a:lnTo>
                    <a:pt x="3428888" y="494252"/>
                  </a:lnTo>
                  <a:lnTo>
                    <a:pt x="3430141" y="492674"/>
                  </a:lnTo>
                  <a:lnTo>
                    <a:pt x="3431394" y="490853"/>
                  </a:lnTo>
                  <a:lnTo>
                    <a:pt x="3432648" y="488785"/>
                  </a:lnTo>
                  <a:lnTo>
                    <a:pt x="3433901" y="486459"/>
                  </a:lnTo>
                  <a:lnTo>
                    <a:pt x="3435154" y="483909"/>
                  </a:lnTo>
                  <a:lnTo>
                    <a:pt x="3436407" y="481146"/>
                  </a:lnTo>
                  <a:lnTo>
                    <a:pt x="3437660" y="478220"/>
                  </a:lnTo>
                  <a:lnTo>
                    <a:pt x="3438914" y="475147"/>
                  </a:lnTo>
                  <a:lnTo>
                    <a:pt x="3440167" y="471930"/>
                  </a:lnTo>
                  <a:lnTo>
                    <a:pt x="3441420" y="468558"/>
                  </a:lnTo>
                  <a:lnTo>
                    <a:pt x="3442673" y="465020"/>
                  </a:lnTo>
                  <a:lnTo>
                    <a:pt x="3443927" y="461297"/>
                  </a:lnTo>
                  <a:lnTo>
                    <a:pt x="3445180" y="457408"/>
                  </a:lnTo>
                  <a:lnTo>
                    <a:pt x="3446433" y="453356"/>
                  </a:lnTo>
                  <a:lnTo>
                    <a:pt x="3447686" y="449162"/>
                  </a:lnTo>
                  <a:lnTo>
                    <a:pt x="3448939" y="444830"/>
                  </a:lnTo>
                  <a:lnTo>
                    <a:pt x="3450193" y="440388"/>
                  </a:lnTo>
                  <a:lnTo>
                    <a:pt x="3451446" y="435870"/>
                  </a:lnTo>
                  <a:lnTo>
                    <a:pt x="3452699" y="431285"/>
                  </a:lnTo>
                  <a:lnTo>
                    <a:pt x="3453952" y="426651"/>
                  </a:lnTo>
                  <a:lnTo>
                    <a:pt x="3455205" y="421953"/>
                  </a:lnTo>
                  <a:lnTo>
                    <a:pt x="3456459" y="417177"/>
                  </a:lnTo>
                  <a:lnTo>
                    <a:pt x="3457712" y="412332"/>
                  </a:lnTo>
                  <a:lnTo>
                    <a:pt x="3458965" y="407439"/>
                  </a:lnTo>
                  <a:lnTo>
                    <a:pt x="3460218" y="402509"/>
                  </a:lnTo>
                  <a:lnTo>
                    <a:pt x="3461472" y="397555"/>
                  </a:lnTo>
                  <a:lnTo>
                    <a:pt x="3462725" y="392583"/>
                  </a:lnTo>
                  <a:lnTo>
                    <a:pt x="3463978" y="387601"/>
                  </a:lnTo>
                  <a:lnTo>
                    <a:pt x="3465231" y="382617"/>
                  </a:lnTo>
                  <a:lnTo>
                    <a:pt x="3466484" y="377630"/>
                  </a:lnTo>
                  <a:lnTo>
                    <a:pt x="3467738" y="372647"/>
                  </a:lnTo>
                  <a:lnTo>
                    <a:pt x="3468991" y="367672"/>
                  </a:lnTo>
                  <a:lnTo>
                    <a:pt x="3470244" y="362704"/>
                  </a:lnTo>
                  <a:lnTo>
                    <a:pt x="3471497" y="357754"/>
                  </a:lnTo>
                  <a:lnTo>
                    <a:pt x="3472751" y="352827"/>
                  </a:lnTo>
                  <a:lnTo>
                    <a:pt x="3474004" y="347932"/>
                  </a:lnTo>
                  <a:lnTo>
                    <a:pt x="3475257" y="343082"/>
                  </a:lnTo>
                  <a:lnTo>
                    <a:pt x="3476510" y="338280"/>
                  </a:lnTo>
                  <a:lnTo>
                    <a:pt x="3477763" y="333528"/>
                  </a:lnTo>
                  <a:lnTo>
                    <a:pt x="3479017" y="328829"/>
                  </a:lnTo>
                  <a:lnTo>
                    <a:pt x="3480270" y="324199"/>
                  </a:lnTo>
                  <a:lnTo>
                    <a:pt x="3481523" y="319664"/>
                  </a:lnTo>
                  <a:lnTo>
                    <a:pt x="3482776" y="315215"/>
                  </a:lnTo>
                  <a:lnTo>
                    <a:pt x="3484029" y="310873"/>
                  </a:lnTo>
                  <a:lnTo>
                    <a:pt x="3485283" y="306672"/>
                  </a:lnTo>
                  <a:lnTo>
                    <a:pt x="3486536" y="302616"/>
                  </a:lnTo>
                  <a:lnTo>
                    <a:pt x="3487789" y="298700"/>
                  </a:lnTo>
                  <a:lnTo>
                    <a:pt x="3489042" y="294899"/>
                  </a:lnTo>
                  <a:lnTo>
                    <a:pt x="3490296" y="291216"/>
                  </a:lnTo>
                  <a:lnTo>
                    <a:pt x="3491549" y="287681"/>
                  </a:lnTo>
                  <a:lnTo>
                    <a:pt x="3492802" y="284279"/>
                  </a:lnTo>
                  <a:lnTo>
                    <a:pt x="3494055" y="280997"/>
                  </a:lnTo>
                  <a:lnTo>
                    <a:pt x="3495308" y="277853"/>
                  </a:lnTo>
                  <a:lnTo>
                    <a:pt x="3496562" y="274886"/>
                  </a:lnTo>
                  <a:lnTo>
                    <a:pt x="3497815" y="272094"/>
                  </a:lnTo>
                  <a:lnTo>
                    <a:pt x="3499068" y="269454"/>
                  </a:lnTo>
                  <a:lnTo>
                    <a:pt x="3500321" y="266947"/>
                  </a:lnTo>
                  <a:lnTo>
                    <a:pt x="3501574" y="264559"/>
                  </a:lnTo>
                  <a:lnTo>
                    <a:pt x="3502828" y="262281"/>
                  </a:lnTo>
                  <a:lnTo>
                    <a:pt x="3504081" y="260093"/>
                  </a:lnTo>
                  <a:lnTo>
                    <a:pt x="3505334" y="258011"/>
                  </a:lnTo>
                  <a:lnTo>
                    <a:pt x="3506587" y="256006"/>
                  </a:lnTo>
                  <a:lnTo>
                    <a:pt x="3507841" y="254079"/>
                  </a:lnTo>
                  <a:lnTo>
                    <a:pt x="3509094" y="252197"/>
                  </a:lnTo>
                  <a:lnTo>
                    <a:pt x="3510347" y="250355"/>
                  </a:lnTo>
                  <a:lnTo>
                    <a:pt x="3511600" y="248550"/>
                  </a:lnTo>
                  <a:lnTo>
                    <a:pt x="3512853" y="246767"/>
                  </a:lnTo>
                  <a:lnTo>
                    <a:pt x="3514107" y="244969"/>
                  </a:lnTo>
                  <a:lnTo>
                    <a:pt x="3515360" y="243119"/>
                  </a:lnTo>
                  <a:lnTo>
                    <a:pt x="3516613" y="241186"/>
                  </a:lnTo>
                  <a:lnTo>
                    <a:pt x="3517866" y="239150"/>
                  </a:lnTo>
                  <a:lnTo>
                    <a:pt x="3519120" y="236991"/>
                  </a:lnTo>
                  <a:lnTo>
                    <a:pt x="3520373" y="234691"/>
                  </a:lnTo>
                  <a:lnTo>
                    <a:pt x="3521626" y="232224"/>
                  </a:lnTo>
                  <a:lnTo>
                    <a:pt x="3522879" y="229588"/>
                  </a:lnTo>
                  <a:lnTo>
                    <a:pt x="3524132" y="226782"/>
                  </a:lnTo>
                  <a:lnTo>
                    <a:pt x="3525386" y="223808"/>
                  </a:lnTo>
                  <a:lnTo>
                    <a:pt x="3526639" y="220668"/>
                  </a:lnTo>
                  <a:lnTo>
                    <a:pt x="3527892" y="217359"/>
                  </a:lnTo>
                  <a:lnTo>
                    <a:pt x="3529145" y="213872"/>
                  </a:lnTo>
                  <a:lnTo>
                    <a:pt x="3530398" y="210200"/>
                  </a:lnTo>
                  <a:lnTo>
                    <a:pt x="3531652" y="206331"/>
                  </a:lnTo>
                  <a:lnTo>
                    <a:pt x="3532905" y="202275"/>
                  </a:lnTo>
                  <a:lnTo>
                    <a:pt x="3534158" y="198020"/>
                  </a:lnTo>
                  <a:lnTo>
                    <a:pt x="3535411" y="193566"/>
                  </a:lnTo>
                  <a:lnTo>
                    <a:pt x="3536665" y="188950"/>
                  </a:lnTo>
                  <a:lnTo>
                    <a:pt x="3537918" y="184187"/>
                  </a:lnTo>
                  <a:lnTo>
                    <a:pt x="3539171" y="179294"/>
                  </a:lnTo>
                  <a:lnTo>
                    <a:pt x="3540424" y="174305"/>
                  </a:lnTo>
                  <a:lnTo>
                    <a:pt x="3541677" y="169225"/>
                  </a:lnTo>
                  <a:lnTo>
                    <a:pt x="3542931" y="164047"/>
                  </a:lnTo>
                  <a:lnTo>
                    <a:pt x="3544184" y="158751"/>
                  </a:lnTo>
                  <a:lnTo>
                    <a:pt x="3545437" y="153350"/>
                  </a:lnTo>
                  <a:lnTo>
                    <a:pt x="3546690" y="147862"/>
                  </a:lnTo>
                  <a:lnTo>
                    <a:pt x="3547944" y="142293"/>
                  </a:lnTo>
                  <a:lnTo>
                    <a:pt x="3549197" y="136673"/>
                  </a:lnTo>
                  <a:lnTo>
                    <a:pt x="3550450" y="131042"/>
                  </a:lnTo>
                  <a:lnTo>
                    <a:pt x="3551703" y="125443"/>
                  </a:lnTo>
                  <a:lnTo>
                    <a:pt x="3552956" y="119926"/>
                  </a:lnTo>
                  <a:lnTo>
                    <a:pt x="3554210" y="114491"/>
                  </a:lnTo>
                  <a:lnTo>
                    <a:pt x="3555463" y="109083"/>
                  </a:lnTo>
                  <a:lnTo>
                    <a:pt x="3556716" y="103733"/>
                  </a:lnTo>
                  <a:lnTo>
                    <a:pt x="3557969" y="98446"/>
                  </a:lnTo>
                  <a:lnTo>
                    <a:pt x="3559222" y="93233"/>
                  </a:lnTo>
                  <a:lnTo>
                    <a:pt x="3560476" y="88110"/>
                  </a:lnTo>
                  <a:lnTo>
                    <a:pt x="3561729" y="83118"/>
                  </a:lnTo>
                  <a:lnTo>
                    <a:pt x="3562982" y="78304"/>
                  </a:lnTo>
                  <a:lnTo>
                    <a:pt x="3564235" y="73710"/>
                  </a:lnTo>
                  <a:lnTo>
                    <a:pt x="3565489" y="69372"/>
                  </a:lnTo>
                  <a:lnTo>
                    <a:pt x="3566742" y="65313"/>
                  </a:lnTo>
                  <a:lnTo>
                    <a:pt x="3567995" y="61516"/>
                  </a:lnTo>
                  <a:lnTo>
                    <a:pt x="3569248" y="57997"/>
                  </a:lnTo>
                  <a:lnTo>
                    <a:pt x="3570501" y="54758"/>
                  </a:lnTo>
                  <a:lnTo>
                    <a:pt x="3571755" y="51816"/>
                  </a:lnTo>
                  <a:lnTo>
                    <a:pt x="3573008" y="49208"/>
                  </a:lnTo>
                  <a:lnTo>
                    <a:pt x="3574261" y="46982"/>
                  </a:lnTo>
                  <a:lnTo>
                    <a:pt x="3575514" y="45164"/>
                  </a:lnTo>
                  <a:lnTo>
                    <a:pt x="3576768" y="43802"/>
                  </a:lnTo>
                  <a:lnTo>
                    <a:pt x="3578021" y="42912"/>
                  </a:lnTo>
                  <a:lnTo>
                    <a:pt x="3579274" y="42510"/>
                  </a:lnTo>
                  <a:lnTo>
                    <a:pt x="3580527" y="42618"/>
                  </a:lnTo>
                  <a:lnTo>
                    <a:pt x="3581780" y="43227"/>
                  </a:lnTo>
                  <a:lnTo>
                    <a:pt x="3583034" y="44354"/>
                  </a:lnTo>
                  <a:lnTo>
                    <a:pt x="3584287" y="46014"/>
                  </a:lnTo>
                  <a:lnTo>
                    <a:pt x="3585540" y="48232"/>
                  </a:lnTo>
                  <a:lnTo>
                    <a:pt x="3586793" y="51001"/>
                  </a:lnTo>
                  <a:lnTo>
                    <a:pt x="3588046" y="54305"/>
                  </a:lnTo>
                  <a:lnTo>
                    <a:pt x="3589300" y="58125"/>
                  </a:lnTo>
                  <a:lnTo>
                    <a:pt x="3590553" y="62454"/>
                  </a:lnTo>
                  <a:lnTo>
                    <a:pt x="3591806" y="67286"/>
                  </a:lnTo>
                  <a:lnTo>
                    <a:pt x="3593059" y="72586"/>
                  </a:lnTo>
                  <a:lnTo>
                    <a:pt x="3594313" y="78355"/>
                  </a:lnTo>
                  <a:lnTo>
                    <a:pt x="3595566" y="84594"/>
                  </a:lnTo>
                  <a:lnTo>
                    <a:pt x="3596819" y="91290"/>
                  </a:lnTo>
                  <a:lnTo>
                    <a:pt x="3598072" y="98439"/>
                  </a:lnTo>
                  <a:lnTo>
                    <a:pt x="3599325" y="105991"/>
                  </a:lnTo>
                  <a:lnTo>
                    <a:pt x="3600579" y="113903"/>
                  </a:lnTo>
                  <a:lnTo>
                    <a:pt x="3601832" y="122144"/>
                  </a:lnTo>
                  <a:lnTo>
                    <a:pt x="3603085" y="130668"/>
                  </a:lnTo>
                  <a:lnTo>
                    <a:pt x="3604338" y="139443"/>
                  </a:lnTo>
                  <a:lnTo>
                    <a:pt x="3605592" y="148471"/>
                  </a:lnTo>
                  <a:lnTo>
                    <a:pt x="3606845" y="157761"/>
                  </a:lnTo>
                  <a:lnTo>
                    <a:pt x="3608098" y="167320"/>
                  </a:lnTo>
                  <a:lnTo>
                    <a:pt x="3609351" y="177128"/>
                  </a:lnTo>
                  <a:lnTo>
                    <a:pt x="3610604" y="187166"/>
                  </a:lnTo>
                  <a:lnTo>
                    <a:pt x="3611858" y="197388"/>
                  </a:lnTo>
                  <a:lnTo>
                    <a:pt x="3613111" y="207749"/>
                  </a:lnTo>
                  <a:lnTo>
                    <a:pt x="3614364" y="218216"/>
                  </a:lnTo>
                  <a:lnTo>
                    <a:pt x="3615617" y="228756"/>
                  </a:lnTo>
                  <a:lnTo>
                    <a:pt x="3616870" y="239356"/>
                  </a:lnTo>
                  <a:lnTo>
                    <a:pt x="3618124" y="250073"/>
                  </a:lnTo>
                  <a:lnTo>
                    <a:pt x="3619377" y="260979"/>
                  </a:lnTo>
                  <a:lnTo>
                    <a:pt x="3620630" y="272076"/>
                  </a:lnTo>
                  <a:lnTo>
                    <a:pt x="3621883" y="283400"/>
                  </a:lnTo>
                  <a:lnTo>
                    <a:pt x="3623137" y="294967"/>
                  </a:lnTo>
                  <a:lnTo>
                    <a:pt x="3624390" y="306838"/>
                  </a:lnTo>
                  <a:lnTo>
                    <a:pt x="3625643" y="318980"/>
                  </a:lnTo>
                  <a:lnTo>
                    <a:pt x="3626896" y="331356"/>
                  </a:lnTo>
                  <a:lnTo>
                    <a:pt x="3628149" y="343876"/>
                  </a:lnTo>
                  <a:lnTo>
                    <a:pt x="3629403" y="356502"/>
                  </a:lnTo>
                  <a:lnTo>
                    <a:pt x="3630656" y="369193"/>
                  </a:lnTo>
                  <a:lnTo>
                    <a:pt x="3631909" y="381963"/>
                  </a:lnTo>
                  <a:lnTo>
                    <a:pt x="3633162" y="394781"/>
                  </a:lnTo>
                  <a:lnTo>
                    <a:pt x="3634416" y="407654"/>
                  </a:lnTo>
                  <a:lnTo>
                    <a:pt x="3635669" y="420512"/>
                  </a:lnTo>
                  <a:lnTo>
                    <a:pt x="3636922" y="433225"/>
                  </a:lnTo>
                  <a:lnTo>
                    <a:pt x="3638175" y="445697"/>
                  </a:lnTo>
                  <a:lnTo>
                    <a:pt x="3639428" y="457798"/>
                  </a:lnTo>
                  <a:lnTo>
                    <a:pt x="3640682" y="469433"/>
                  </a:lnTo>
                  <a:lnTo>
                    <a:pt x="3641935" y="480581"/>
                  </a:lnTo>
                  <a:lnTo>
                    <a:pt x="3643188" y="491209"/>
                  </a:lnTo>
                  <a:lnTo>
                    <a:pt x="3644441" y="501316"/>
                  </a:lnTo>
                  <a:lnTo>
                    <a:pt x="3645694" y="510911"/>
                  </a:lnTo>
                  <a:lnTo>
                    <a:pt x="3646948" y="519971"/>
                  </a:lnTo>
                  <a:lnTo>
                    <a:pt x="3648201" y="528453"/>
                  </a:lnTo>
                  <a:lnTo>
                    <a:pt x="3649454" y="536310"/>
                  </a:lnTo>
                  <a:lnTo>
                    <a:pt x="3650707" y="543556"/>
                  </a:lnTo>
                  <a:lnTo>
                    <a:pt x="3651961" y="550218"/>
                  </a:lnTo>
                  <a:lnTo>
                    <a:pt x="3653214" y="556315"/>
                  </a:lnTo>
                  <a:lnTo>
                    <a:pt x="3654467" y="561857"/>
                  </a:lnTo>
                  <a:lnTo>
                    <a:pt x="3655720" y="566887"/>
                  </a:lnTo>
                  <a:lnTo>
                    <a:pt x="3656973" y="571442"/>
                  </a:lnTo>
                  <a:lnTo>
                    <a:pt x="3658227" y="575537"/>
                  </a:lnTo>
                  <a:lnTo>
                    <a:pt x="3659480" y="579210"/>
                  </a:lnTo>
                  <a:lnTo>
                    <a:pt x="3660733" y="582477"/>
                  </a:lnTo>
                  <a:lnTo>
                    <a:pt x="3661986" y="585390"/>
                  </a:lnTo>
                  <a:lnTo>
                    <a:pt x="3663239" y="588003"/>
                  </a:lnTo>
                  <a:lnTo>
                    <a:pt x="3664493" y="590355"/>
                  </a:lnTo>
                  <a:lnTo>
                    <a:pt x="3665746" y="592480"/>
                  </a:lnTo>
                  <a:lnTo>
                    <a:pt x="3666999" y="594412"/>
                  </a:lnTo>
                  <a:lnTo>
                    <a:pt x="3668252" y="596164"/>
                  </a:lnTo>
                  <a:lnTo>
                    <a:pt x="3669506" y="597709"/>
                  </a:lnTo>
                  <a:lnTo>
                    <a:pt x="3670759" y="599001"/>
                  </a:lnTo>
                  <a:lnTo>
                    <a:pt x="3672012" y="600011"/>
                  </a:lnTo>
                  <a:lnTo>
                    <a:pt x="3673265" y="600752"/>
                  </a:lnTo>
                  <a:lnTo>
                    <a:pt x="3674518" y="601232"/>
                  </a:lnTo>
                  <a:lnTo>
                    <a:pt x="3675772" y="601460"/>
                  </a:lnTo>
                  <a:lnTo>
                    <a:pt x="3677025" y="601434"/>
                  </a:lnTo>
                  <a:lnTo>
                    <a:pt x="3678278" y="601123"/>
                  </a:lnTo>
                  <a:lnTo>
                    <a:pt x="3679531" y="600503"/>
                  </a:lnTo>
                  <a:lnTo>
                    <a:pt x="3680785" y="599523"/>
                  </a:lnTo>
                  <a:lnTo>
                    <a:pt x="3682038" y="598059"/>
                  </a:lnTo>
                  <a:lnTo>
                    <a:pt x="3683291" y="596041"/>
                  </a:lnTo>
                  <a:lnTo>
                    <a:pt x="3684544" y="593387"/>
                  </a:lnTo>
                  <a:lnTo>
                    <a:pt x="3685797" y="590012"/>
                  </a:lnTo>
                  <a:lnTo>
                    <a:pt x="3687051" y="585812"/>
                  </a:lnTo>
                  <a:lnTo>
                    <a:pt x="3688304" y="580695"/>
                  </a:lnTo>
                  <a:lnTo>
                    <a:pt x="3689557" y="574697"/>
                  </a:lnTo>
                  <a:lnTo>
                    <a:pt x="3690810" y="567892"/>
                  </a:lnTo>
                  <a:lnTo>
                    <a:pt x="3692063" y="560370"/>
                  </a:lnTo>
                  <a:lnTo>
                    <a:pt x="3693317" y="552192"/>
                  </a:lnTo>
                  <a:lnTo>
                    <a:pt x="3694570" y="543420"/>
                  </a:lnTo>
                  <a:lnTo>
                    <a:pt x="3695823" y="534064"/>
                  </a:lnTo>
                  <a:lnTo>
                    <a:pt x="3697076" y="524143"/>
                  </a:lnTo>
                  <a:lnTo>
                    <a:pt x="3698330" y="513697"/>
                  </a:lnTo>
                  <a:lnTo>
                    <a:pt x="3699583" y="502830"/>
                  </a:lnTo>
                  <a:lnTo>
                    <a:pt x="3700836" y="491684"/>
                  </a:lnTo>
                  <a:lnTo>
                    <a:pt x="3702089" y="480389"/>
                  </a:lnTo>
                  <a:lnTo>
                    <a:pt x="3703342" y="469123"/>
                  </a:lnTo>
                  <a:lnTo>
                    <a:pt x="3704596" y="457974"/>
                  </a:lnTo>
                  <a:lnTo>
                    <a:pt x="3705849" y="446972"/>
                  </a:lnTo>
                  <a:lnTo>
                    <a:pt x="3707102" y="436195"/>
                  </a:lnTo>
                  <a:lnTo>
                    <a:pt x="3708355" y="425646"/>
                  </a:lnTo>
                  <a:lnTo>
                    <a:pt x="3709609" y="415349"/>
                  </a:lnTo>
                  <a:lnTo>
                    <a:pt x="3710862" y="405349"/>
                  </a:lnTo>
                  <a:lnTo>
                    <a:pt x="3712115" y="395720"/>
                  </a:lnTo>
                  <a:lnTo>
                    <a:pt x="3713368" y="386481"/>
                  </a:lnTo>
                  <a:lnTo>
                    <a:pt x="3714621" y="377641"/>
                  </a:lnTo>
                  <a:lnTo>
                    <a:pt x="3715875" y="369220"/>
                  </a:lnTo>
                  <a:lnTo>
                    <a:pt x="3717128" y="361217"/>
                  </a:lnTo>
                  <a:lnTo>
                    <a:pt x="3718381" y="353617"/>
                  </a:lnTo>
                  <a:lnTo>
                    <a:pt x="3719634" y="346390"/>
                  </a:lnTo>
                  <a:lnTo>
                    <a:pt x="3720887" y="339513"/>
                  </a:lnTo>
                  <a:lnTo>
                    <a:pt x="3722141" y="332942"/>
                  </a:lnTo>
                  <a:lnTo>
                    <a:pt x="3723394" y="326635"/>
                  </a:lnTo>
                  <a:lnTo>
                    <a:pt x="3724647" y="320571"/>
                  </a:lnTo>
                  <a:lnTo>
                    <a:pt x="3725900" y="314673"/>
                  </a:lnTo>
                  <a:lnTo>
                    <a:pt x="3727154" y="308908"/>
                  </a:lnTo>
                  <a:lnTo>
                    <a:pt x="3728407" y="303245"/>
                  </a:lnTo>
                  <a:lnTo>
                    <a:pt x="3729660" y="297660"/>
                  </a:lnTo>
                  <a:lnTo>
                    <a:pt x="3730913" y="292125"/>
                  </a:lnTo>
                  <a:lnTo>
                    <a:pt x="3732166" y="286652"/>
                  </a:lnTo>
                  <a:lnTo>
                    <a:pt x="3733420" y="281295"/>
                  </a:lnTo>
                  <a:lnTo>
                    <a:pt x="3734673" y="276104"/>
                  </a:lnTo>
                  <a:lnTo>
                    <a:pt x="3735926" y="271098"/>
                  </a:lnTo>
                  <a:lnTo>
                    <a:pt x="3737179" y="266285"/>
                  </a:lnTo>
                  <a:lnTo>
                    <a:pt x="3738433" y="261678"/>
                  </a:lnTo>
                  <a:lnTo>
                    <a:pt x="3739686" y="257282"/>
                  </a:lnTo>
                  <a:lnTo>
                    <a:pt x="3740939" y="253121"/>
                  </a:lnTo>
                  <a:lnTo>
                    <a:pt x="3742192" y="249243"/>
                  </a:lnTo>
                  <a:lnTo>
                    <a:pt x="3743445" y="245677"/>
                  </a:lnTo>
                  <a:lnTo>
                    <a:pt x="3744699" y="242484"/>
                  </a:lnTo>
                  <a:lnTo>
                    <a:pt x="3745952" y="239716"/>
                  </a:lnTo>
                  <a:lnTo>
                    <a:pt x="3747205" y="237380"/>
                  </a:lnTo>
                  <a:lnTo>
                    <a:pt x="3748458" y="235531"/>
                  </a:lnTo>
                  <a:lnTo>
                    <a:pt x="3749711" y="234185"/>
                  </a:lnTo>
                  <a:lnTo>
                    <a:pt x="3750965" y="233391"/>
                  </a:lnTo>
                  <a:lnTo>
                    <a:pt x="3752218" y="233121"/>
                  </a:lnTo>
                  <a:lnTo>
                    <a:pt x="3753471" y="233323"/>
                  </a:lnTo>
                  <a:lnTo>
                    <a:pt x="3754724" y="233923"/>
                  </a:lnTo>
                  <a:lnTo>
                    <a:pt x="3755978" y="234881"/>
                  </a:lnTo>
                  <a:lnTo>
                    <a:pt x="3757231" y="236148"/>
                  </a:lnTo>
                  <a:lnTo>
                    <a:pt x="3758484" y="237727"/>
                  </a:lnTo>
                  <a:lnTo>
                    <a:pt x="3759737" y="239642"/>
                  </a:lnTo>
                  <a:lnTo>
                    <a:pt x="3760990" y="241887"/>
                  </a:lnTo>
                  <a:lnTo>
                    <a:pt x="3762244" y="244446"/>
                  </a:lnTo>
                  <a:lnTo>
                    <a:pt x="3763497" y="247284"/>
                  </a:lnTo>
                  <a:lnTo>
                    <a:pt x="3764750" y="250380"/>
                  </a:lnTo>
                  <a:lnTo>
                    <a:pt x="3766003" y="253670"/>
                  </a:lnTo>
                  <a:lnTo>
                    <a:pt x="3767257" y="257097"/>
                  </a:lnTo>
                  <a:lnTo>
                    <a:pt x="3768510" y="260683"/>
                  </a:lnTo>
                  <a:lnTo>
                    <a:pt x="3769763" y="264417"/>
                  </a:lnTo>
                  <a:lnTo>
                    <a:pt x="3771016" y="268279"/>
                  </a:lnTo>
                  <a:lnTo>
                    <a:pt x="3772269" y="272293"/>
                  </a:lnTo>
                  <a:lnTo>
                    <a:pt x="3773523" y="276475"/>
                  </a:lnTo>
                  <a:lnTo>
                    <a:pt x="3774776" y="280858"/>
                  </a:lnTo>
                  <a:lnTo>
                    <a:pt x="3776029" y="285425"/>
                  </a:lnTo>
                  <a:lnTo>
                    <a:pt x="3777282" y="290181"/>
                  </a:lnTo>
                  <a:lnTo>
                    <a:pt x="3778535" y="295079"/>
                  </a:lnTo>
                  <a:lnTo>
                    <a:pt x="3779789" y="300132"/>
                  </a:lnTo>
                  <a:lnTo>
                    <a:pt x="3781042" y="305375"/>
                  </a:lnTo>
                  <a:lnTo>
                    <a:pt x="3782295" y="310837"/>
                  </a:lnTo>
                  <a:lnTo>
                    <a:pt x="3783548" y="316537"/>
                  </a:lnTo>
                  <a:lnTo>
                    <a:pt x="3784802" y="322537"/>
                  </a:lnTo>
                  <a:lnTo>
                    <a:pt x="3786055" y="328880"/>
                  </a:lnTo>
                  <a:lnTo>
                    <a:pt x="3787308" y="335536"/>
                  </a:lnTo>
                  <a:lnTo>
                    <a:pt x="3788561" y="342432"/>
                  </a:lnTo>
                  <a:lnTo>
                    <a:pt x="3789814" y="349578"/>
                  </a:lnTo>
                  <a:lnTo>
                    <a:pt x="3791068" y="356962"/>
                  </a:lnTo>
                  <a:lnTo>
                    <a:pt x="3792321" y="364587"/>
                  </a:lnTo>
                  <a:lnTo>
                    <a:pt x="3793574" y="372458"/>
                  </a:lnTo>
                  <a:lnTo>
                    <a:pt x="3794827" y="380598"/>
                  </a:lnTo>
                  <a:lnTo>
                    <a:pt x="3796081" y="388967"/>
                  </a:lnTo>
                  <a:lnTo>
                    <a:pt x="3797334" y="397516"/>
                  </a:lnTo>
                  <a:lnTo>
                    <a:pt x="3798587" y="406173"/>
                  </a:lnTo>
                  <a:lnTo>
                    <a:pt x="3799840" y="414881"/>
                  </a:lnTo>
                  <a:lnTo>
                    <a:pt x="3801093" y="423567"/>
                  </a:lnTo>
                  <a:lnTo>
                    <a:pt x="3802347" y="432165"/>
                  </a:lnTo>
                  <a:lnTo>
                    <a:pt x="3803600" y="440649"/>
                  </a:lnTo>
                  <a:lnTo>
                    <a:pt x="3804853" y="448961"/>
                  </a:lnTo>
                  <a:lnTo>
                    <a:pt x="3806106" y="457082"/>
                  </a:lnTo>
                  <a:lnTo>
                    <a:pt x="3807359" y="464998"/>
                  </a:lnTo>
                  <a:lnTo>
                    <a:pt x="3808613" y="472703"/>
                  </a:lnTo>
                  <a:lnTo>
                    <a:pt x="3809866" y="480217"/>
                  </a:lnTo>
                  <a:lnTo>
                    <a:pt x="3811119" y="487522"/>
                  </a:lnTo>
                  <a:lnTo>
                    <a:pt x="3812372" y="494607"/>
                  </a:lnTo>
                  <a:lnTo>
                    <a:pt x="3813626" y="501499"/>
                  </a:lnTo>
                  <a:lnTo>
                    <a:pt x="3814879" y="508201"/>
                  </a:lnTo>
                  <a:lnTo>
                    <a:pt x="3816132" y="514735"/>
                  </a:lnTo>
                  <a:lnTo>
                    <a:pt x="3817385" y="521124"/>
                  </a:lnTo>
                  <a:lnTo>
                    <a:pt x="3818638" y="527391"/>
                  </a:lnTo>
                  <a:lnTo>
                    <a:pt x="3819892" y="533545"/>
                  </a:lnTo>
                  <a:lnTo>
                    <a:pt x="3821145" y="539590"/>
                  </a:lnTo>
                  <a:lnTo>
                    <a:pt x="3822398" y="545489"/>
                  </a:lnTo>
                  <a:lnTo>
                    <a:pt x="3823651" y="551245"/>
                  </a:lnTo>
                  <a:lnTo>
                    <a:pt x="3824904" y="556853"/>
                  </a:lnTo>
                  <a:lnTo>
                    <a:pt x="3826158" y="562285"/>
                  </a:lnTo>
                  <a:lnTo>
                    <a:pt x="3827411" y="567503"/>
                  </a:lnTo>
                  <a:lnTo>
                    <a:pt x="3828664" y="572474"/>
                  </a:lnTo>
                  <a:lnTo>
                    <a:pt x="3829917" y="577164"/>
                  </a:lnTo>
                  <a:lnTo>
                    <a:pt x="3831171" y="581558"/>
                  </a:lnTo>
                  <a:lnTo>
                    <a:pt x="3832424" y="585588"/>
                  </a:lnTo>
                  <a:lnTo>
                    <a:pt x="3833677" y="589238"/>
                  </a:lnTo>
                  <a:lnTo>
                    <a:pt x="3834930" y="592493"/>
                  </a:lnTo>
                  <a:lnTo>
                    <a:pt x="3836183" y="595322"/>
                  </a:lnTo>
                  <a:lnTo>
                    <a:pt x="3837437" y="597640"/>
                  </a:lnTo>
                  <a:lnTo>
                    <a:pt x="3838690" y="599399"/>
                  </a:lnTo>
                  <a:lnTo>
                    <a:pt x="3839943" y="600586"/>
                  </a:lnTo>
                  <a:lnTo>
                    <a:pt x="3841196" y="601226"/>
                  </a:lnTo>
                  <a:lnTo>
                    <a:pt x="3842450" y="601319"/>
                  </a:lnTo>
                  <a:lnTo>
                    <a:pt x="3843703" y="600834"/>
                  </a:lnTo>
                  <a:lnTo>
                    <a:pt x="3844956" y="599762"/>
                  </a:lnTo>
                  <a:lnTo>
                    <a:pt x="3846209" y="598119"/>
                  </a:lnTo>
                  <a:lnTo>
                    <a:pt x="3847462" y="595888"/>
                  </a:lnTo>
                  <a:lnTo>
                    <a:pt x="3848716" y="593043"/>
                  </a:lnTo>
                  <a:lnTo>
                    <a:pt x="3849969" y="589592"/>
                  </a:lnTo>
                  <a:lnTo>
                    <a:pt x="3851222" y="585657"/>
                  </a:lnTo>
                  <a:lnTo>
                    <a:pt x="3852475" y="581333"/>
                  </a:lnTo>
                  <a:lnTo>
                    <a:pt x="3853728" y="576654"/>
                  </a:lnTo>
                  <a:lnTo>
                    <a:pt x="3854982" y="571619"/>
                  </a:lnTo>
                  <a:lnTo>
                    <a:pt x="3856235" y="566239"/>
                  </a:lnTo>
                  <a:lnTo>
                    <a:pt x="3857488" y="560485"/>
                  </a:lnTo>
                  <a:lnTo>
                    <a:pt x="3858741" y="554374"/>
                  </a:lnTo>
                  <a:lnTo>
                    <a:pt x="3859995" y="547974"/>
                  </a:lnTo>
                  <a:lnTo>
                    <a:pt x="3861248" y="541351"/>
                  </a:lnTo>
                  <a:lnTo>
                    <a:pt x="3862501" y="534586"/>
                  </a:lnTo>
                  <a:lnTo>
                    <a:pt x="3863754" y="527745"/>
                  </a:lnTo>
                  <a:lnTo>
                    <a:pt x="3865007" y="520935"/>
                  </a:lnTo>
                  <a:lnTo>
                    <a:pt x="3866261" y="514212"/>
                  </a:lnTo>
                  <a:lnTo>
                    <a:pt x="3867514" y="507624"/>
                  </a:lnTo>
                  <a:lnTo>
                    <a:pt x="3868767" y="501236"/>
                  </a:lnTo>
                  <a:lnTo>
                    <a:pt x="3870020" y="495079"/>
                  </a:lnTo>
                  <a:lnTo>
                    <a:pt x="3871274" y="489156"/>
                  </a:lnTo>
                  <a:lnTo>
                    <a:pt x="3872527" y="483445"/>
                  </a:lnTo>
                  <a:lnTo>
                    <a:pt x="3873780" y="477980"/>
                  </a:lnTo>
                  <a:lnTo>
                    <a:pt x="3875033" y="472830"/>
                  </a:lnTo>
                  <a:lnTo>
                    <a:pt x="3876286" y="468009"/>
                  </a:lnTo>
                  <a:lnTo>
                    <a:pt x="3877540" y="463545"/>
                  </a:lnTo>
                  <a:lnTo>
                    <a:pt x="3878793" y="459454"/>
                  </a:lnTo>
                  <a:lnTo>
                    <a:pt x="3880046" y="455770"/>
                  </a:lnTo>
                  <a:lnTo>
                    <a:pt x="3881299" y="452505"/>
                  </a:lnTo>
                  <a:lnTo>
                    <a:pt x="3882552" y="449653"/>
                  </a:lnTo>
                  <a:lnTo>
                    <a:pt x="3883806" y="447209"/>
                  </a:lnTo>
                  <a:lnTo>
                    <a:pt x="3885059" y="445166"/>
                  </a:lnTo>
                  <a:lnTo>
                    <a:pt x="3886312" y="443538"/>
                  </a:lnTo>
                  <a:lnTo>
                    <a:pt x="3887565" y="442308"/>
                  </a:lnTo>
                  <a:lnTo>
                    <a:pt x="3888819" y="441458"/>
                  </a:lnTo>
                  <a:lnTo>
                    <a:pt x="3890072" y="441004"/>
                  </a:lnTo>
                  <a:lnTo>
                    <a:pt x="3891325" y="440981"/>
                  </a:lnTo>
                  <a:lnTo>
                    <a:pt x="3892578" y="441427"/>
                  </a:lnTo>
                  <a:lnTo>
                    <a:pt x="3893831" y="442350"/>
                  </a:lnTo>
                  <a:lnTo>
                    <a:pt x="3895085" y="443747"/>
                  </a:lnTo>
                  <a:lnTo>
                    <a:pt x="3896338" y="445599"/>
                  </a:lnTo>
                  <a:lnTo>
                    <a:pt x="3897591" y="447893"/>
                  </a:lnTo>
                  <a:lnTo>
                    <a:pt x="3898844" y="450577"/>
                  </a:lnTo>
                  <a:lnTo>
                    <a:pt x="3900098" y="453628"/>
                  </a:lnTo>
                  <a:lnTo>
                    <a:pt x="3901351" y="457076"/>
                  </a:lnTo>
                  <a:lnTo>
                    <a:pt x="3902604" y="460893"/>
                  </a:lnTo>
                  <a:lnTo>
                    <a:pt x="3903857" y="465055"/>
                  </a:lnTo>
                  <a:lnTo>
                    <a:pt x="3905110" y="469522"/>
                  </a:lnTo>
                  <a:lnTo>
                    <a:pt x="3906364" y="474262"/>
                  </a:lnTo>
                  <a:lnTo>
                    <a:pt x="3907617" y="479209"/>
                  </a:lnTo>
                  <a:lnTo>
                    <a:pt x="3908870" y="484283"/>
                  </a:lnTo>
                  <a:lnTo>
                    <a:pt x="3910123" y="489392"/>
                  </a:lnTo>
                  <a:lnTo>
                    <a:pt x="3911376" y="494533"/>
                  </a:lnTo>
                  <a:lnTo>
                    <a:pt x="3912630" y="499676"/>
                  </a:lnTo>
                  <a:lnTo>
                    <a:pt x="3913883" y="504877"/>
                  </a:lnTo>
                  <a:lnTo>
                    <a:pt x="3915136" y="510067"/>
                  </a:lnTo>
                  <a:lnTo>
                    <a:pt x="3916389" y="515231"/>
                  </a:lnTo>
                  <a:lnTo>
                    <a:pt x="3917643" y="520399"/>
                  </a:lnTo>
                  <a:lnTo>
                    <a:pt x="3918896" y="525583"/>
                  </a:lnTo>
                  <a:lnTo>
                    <a:pt x="3920149" y="530790"/>
                  </a:lnTo>
                  <a:lnTo>
                    <a:pt x="3921402" y="536056"/>
                  </a:lnTo>
                  <a:lnTo>
                    <a:pt x="3922655" y="541346"/>
                  </a:lnTo>
                  <a:lnTo>
                    <a:pt x="3923909" y="546614"/>
                  </a:lnTo>
                  <a:lnTo>
                    <a:pt x="3925162" y="551819"/>
                  </a:lnTo>
                  <a:lnTo>
                    <a:pt x="3926415" y="556970"/>
                  </a:lnTo>
                  <a:lnTo>
                    <a:pt x="3927668" y="562072"/>
                  </a:lnTo>
                  <a:lnTo>
                    <a:pt x="3928922" y="567093"/>
                  </a:lnTo>
                  <a:lnTo>
                    <a:pt x="3930175" y="572034"/>
                  </a:lnTo>
                  <a:lnTo>
                    <a:pt x="3931428" y="576866"/>
                  </a:lnTo>
                  <a:lnTo>
                    <a:pt x="3932681" y="581557"/>
                  </a:lnTo>
                  <a:lnTo>
                    <a:pt x="3933934" y="586099"/>
                  </a:lnTo>
                  <a:lnTo>
                    <a:pt x="3935188" y="590532"/>
                  </a:lnTo>
                  <a:lnTo>
                    <a:pt x="3936441" y="594833"/>
                  </a:lnTo>
                  <a:lnTo>
                    <a:pt x="3937694" y="598930"/>
                  </a:lnTo>
                  <a:lnTo>
                    <a:pt x="3938947" y="602792"/>
                  </a:lnTo>
                  <a:lnTo>
                    <a:pt x="3940200" y="606408"/>
                  </a:lnTo>
                  <a:lnTo>
                    <a:pt x="3941454" y="609744"/>
                  </a:lnTo>
                  <a:lnTo>
                    <a:pt x="3942707" y="612778"/>
                  </a:lnTo>
                  <a:lnTo>
                    <a:pt x="3943960" y="615472"/>
                  </a:lnTo>
                  <a:lnTo>
                    <a:pt x="3945213" y="617794"/>
                  </a:lnTo>
                  <a:lnTo>
                    <a:pt x="3946467" y="619749"/>
                  </a:lnTo>
                  <a:lnTo>
                    <a:pt x="3947720" y="621355"/>
                  </a:lnTo>
                  <a:lnTo>
                    <a:pt x="3948973" y="622608"/>
                  </a:lnTo>
                  <a:lnTo>
                    <a:pt x="3950226" y="623520"/>
                  </a:lnTo>
                  <a:lnTo>
                    <a:pt x="3951479" y="624116"/>
                  </a:lnTo>
                  <a:lnTo>
                    <a:pt x="3952733" y="624412"/>
                  </a:lnTo>
                  <a:lnTo>
                    <a:pt x="3953986" y="624400"/>
                  </a:lnTo>
                  <a:lnTo>
                    <a:pt x="3955239" y="624051"/>
                  </a:lnTo>
                  <a:lnTo>
                    <a:pt x="3956492" y="623316"/>
                  </a:lnTo>
                  <a:lnTo>
                    <a:pt x="3957746" y="622199"/>
                  </a:lnTo>
                  <a:lnTo>
                    <a:pt x="3958999" y="620728"/>
                  </a:lnTo>
                  <a:lnTo>
                    <a:pt x="3960252" y="618933"/>
                  </a:lnTo>
                  <a:lnTo>
                    <a:pt x="3961505" y="616833"/>
                  </a:lnTo>
                  <a:lnTo>
                    <a:pt x="3962758" y="614480"/>
                  </a:lnTo>
                  <a:lnTo>
                    <a:pt x="3964012" y="611891"/>
                  </a:lnTo>
                  <a:lnTo>
                    <a:pt x="3965265" y="609070"/>
                  </a:lnTo>
                  <a:lnTo>
                    <a:pt x="3966518" y="606031"/>
                  </a:lnTo>
                  <a:lnTo>
                    <a:pt x="3967771" y="602795"/>
                  </a:lnTo>
                  <a:lnTo>
                    <a:pt x="3969024" y="599383"/>
                  </a:lnTo>
                  <a:lnTo>
                    <a:pt x="3970278" y="595851"/>
                  </a:lnTo>
                  <a:lnTo>
                    <a:pt x="3971531" y="592256"/>
                  </a:lnTo>
                  <a:lnTo>
                    <a:pt x="3972784" y="588675"/>
                  </a:lnTo>
                  <a:lnTo>
                    <a:pt x="3974037" y="585151"/>
                  </a:lnTo>
                  <a:lnTo>
                    <a:pt x="3975291" y="581716"/>
                  </a:lnTo>
                  <a:lnTo>
                    <a:pt x="3976544" y="578349"/>
                  </a:lnTo>
                  <a:lnTo>
                    <a:pt x="3977797" y="574985"/>
                  </a:lnTo>
                  <a:lnTo>
                    <a:pt x="3979050" y="571623"/>
                  </a:lnTo>
                  <a:lnTo>
                    <a:pt x="3980303" y="568303"/>
                  </a:lnTo>
                  <a:lnTo>
                    <a:pt x="3981557" y="565033"/>
                  </a:lnTo>
                  <a:lnTo>
                    <a:pt x="3982810" y="561846"/>
                  </a:lnTo>
                  <a:lnTo>
                    <a:pt x="3984063" y="558750"/>
                  </a:lnTo>
                  <a:lnTo>
                    <a:pt x="3985316" y="555730"/>
                  </a:lnTo>
                  <a:lnTo>
                    <a:pt x="3986569" y="552804"/>
                  </a:lnTo>
                  <a:lnTo>
                    <a:pt x="3987823" y="550010"/>
                  </a:lnTo>
                  <a:lnTo>
                    <a:pt x="3989076" y="547356"/>
                  </a:lnTo>
                  <a:lnTo>
                    <a:pt x="3990329" y="544803"/>
                  </a:lnTo>
                  <a:lnTo>
                    <a:pt x="3991582" y="542332"/>
                  </a:lnTo>
                  <a:lnTo>
                    <a:pt x="3992836" y="539930"/>
                  </a:lnTo>
                  <a:lnTo>
                    <a:pt x="3994089" y="537587"/>
                  </a:lnTo>
                  <a:lnTo>
                    <a:pt x="3995342" y="535303"/>
                  </a:lnTo>
                  <a:lnTo>
                    <a:pt x="3996595" y="533089"/>
                  </a:lnTo>
                  <a:lnTo>
                    <a:pt x="3997848" y="530906"/>
                  </a:lnTo>
                  <a:lnTo>
                    <a:pt x="3999102" y="528708"/>
                  </a:lnTo>
                  <a:lnTo>
                    <a:pt x="4000355" y="526534"/>
                  </a:lnTo>
                  <a:lnTo>
                    <a:pt x="4001608" y="524414"/>
                  </a:lnTo>
                  <a:lnTo>
                    <a:pt x="4002861" y="522336"/>
                  </a:lnTo>
                  <a:lnTo>
                    <a:pt x="4004115" y="520336"/>
                  </a:lnTo>
                  <a:lnTo>
                    <a:pt x="4005368" y="518416"/>
                  </a:lnTo>
                  <a:lnTo>
                    <a:pt x="4006621" y="516581"/>
                  </a:lnTo>
                  <a:lnTo>
                    <a:pt x="4007874" y="514853"/>
                  </a:lnTo>
                  <a:lnTo>
                    <a:pt x="4009127" y="513248"/>
                  </a:lnTo>
                  <a:lnTo>
                    <a:pt x="4010381" y="511759"/>
                  </a:lnTo>
                  <a:lnTo>
                    <a:pt x="4011634" y="510374"/>
                  </a:lnTo>
                  <a:lnTo>
                    <a:pt x="4012887" y="509096"/>
                  </a:lnTo>
                  <a:lnTo>
                    <a:pt x="4014140" y="507891"/>
                  </a:lnTo>
                  <a:lnTo>
                    <a:pt x="4015393" y="506751"/>
                  </a:lnTo>
                  <a:lnTo>
                    <a:pt x="4016647" y="505685"/>
                  </a:lnTo>
                  <a:lnTo>
                    <a:pt x="4017900" y="504712"/>
                  </a:lnTo>
                  <a:lnTo>
                    <a:pt x="4019153" y="503863"/>
                  </a:lnTo>
                  <a:lnTo>
                    <a:pt x="4020406" y="503180"/>
                  </a:lnTo>
                  <a:lnTo>
                    <a:pt x="4021660" y="502685"/>
                  </a:lnTo>
                  <a:lnTo>
                    <a:pt x="4022913" y="502355"/>
                  </a:lnTo>
                  <a:lnTo>
                    <a:pt x="4024166" y="502192"/>
                  </a:lnTo>
                  <a:lnTo>
                    <a:pt x="4025419" y="502226"/>
                  </a:lnTo>
                  <a:lnTo>
                    <a:pt x="4026672" y="502481"/>
                  </a:lnTo>
                  <a:lnTo>
                    <a:pt x="4027926" y="502965"/>
                  </a:lnTo>
                  <a:lnTo>
                    <a:pt x="4029179" y="503679"/>
                  </a:lnTo>
                  <a:lnTo>
                    <a:pt x="4030432" y="504615"/>
                  </a:lnTo>
                  <a:lnTo>
                    <a:pt x="4031685" y="505744"/>
                  </a:lnTo>
                  <a:lnTo>
                    <a:pt x="4032939" y="507055"/>
                  </a:lnTo>
                  <a:lnTo>
                    <a:pt x="4034192" y="508541"/>
                  </a:lnTo>
                  <a:lnTo>
                    <a:pt x="4035445" y="510177"/>
                  </a:lnTo>
                  <a:lnTo>
                    <a:pt x="4036698" y="511907"/>
                  </a:lnTo>
                  <a:lnTo>
                    <a:pt x="4037951" y="513731"/>
                  </a:lnTo>
                  <a:lnTo>
                    <a:pt x="4039205" y="515611"/>
                  </a:lnTo>
                  <a:lnTo>
                    <a:pt x="4040458" y="517575"/>
                  </a:lnTo>
                  <a:lnTo>
                    <a:pt x="4041711" y="519625"/>
                  </a:lnTo>
                  <a:lnTo>
                    <a:pt x="4042964" y="521724"/>
                  </a:lnTo>
                  <a:lnTo>
                    <a:pt x="4044217" y="523794"/>
                  </a:lnTo>
                  <a:lnTo>
                    <a:pt x="4045471" y="525770"/>
                  </a:lnTo>
                  <a:lnTo>
                    <a:pt x="4046724" y="527574"/>
                  </a:lnTo>
                  <a:lnTo>
                    <a:pt x="4047977" y="529168"/>
                  </a:lnTo>
                  <a:lnTo>
                    <a:pt x="4049230" y="530548"/>
                  </a:lnTo>
                  <a:lnTo>
                    <a:pt x="4050484" y="531693"/>
                  </a:lnTo>
                  <a:lnTo>
                    <a:pt x="4051737" y="532560"/>
                  </a:lnTo>
                  <a:lnTo>
                    <a:pt x="4052990" y="533118"/>
                  </a:lnTo>
                  <a:lnTo>
                    <a:pt x="4054243" y="533379"/>
                  </a:lnTo>
                  <a:lnTo>
                    <a:pt x="4055496" y="533347"/>
                  </a:lnTo>
                  <a:lnTo>
                    <a:pt x="4056750" y="533002"/>
                  </a:lnTo>
                  <a:lnTo>
                    <a:pt x="4058003" y="532323"/>
                  </a:lnTo>
                  <a:lnTo>
                    <a:pt x="4059256" y="531298"/>
                  </a:lnTo>
                  <a:lnTo>
                    <a:pt x="4060509" y="529920"/>
                  </a:lnTo>
                  <a:lnTo>
                    <a:pt x="4061763" y="528228"/>
                  </a:lnTo>
                  <a:lnTo>
                    <a:pt x="4063016" y="526233"/>
                  </a:lnTo>
                  <a:lnTo>
                    <a:pt x="4064269" y="523945"/>
                  </a:lnTo>
                  <a:lnTo>
                    <a:pt x="4065522" y="521380"/>
                  </a:lnTo>
                  <a:lnTo>
                    <a:pt x="4066775" y="518560"/>
                  </a:lnTo>
                  <a:lnTo>
                    <a:pt x="4068029" y="515470"/>
                  </a:lnTo>
                  <a:lnTo>
                    <a:pt x="4069282" y="512128"/>
                  </a:lnTo>
                  <a:lnTo>
                    <a:pt x="4070535" y="508555"/>
                  </a:lnTo>
                  <a:lnTo>
                    <a:pt x="4071788" y="504748"/>
                  </a:lnTo>
                  <a:lnTo>
                    <a:pt x="4073041" y="500715"/>
                  </a:lnTo>
                  <a:lnTo>
                    <a:pt x="4074295" y="496450"/>
                  </a:lnTo>
                  <a:lnTo>
                    <a:pt x="4075548" y="491974"/>
                  </a:lnTo>
                  <a:lnTo>
                    <a:pt x="4076801" y="487322"/>
                  </a:lnTo>
                  <a:lnTo>
                    <a:pt x="4078054" y="482517"/>
                  </a:lnTo>
                  <a:lnTo>
                    <a:pt x="4079308" y="477547"/>
                  </a:lnTo>
                  <a:lnTo>
                    <a:pt x="4080561" y="472417"/>
                  </a:lnTo>
                  <a:lnTo>
                    <a:pt x="4081814" y="467129"/>
                  </a:lnTo>
                  <a:lnTo>
                    <a:pt x="4083067" y="461662"/>
                  </a:lnTo>
                  <a:lnTo>
                    <a:pt x="4084320" y="456000"/>
                  </a:lnTo>
                  <a:lnTo>
                    <a:pt x="4085574" y="450141"/>
                  </a:lnTo>
                  <a:lnTo>
                    <a:pt x="4086827" y="444132"/>
                  </a:lnTo>
                  <a:lnTo>
                    <a:pt x="4088080" y="437971"/>
                  </a:lnTo>
                  <a:lnTo>
                    <a:pt x="4089333" y="431610"/>
                  </a:lnTo>
                  <a:lnTo>
                    <a:pt x="4090587" y="425024"/>
                  </a:lnTo>
                  <a:lnTo>
                    <a:pt x="4091840" y="418227"/>
                  </a:lnTo>
                  <a:lnTo>
                    <a:pt x="4093093" y="411238"/>
                  </a:lnTo>
                  <a:lnTo>
                    <a:pt x="4094346" y="404093"/>
                  </a:lnTo>
                  <a:lnTo>
                    <a:pt x="4095599" y="396821"/>
                  </a:lnTo>
                  <a:lnTo>
                    <a:pt x="4096853" y="389405"/>
                  </a:lnTo>
                  <a:lnTo>
                    <a:pt x="4098106" y="381876"/>
                  </a:lnTo>
                  <a:lnTo>
                    <a:pt x="4099359" y="374255"/>
                  </a:lnTo>
                  <a:lnTo>
                    <a:pt x="4100612" y="366556"/>
                  </a:lnTo>
                  <a:lnTo>
                    <a:pt x="4101865" y="358796"/>
                  </a:lnTo>
                  <a:lnTo>
                    <a:pt x="4103119" y="350976"/>
                  </a:lnTo>
                  <a:lnTo>
                    <a:pt x="4104372" y="343104"/>
                  </a:lnTo>
                  <a:lnTo>
                    <a:pt x="4105625" y="335164"/>
                  </a:lnTo>
                  <a:lnTo>
                    <a:pt x="4106878" y="327174"/>
                  </a:lnTo>
                  <a:lnTo>
                    <a:pt x="4108132" y="319207"/>
                  </a:lnTo>
                  <a:lnTo>
                    <a:pt x="4109385" y="311302"/>
                  </a:lnTo>
                  <a:lnTo>
                    <a:pt x="4110638" y="303533"/>
                  </a:lnTo>
                  <a:lnTo>
                    <a:pt x="4111891" y="295925"/>
                  </a:lnTo>
                  <a:lnTo>
                    <a:pt x="4113144" y="288484"/>
                  </a:lnTo>
                  <a:lnTo>
                    <a:pt x="4114398" y="281213"/>
                  </a:lnTo>
                  <a:lnTo>
                    <a:pt x="4115651" y="274142"/>
                  </a:lnTo>
                  <a:lnTo>
                    <a:pt x="4116904" y="267285"/>
                  </a:lnTo>
                  <a:lnTo>
                    <a:pt x="4118157" y="260640"/>
                  </a:lnTo>
                  <a:lnTo>
                    <a:pt x="4119411" y="254251"/>
                  </a:lnTo>
                  <a:lnTo>
                    <a:pt x="4120664" y="248152"/>
                  </a:lnTo>
                  <a:lnTo>
                    <a:pt x="4121917" y="242376"/>
                  </a:lnTo>
                  <a:lnTo>
                    <a:pt x="4123170" y="236932"/>
                  </a:lnTo>
                  <a:lnTo>
                    <a:pt x="4124423" y="231830"/>
                  </a:lnTo>
                  <a:lnTo>
                    <a:pt x="4125677" y="227074"/>
                  </a:lnTo>
                  <a:lnTo>
                    <a:pt x="4126930" y="222648"/>
                  </a:lnTo>
                  <a:lnTo>
                    <a:pt x="4128183" y="218552"/>
                  </a:lnTo>
                  <a:lnTo>
                    <a:pt x="4129436" y="214800"/>
                  </a:lnTo>
                  <a:lnTo>
                    <a:pt x="4130689" y="211381"/>
                  </a:lnTo>
                  <a:lnTo>
                    <a:pt x="4131943" y="208292"/>
                  </a:lnTo>
                  <a:lnTo>
                    <a:pt x="4133196" y="205515"/>
                  </a:lnTo>
                  <a:lnTo>
                    <a:pt x="4134449" y="203032"/>
                  </a:lnTo>
                  <a:lnTo>
                    <a:pt x="4135702" y="200822"/>
                  </a:lnTo>
                  <a:lnTo>
                    <a:pt x="4136956" y="198881"/>
                  </a:lnTo>
                  <a:lnTo>
                    <a:pt x="4138209" y="197160"/>
                  </a:lnTo>
                  <a:lnTo>
                    <a:pt x="4139462" y="195616"/>
                  </a:lnTo>
                  <a:lnTo>
                    <a:pt x="4140715" y="194206"/>
                  </a:lnTo>
                  <a:lnTo>
                    <a:pt x="4141968" y="192915"/>
                  </a:lnTo>
                  <a:lnTo>
                    <a:pt x="4143222" y="191723"/>
                  </a:lnTo>
                  <a:lnTo>
                    <a:pt x="4144475" y="190601"/>
                  </a:lnTo>
                  <a:lnTo>
                    <a:pt x="4145728" y="189516"/>
                  </a:lnTo>
                  <a:lnTo>
                    <a:pt x="4146981" y="188457"/>
                  </a:lnTo>
                  <a:lnTo>
                    <a:pt x="4148234" y="187396"/>
                  </a:lnTo>
                  <a:lnTo>
                    <a:pt x="4149488" y="186294"/>
                  </a:lnTo>
                  <a:lnTo>
                    <a:pt x="4150741" y="185085"/>
                  </a:lnTo>
                  <a:lnTo>
                    <a:pt x="4151994" y="183765"/>
                  </a:lnTo>
                  <a:lnTo>
                    <a:pt x="4153247" y="182383"/>
                  </a:lnTo>
                  <a:lnTo>
                    <a:pt x="4154501" y="180962"/>
                  </a:lnTo>
                  <a:lnTo>
                    <a:pt x="4155754" y="179502"/>
                  </a:lnTo>
                  <a:lnTo>
                    <a:pt x="4157007" y="178043"/>
                  </a:lnTo>
                  <a:lnTo>
                    <a:pt x="4158260" y="176609"/>
                  </a:lnTo>
                  <a:lnTo>
                    <a:pt x="4159513" y="175245"/>
                  </a:lnTo>
                  <a:lnTo>
                    <a:pt x="4160767" y="173975"/>
                  </a:lnTo>
                  <a:lnTo>
                    <a:pt x="4162020" y="172799"/>
                  </a:lnTo>
                  <a:lnTo>
                    <a:pt x="4163273" y="171715"/>
                  </a:lnTo>
                  <a:lnTo>
                    <a:pt x="4164526" y="170736"/>
                  </a:lnTo>
                  <a:lnTo>
                    <a:pt x="4165780" y="169879"/>
                  </a:lnTo>
                  <a:lnTo>
                    <a:pt x="4167033" y="169164"/>
                  </a:lnTo>
                  <a:lnTo>
                    <a:pt x="4168286" y="168602"/>
                  </a:lnTo>
                  <a:lnTo>
                    <a:pt x="4169539" y="168234"/>
                  </a:lnTo>
                  <a:lnTo>
                    <a:pt x="4170792" y="168066"/>
                  </a:lnTo>
                  <a:lnTo>
                    <a:pt x="4172046" y="168079"/>
                  </a:lnTo>
                  <a:lnTo>
                    <a:pt x="4173299" y="168244"/>
                  </a:lnTo>
                  <a:lnTo>
                    <a:pt x="4174552" y="168529"/>
                  </a:lnTo>
                  <a:lnTo>
                    <a:pt x="4175805" y="168911"/>
                  </a:lnTo>
                  <a:lnTo>
                    <a:pt x="4177058" y="169410"/>
                  </a:lnTo>
                  <a:lnTo>
                    <a:pt x="4178312" y="170050"/>
                  </a:lnTo>
                  <a:lnTo>
                    <a:pt x="4179565" y="170820"/>
                  </a:lnTo>
                  <a:lnTo>
                    <a:pt x="4180818" y="171740"/>
                  </a:lnTo>
                  <a:lnTo>
                    <a:pt x="4182071" y="172800"/>
                  </a:lnTo>
                  <a:lnTo>
                    <a:pt x="4183325" y="173950"/>
                  </a:lnTo>
                  <a:lnTo>
                    <a:pt x="4184578" y="175149"/>
                  </a:lnTo>
                  <a:lnTo>
                    <a:pt x="4185831" y="176420"/>
                  </a:lnTo>
                  <a:lnTo>
                    <a:pt x="4187084" y="177781"/>
                  </a:lnTo>
                  <a:lnTo>
                    <a:pt x="4188337" y="179190"/>
                  </a:lnTo>
                  <a:lnTo>
                    <a:pt x="4189591" y="180648"/>
                  </a:lnTo>
                  <a:lnTo>
                    <a:pt x="4190844" y="182156"/>
                  </a:lnTo>
                  <a:lnTo>
                    <a:pt x="4192097" y="183675"/>
                  </a:lnTo>
                  <a:lnTo>
                    <a:pt x="4193350" y="185174"/>
                  </a:lnTo>
                  <a:lnTo>
                    <a:pt x="4194604" y="186619"/>
                  </a:lnTo>
                  <a:lnTo>
                    <a:pt x="4195857" y="187998"/>
                  </a:lnTo>
                  <a:lnTo>
                    <a:pt x="4197110" y="189298"/>
                  </a:lnTo>
                  <a:lnTo>
                    <a:pt x="4198363" y="190538"/>
                  </a:lnTo>
                  <a:lnTo>
                    <a:pt x="4199616" y="191717"/>
                  </a:lnTo>
                  <a:lnTo>
                    <a:pt x="4200870" y="192858"/>
                  </a:lnTo>
                  <a:lnTo>
                    <a:pt x="4202123" y="194011"/>
                  </a:lnTo>
                  <a:lnTo>
                    <a:pt x="4203376" y="195199"/>
                  </a:lnTo>
                  <a:lnTo>
                    <a:pt x="4204629" y="196411"/>
                  </a:lnTo>
                  <a:lnTo>
                    <a:pt x="4205882" y="197631"/>
                  </a:lnTo>
                  <a:lnTo>
                    <a:pt x="4207136" y="198892"/>
                  </a:lnTo>
                  <a:lnTo>
                    <a:pt x="4208389" y="200219"/>
                  </a:lnTo>
                  <a:lnTo>
                    <a:pt x="4209642" y="201643"/>
                  </a:lnTo>
                  <a:lnTo>
                    <a:pt x="4210895" y="203186"/>
                  </a:lnTo>
                  <a:lnTo>
                    <a:pt x="4212149" y="204896"/>
                  </a:lnTo>
                  <a:lnTo>
                    <a:pt x="4213402" y="206820"/>
                  </a:lnTo>
                  <a:lnTo>
                    <a:pt x="4214655" y="208976"/>
                  </a:lnTo>
                  <a:lnTo>
                    <a:pt x="4215908" y="211360"/>
                  </a:lnTo>
                  <a:lnTo>
                    <a:pt x="4217161" y="213936"/>
                  </a:lnTo>
                  <a:lnTo>
                    <a:pt x="4218415" y="216677"/>
                  </a:lnTo>
                  <a:lnTo>
                    <a:pt x="4219668" y="219526"/>
                  </a:lnTo>
                  <a:lnTo>
                    <a:pt x="4220921" y="222417"/>
                  </a:lnTo>
                  <a:lnTo>
                    <a:pt x="4222174" y="225292"/>
                  </a:lnTo>
                  <a:lnTo>
                    <a:pt x="4223428" y="228108"/>
                  </a:lnTo>
                  <a:lnTo>
                    <a:pt x="4224681" y="230849"/>
                  </a:lnTo>
                  <a:lnTo>
                    <a:pt x="4225934" y="233505"/>
                  </a:lnTo>
                  <a:lnTo>
                    <a:pt x="4227187" y="236063"/>
                  </a:lnTo>
                  <a:lnTo>
                    <a:pt x="4228440" y="238483"/>
                  </a:lnTo>
                  <a:lnTo>
                    <a:pt x="4229694" y="240727"/>
                  </a:lnTo>
                  <a:lnTo>
                    <a:pt x="4230947" y="242767"/>
                  </a:lnTo>
                  <a:lnTo>
                    <a:pt x="4232200" y="244571"/>
                  </a:lnTo>
                  <a:lnTo>
                    <a:pt x="4233453" y="246080"/>
                  </a:lnTo>
                  <a:lnTo>
                    <a:pt x="4234706" y="247283"/>
                  </a:lnTo>
                  <a:lnTo>
                    <a:pt x="4235960" y="248181"/>
                  </a:lnTo>
                  <a:lnTo>
                    <a:pt x="4237213" y="248788"/>
                  </a:lnTo>
                  <a:lnTo>
                    <a:pt x="4238466" y="249117"/>
                  </a:lnTo>
                  <a:lnTo>
                    <a:pt x="4239719" y="249189"/>
                  </a:lnTo>
                  <a:lnTo>
                    <a:pt x="4240973" y="248978"/>
                  </a:lnTo>
                  <a:lnTo>
                    <a:pt x="4242226" y="248472"/>
                  </a:lnTo>
                  <a:lnTo>
                    <a:pt x="4243479" y="247660"/>
                  </a:lnTo>
                  <a:lnTo>
                    <a:pt x="4244732" y="246504"/>
                  </a:lnTo>
                  <a:lnTo>
                    <a:pt x="4245985" y="245020"/>
                  </a:lnTo>
                  <a:lnTo>
                    <a:pt x="4247239" y="243250"/>
                  </a:lnTo>
                  <a:lnTo>
                    <a:pt x="4248492" y="241209"/>
                  </a:lnTo>
                  <a:lnTo>
                    <a:pt x="4249745" y="238859"/>
                  </a:lnTo>
                  <a:lnTo>
                    <a:pt x="4250998" y="236241"/>
                  </a:lnTo>
                  <a:lnTo>
                    <a:pt x="4252252" y="233399"/>
                  </a:lnTo>
                  <a:lnTo>
                    <a:pt x="4253505" y="230318"/>
                  </a:lnTo>
                  <a:lnTo>
                    <a:pt x="4254758" y="226986"/>
                  </a:lnTo>
                  <a:lnTo>
                    <a:pt x="4256011" y="223447"/>
                  </a:lnTo>
                  <a:lnTo>
                    <a:pt x="4257264" y="219761"/>
                  </a:lnTo>
                  <a:lnTo>
                    <a:pt x="4258518" y="215988"/>
                  </a:lnTo>
                  <a:lnTo>
                    <a:pt x="4259771" y="212154"/>
                  </a:lnTo>
                  <a:lnTo>
                    <a:pt x="4261024" y="208274"/>
                  </a:lnTo>
                  <a:lnTo>
                    <a:pt x="4262277" y="204370"/>
                  </a:lnTo>
                  <a:lnTo>
                    <a:pt x="4263530" y="200477"/>
                  </a:lnTo>
                  <a:lnTo>
                    <a:pt x="4264784" y="196610"/>
                  </a:lnTo>
                  <a:lnTo>
                    <a:pt x="4266037" y="192797"/>
                  </a:lnTo>
                  <a:lnTo>
                    <a:pt x="4267290" y="189073"/>
                  </a:lnTo>
                  <a:lnTo>
                    <a:pt x="4268543" y="185488"/>
                  </a:lnTo>
                  <a:lnTo>
                    <a:pt x="4269797" y="182060"/>
                  </a:lnTo>
                  <a:lnTo>
                    <a:pt x="4271050" y="178777"/>
                  </a:lnTo>
                  <a:lnTo>
                    <a:pt x="4272303" y="175659"/>
                  </a:lnTo>
                  <a:lnTo>
                    <a:pt x="4273556" y="172739"/>
                  </a:lnTo>
                  <a:lnTo>
                    <a:pt x="4274809" y="170027"/>
                  </a:lnTo>
                  <a:lnTo>
                    <a:pt x="4276063" y="167532"/>
                  </a:lnTo>
                  <a:lnTo>
                    <a:pt x="4277316" y="165263"/>
                  </a:lnTo>
                  <a:lnTo>
                    <a:pt x="4278569" y="163235"/>
                  </a:lnTo>
                  <a:lnTo>
                    <a:pt x="4279822" y="161467"/>
                  </a:lnTo>
                  <a:lnTo>
                    <a:pt x="4281076" y="159987"/>
                  </a:lnTo>
                  <a:lnTo>
                    <a:pt x="4282329" y="158840"/>
                  </a:lnTo>
                  <a:lnTo>
                    <a:pt x="4283582" y="158068"/>
                  </a:lnTo>
                  <a:lnTo>
                    <a:pt x="4284835" y="157685"/>
                  </a:lnTo>
                  <a:lnTo>
                    <a:pt x="4286088" y="157686"/>
                  </a:lnTo>
                  <a:lnTo>
                    <a:pt x="4287342" y="158073"/>
                  </a:lnTo>
                  <a:lnTo>
                    <a:pt x="4288595" y="158875"/>
                  </a:lnTo>
                  <a:lnTo>
                    <a:pt x="4289848" y="160126"/>
                  </a:lnTo>
                  <a:lnTo>
                    <a:pt x="4291101" y="161875"/>
                  </a:lnTo>
                  <a:lnTo>
                    <a:pt x="4292354" y="164171"/>
                  </a:lnTo>
                  <a:lnTo>
                    <a:pt x="4293608" y="167030"/>
                  </a:lnTo>
                  <a:lnTo>
                    <a:pt x="4294861" y="170464"/>
                  </a:lnTo>
                  <a:lnTo>
                    <a:pt x="4296114" y="174484"/>
                  </a:lnTo>
                  <a:lnTo>
                    <a:pt x="4297367" y="179058"/>
                  </a:lnTo>
                  <a:lnTo>
                    <a:pt x="4298621" y="184175"/>
                  </a:lnTo>
                  <a:lnTo>
                    <a:pt x="4299874" y="189812"/>
                  </a:lnTo>
                  <a:lnTo>
                    <a:pt x="4301127" y="195960"/>
                  </a:lnTo>
                  <a:lnTo>
                    <a:pt x="4302380" y="202583"/>
                  </a:lnTo>
                  <a:lnTo>
                    <a:pt x="4303633" y="209657"/>
                  </a:lnTo>
                  <a:lnTo>
                    <a:pt x="4304887" y="217212"/>
                  </a:lnTo>
                  <a:lnTo>
                    <a:pt x="4306140" y="225217"/>
                  </a:lnTo>
                  <a:lnTo>
                    <a:pt x="4307393" y="233641"/>
                  </a:lnTo>
                  <a:lnTo>
                    <a:pt x="4308646" y="242465"/>
                  </a:lnTo>
                  <a:lnTo>
                    <a:pt x="4309899" y="251666"/>
                  </a:lnTo>
                  <a:lnTo>
                    <a:pt x="4311153" y="261203"/>
                  </a:lnTo>
                  <a:lnTo>
                    <a:pt x="4312406" y="271089"/>
                  </a:lnTo>
                  <a:lnTo>
                    <a:pt x="4313659" y="281311"/>
                  </a:lnTo>
                  <a:lnTo>
                    <a:pt x="4314912" y="291811"/>
                  </a:lnTo>
                  <a:lnTo>
                    <a:pt x="4316166" y="302588"/>
                  </a:lnTo>
                  <a:lnTo>
                    <a:pt x="4317419" y="313638"/>
                  </a:lnTo>
                  <a:lnTo>
                    <a:pt x="4318672" y="324955"/>
                  </a:lnTo>
                  <a:lnTo>
                    <a:pt x="4319925" y="336517"/>
                  </a:lnTo>
                  <a:lnTo>
                    <a:pt x="4321178" y="348259"/>
                  </a:lnTo>
                  <a:lnTo>
                    <a:pt x="4322432" y="360161"/>
                  </a:lnTo>
                  <a:lnTo>
                    <a:pt x="4323685" y="372183"/>
                  </a:lnTo>
                  <a:lnTo>
                    <a:pt x="4324938" y="384307"/>
                  </a:lnTo>
                  <a:lnTo>
                    <a:pt x="4326191" y="396508"/>
                  </a:lnTo>
                  <a:lnTo>
                    <a:pt x="4327445" y="408756"/>
                  </a:lnTo>
                  <a:lnTo>
                    <a:pt x="4328698" y="420998"/>
                  </a:lnTo>
                  <a:lnTo>
                    <a:pt x="4329951" y="433213"/>
                  </a:lnTo>
                  <a:lnTo>
                    <a:pt x="4331204" y="445346"/>
                  </a:lnTo>
                  <a:lnTo>
                    <a:pt x="4332457" y="457356"/>
                  </a:lnTo>
                  <a:lnTo>
                    <a:pt x="4333711" y="469269"/>
                  </a:lnTo>
                  <a:lnTo>
                    <a:pt x="4334964" y="481037"/>
                  </a:lnTo>
                  <a:lnTo>
                    <a:pt x="4336217" y="492613"/>
                  </a:lnTo>
                  <a:lnTo>
                    <a:pt x="4337470" y="503944"/>
                  </a:lnTo>
                  <a:lnTo>
                    <a:pt x="4338723" y="514976"/>
                  </a:lnTo>
                  <a:lnTo>
                    <a:pt x="4339977" y="525680"/>
                  </a:lnTo>
                  <a:lnTo>
                    <a:pt x="4341230" y="536031"/>
                  </a:lnTo>
                  <a:lnTo>
                    <a:pt x="4342483" y="546052"/>
                  </a:lnTo>
                  <a:lnTo>
                    <a:pt x="4343736" y="555716"/>
                  </a:lnTo>
                  <a:lnTo>
                    <a:pt x="4344990" y="564979"/>
                  </a:lnTo>
                  <a:lnTo>
                    <a:pt x="4346243" y="573758"/>
                  </a:lnTo>
                  <a:lnTo>
                    <a:pt x="4347496" y="582036"/>
                  </a:lnTo>
                  <a:lnTo>
                    <a:pt x="4348749" y="589819"/>
                  </a:lnTo>
                  <a:lnTo>
                    <a:pt x="4350002" y="597131"/>
                  </a:lnTo>
                  <a:lnTo>
                    <a:pt x="4351256" y="603957"/>
                  </a:lnTo>
                  <a:lnTo>
                    <a:pt x="4352509" y="610243"/>
                  </a:lnTo>
                  <a:lnTo>
                    <a:pt x="4353762" y="615917"/>
                  </a:lnTo>
                  <a:lnTo>
                    <a:pt x="4355015" y="620919"/>
                  </a:lnTo>
                  <a:lnTo>
                    <a:pt x="4356269" y="625214"/>
                  </a:lnTo>
                  <a:lnTo>
                    <a:pt x="4357522" y="628797"/>
                  </a:lnTo>
                  <a:lnTo>
                    <a:pt x="4358775" y="631687"/>
                  </a:lnTo>
                  <a:lnTo>
                    <a:pt x="4360028" y="633958"/>
                  </a:lnTo>
                  <a:lnTo>
                    <a:pt x="4361281" y="635684"/>
                  </a:lnTo>
                  <a:lnTo>
                    <a:pt x="4362535" y="636919"/>
                  </a:lnTo>
                  <a:lnTo>
                    <a:pt x="4363788" y="637701"/>
                  </a:lnTo>
                  <a:lnTo>
                    <a:pt x="4365041" y="638079"/>
                  </a:lnTo>
                  <a:lnTo>
                    <a:pt x="4366294" y="638106"/>
                  </a:lnTo>
                  <a:lnTo>
                    <a:pt x="4367547" y="637777"/>
                  </a:lnTo>
                  <a:lnTo>
                    <a:pt x="4368801" y="637105"/>
                  </a:lnTo>
                  <a:lnTo>
                    <a:pt x="4370054" y="636160"/>
                  </a:lnTo>
                  <a:lnTo>
                    <a:pt x="4371307" y="635026"/>
                  </a:lnTo>
                  <a:lnTo>
                    <a:pt x="4372560" y="633767"/>
                  </a:lnTo>
                  <a:lnTo>
                    <a:pt x="4373814" y="632406"/>
                  </a:lnTo>
                  <a:lnTo>
                    <a:pt x="4375067" y="630961"/>
                  </a:lnTo>
                  <a:lnTo>
                    <a:pt x="4376320" y="629429"/>
                  </a:lnTo>
                  <a:lnTo>
                    <a:pt x="4377573" y="627813"/>
                  </a:lnTo>
                  <a:lnTo>
                    <a:pt x="4378826" y="626107"/>
                  </a:lnTo>
                  <a:lnTo>
                    <a:pt x="4380080" y="624329"/>
                  </a:lnTo>
                  <a:lnTo>
                    <a:pt x="4381333" y="622506"/>
                  </a:lnTo>
                  <a:lnTo>
                    <a:pt x="4382586" y="620664"/>
                  </a:lnTo>
                  <a:lnTo>
                    <a:pt x="4383839" y="618786"/>
                  </a:lnTo>
                  <a:lnTo>
                    <a:pt x="4385093" y="616897"/>
                  </a:lnTo>
                  <a:lnTo>
                    <a:pt x="4386346" y="615027"/>
                  </a:lnTo>
                  <a:lnTo>
                    <a:pt x="4387599" y="613218"/>
                  </a:lnTo>
                  <a:lnTo>
                    <a:pt x="4388852" y="611490"/>
                  </a:lnTo>
                  <a:lnTo>
                    <a:pt x="4390105" y="609841"/>
                  </a:lnTo>
                  <a:lnTo>
                    <a:pt x="4391359" y="608280"/>
                  </a:lnTo>
                  <a:lnTo>
                    <a:pt x="4392612" y="606816"/>
                  </a:lnTo>
                  <a:lnTo>
                    <a:pt x="4393865" y="605453"/>
                  </a:lnTo>
                  <a:lnTo>
                    <a:pt x="4395118" y="604182"/>
                  </a:lnTo>
                  <a:lnTo>
                    <a:pt x="4396371" y="602999"/>
                  </a:lnTo>
                  <a:lnTo>
                    <a:pt x="4397625" y="601874"/>
                  </a:lnTo>
                  <a:lnTo>
                    <a:pt x="4398878" y="600818"/>
                  </a:lnTo>
                  <a:lnTo>
                    <a:pt x="4400131" y="599847"/>
                  </a:lnTo>
                  <a:lnTo>
                    <a:pt x="4401384" y="598991"/>
                  </a:lnTo>
                  <a:lnTo>
                    <a:pt x="4402638" y="598284"/>
                  </a:lnTo>
                  <a:lnTo>
                    <a:pt x="4403891" y="597742"/>
                  </a:lnTo>
                  <a:lnTo>
                    <a:pt x="4405144" y="597315"/>
                  </a:lnTo>
                  <a:lnTo>
                    <a:pt x="4406397" y="596978"/>
                  </a:lnTo>
                  <a:lnTo>
                    <a:pt x="4407650" y="596749"/>
                  </a:lnTo>
                  <a:lnTo>
                    <a:pt x="4408904" y="596679"/>
                  </a:lnTo>
                  <a:lnTo>
                    <a:pt x="4410157" y="596822"/>
                  </a:lnTo>
                  <a:lnTo>
                    <a:pt x="4411410" y="597193"/>
                  </a:lnTo>
                  <a:lnTo>
                    <a:pt x="4412663" y="597788"/>
                  </a:lnTo>
                  <a:lnTo>
                    <a:pt x="4413917" y="598574"/>
                  </a:lnTo>
                  <a:lnTo>
                    <a:pt x="4415170" y="599554"/>
                  </a:lnTo>
                  <a:lnTo>
                    <a:pt x="4416423" y="600762"/>
                  </a:lnTo>
                  <a:lnTo>
                    <a:pt x="4417676" y="602219"/>
                  </a:lnTo>
                  <a:lnTo>
                    <a:pt x="4418929" y="603984"/>
                  </a:lnTo>
                  <a:lnTo>
                    <a:pt x="4420183" y="606076"/>
                  </a:lnTo>
                  <a:lnTo>
                    <a:pt x="4421436" y="608485"/>
                  </a:lnTo>
                  <a:lnTo>
                    <a:pt x="4422689" y="611168"/>
                  </a:lnTo>
                  <a:lnTo>
                    <a:pt x="4423942" y="614046"/>
                  </a:lnTo>
                  <a:lnTo>
                    <a:pt x="4425195" y="617100"/>
                  </a:lnTo>
                  <a:lnTo>
                    <a:pt x="4426449" y="620281"/>
                  </a:lnTo>
                  <a:lnTo>
                    <a:pt x="4427702" y="623530"/>
                  </a:lnTo>
                  <a:lnTo>
                    <a:pt x="4428955" y="626786"/>
                  </a:lnTo>
                  <a:lnTo>
                    <a:pt x="4430208" y="630057"/>
                  </a:lnTo>
                  <a:lnTo>
                    <a:pt x="4431462" y="633361"/>
                  </a:lnTo>
                  <a:lnTo>
                    <a:pt x="4432715" y="636667"/>
                  </a:lnTo>
                  <a:lnTo>
                    <a:pt x="4433968" y="639920"/>
                  </a:lnTo>
                  <a:lnTo>
                    <a:pt x="4435221" y="643040"/>
                  </a:lnTo>
                  <a:lnTo>
                    <a:pt x="4436474" y="645996"/>
                  </a:lnTo>
                  <a:lnTo>
                    <a:pt x="4437728" y="648764"/>
                  </a:lnTo>
                  <a:lnTo>
                    <a:pt x="4438981" y="651326"/>
                  </a:lnTo>
                  <a:lnTo>
                    <a:pt x="4440234" y="653702"/>
                  </a:lnTo>
                  <a:lnTo>
                    <a:pt x="4441487" y="655911"/>
                  </a:lnTo>
                  <a:lnTo>
                    <a:pt x="4442741" y="657956"/>
                  </a:lnTo>
                  <a:lnTo>
                    <a:pt x="4443994" y="659769"/>
                  </a:lnTo>
                  <a:lnTo>
                    <a:pt x="4445247" y="661313"/>
                  </a:lnTo>
                  <a:lnTo>
                    <a:pt x="4446500" y="662620"/>
                  </a:lnTo>
                  <a:lnTo>
                    <a:pt x="4447753" y="663695"/>
                  </a:lnTo>
                  <a:lnTo>
                    <a:pt x="4449007" y="664511"/>
                  </a:lnTo>
                  <a:lnTo>
                    <a:pt x="4450260" y="665022"/>
                  </a:lnTo>
                  <a:lnTo>
                    <a:pt x="4451513" y="665221"/>
                  </a:lnTo>
                  <a:lnTo>
                    <a:pt x="4452766" y="665092"/>
                  </a:lnTo>
                  <a:lnTo>
                    <a:pt x="4454019" y="664621"/>
                  </a:lnTo>
                  <a:lnTo>
                    <a:pt x="4455273" y="663777"/>
                  </a:lnTo>
                  <a:lnTo>
                    <a:pt x="4456526" y="662574"/>
                  </a:lnTo>
                  <a:lnTo>
                    <a:pt x="4457779" y="661041"/>
                  </a:lnTo>
                  <a:lnTo>
                    <a:pt x="4459032" y="659218"/>
                  </a:lnTo>
                  <a:lnTo>
                    <a:pt x="4460286" y="657126"/>
                  </a:lnTo>
                  <a:lnTo>
                    <a:pt x="4461539" y="654796"/>
                  </a:lnTo>
                  <a:lnTo>
                    <a:pt x="4462792" y="652254"/>
                  </a:lnTo>
                  <a:lnTo>
                    <a:pt x="4464045" y="649475"/>
                  </a:lnTo>
                  <a:lnTo>
                    <a:pt x="4465298" y="646415"/>
                  </a:lnTo>
                  <a:lnTo>
                    <a:pt x="4466552" y="643045"/>
                  </a:lnTo>
                  <a:lnTo>
                    <a:pt x="4467805" y="639343"/>
                  </a:lnTo>
                  <a:lnTo>
                    <a:pt x="4469058" y="635341"/>
                  </a:lnTo>
                  <a:lnTo>
                    <a:pt x="4470311" y="631028"/>
                  </a:lnTo>
                  <a:lnTo>
                    <a:pt x="4471564" y="626408"/>
                  </a:lnTo>
                  <a:lnTo>
                    <a:pt x="4472818" y="621467"/>
                  </a:lnTo>
                  <a:lnTo>
                    <a:pt x="4474071" y="616192"/>
                  </a:lnTo>
                  <a:lnTo>
                    <a:pt x="4475324" y="610582"/>
                  </a:lnTo>
                  <a:lnTo>
                    <a:pt x="4476577" y="604675"/>
                  </a:lnTo>
                  <a:lnTo>
                    <a:pt x="4477831" y="598508"/>
                  </a:lnTo>
                  <a:lnTo>
                    <a:pt x="4479084" y="592121"/>
                  </a:lnTo>
                  <a:lnTo>
                    <a:pt x="4480337" y="585535"/>
                  </a:lnTo>
                  <a:lnTo>
                    <a:pt x="4481590" y="578744"/>
                  </a:lnTo>
                  <a:lnTo>
                    <a:pt x="4482843" y="571721"/>
                  </a:lnTo>
                  <a:lnTo>
                    <a:pt x="4484097" y="564472"/>
                  </a:lnTo>
                  <a:lnTo>
                    <a:pt x="4485350" y="557035"/>
                  </a:lnTo>
                  <a:lnTo>
                    <a:pt x="4486603" y="549447"/>
                  </a:lnTo>
                  <a:lnTo>
                    <a:pt x="4487856" y="541721"/>
                  </a:lnTo>
                  <a:lnTo>
                    <a:pt x="4489110" y="533864"/>
                  </a:lnTo>
                  <a:lnTo>
                    <a:pt x="4490363" y="525906"/>
                  </a:lnTo>
                  <a:lnTo>
                    <a:pt x="4491616" y="517920"/>
                  </a:lnTo>
                  <a:lnTo>
                    <a:pt x="4492869" y="509946"/>
                  </a:lnTo>
                  <a:lnTo>
                    <a:pt x="4494122" y="501970"/>
                  </a:lnTo>
                  <a:lnTo>
                    <a:pt x="4495376" y="494012"/>
                  </a:lnTo>
                  <a:lnTo>
                    <a:pt x="4496629" y="486096"/>
                  </a:lnTo>
                  <a:lnTo>
                    <a:pt x="4497882" y="478262"/>
                  </a:lnTo>
                  <a:lnTo>
                    <a:pt x="4499135" y="470561"/>
                  </a:lnTo>
                  <a:lnTo>
                    <a:pt x="4500388" y="463029"/>
                  </a:lnTo>
                  <a:lnTo>
                    <a:pt x="4501642" y="455736"/>
                  </a:lnTo>
                  <a:lnTo>
                    <a:pt x="4502895" y="448732"/>
                  </a:lnTo>
                  <a:lnTo>
                    <a:pt x="4504148" y="442038"/>
                  </a:lnTo>
                  <a:lnTo>
                    <a:pt x="4505401" y="435689"/>
                  </a:lnTo>
                  <a:lnTo>
                    <a:pt x="4506655" y="429716"/>
                  </a:lnTo>
                  <a:lnTo>
                    <a:pt x="4507908" y="424161"/>
                  </a:lnTo>
                  <a:lnTo>
                    <a:pt x="4509161" y="419001"/>
                  </a:lnTo>
                  <a:lnTo>
                    <a:pt x="4510414" y="414213"/>
                  </a:lnTo>
                  <a:lnTo>
                    <a:pt x="4511667" y="409799"/>
                  </a:lnTo>
                  <a:lnTo>
                    <a:pt x="4512921" y="405767"/>
                  </a:lnTo>
                  <a:lnTo>
                    <a:pt x="4514174" y="402105"/>
                  </a:lnTo>
                  <a:lnTo>
                    <a:pt x="4515427" y="398820"/>
                  </a:lnTo>
                  <a:lnTo>
                    <a:pt x="4516680" y="395935"/>
                  </a:lnTo>
                  <a:lnTo>
                    <a:pt x="4517934" y="393501"/>
                  </a:lnTo>
                  <a:lnTo>
                    <a:pt x="4519187" y="391552"/>
                  </a:lnTo>
                  <a:lnTo>
                    <a:pt x="4520440" y="390056"/>
                  </a:lnTo>
                  <a:lnTo>
                    <a:pt x="4521693" y="388929"/>
                  </a:lnTo>
                  <a:lnTo>
                    <a:pt x="4522946" y="388189"/>
                  </a:lnTo>
                  <a:lnTo>
                    <a:pt x="4524200" y="387824"/>
                  </a:lnTo>
                  <a:lnTo>
                    <a:pt x="4525453" y="387829"/>
                  </a:lnTo>
                  <a:lnTo>
                    <a:pt x="4526706" y="388231"/>
                  </a:lnTo>
                  <a:lnTo>
                    <a:pt x="4527959" y="389115"/>
                  </a:lnTo>
                  <a:lnTo>
                    <a:pt x="4529212" y="390525"/>
                  </a:lnTo>
                  <a:lnTo>
                    <a:pt x="4530466" y="392506"/>
                  </a:lnTo>
                  <a:lnTo>
                    <a:pt x="4531719" y="395057"/>
                  </a:lnTo>
                  <a:lnTo>
                    <a:pt x="4532972" y="398156"/>
                  </a:lnTo>
                  <a:lnTo>
                    <a:pt x="4534225" y="401805"/>
                  </a:lnTo>
                  <a:lnTo>
                    <a:pt x="4535479" y="405982"/>
                  </a:lnTo>
                  <a:lnTo>
                    <a:pt x="4536732" y="410679"/>
                  </a:lnTo>
                  <a:lnTo>
                    <a:pt x="4537985" y="415923"/>
                  </a:lnTo>
                  <a:lnTo>
                    <a:pt x="4539238" y="421704"/>
                  </a:lnTo>
                  <a:lnTo>
                    <a:pt x="4540491" y="428007"/>
                  </a:lnTo>
                  <a:lnTo>
                    <a:pt x="4541745" y="434808"/>
                  </a:lnTo>
                  <a:lnTo>
                    <a:pt x="4542998" y="442068"/>
                  </a:lnTo>
                  <a:lnTo>
                    <a:pt x="4544251" y="449761"/>
                  </a:lnTo>
                  <a:lnTo>
                    <a:pt x="4545504" y="457896"/>
                  </a:lnTo>
                  <a:lnTo>
                    <a:pt x="4546758" y="466471"/>
                  </a:lnTo>
                  <a:lnTo>
                    <a:pt x="4548011" y="475477"/>
                  </a:lnTo>
                  <a:lnTo>
                    <a:pt x="4549264" y="484896"/>
                  </a:lnTo>
                  <a:lnTo>
                    <a:pt x="4550517" y="494717"/>
                  </a:lnTo>
                  <a:lnTo>
                    <a:pt x="4551770" y="504973"/>
                  </a:lnTo>
                  <a:lnTo>
                    <a:pt x="4553024" y="515664"/>
                  </a:lnTo>
                  <a:lnTo>
                    <a:pt x="4554277" y="526772"/>
                  </a:lnTo>
                  <a:lnTo>
                    <a:pt x="4555530" y="538261"/>
                  </a:lnTo>
                  <a:lnTo>
                    <a:pt x="4556783" y="550071"/>
                  </a:lnTo>
                  <a:lnTo>
                    <a:pt x="4558036" y="562176"/>
                  </a:lnTo>
                  <a:lnTo>
                    <a:pt x="4559290" y="574565"/>
                  </a:lnTo>
                  <a:lnTo>
                    <a:pt x="4560543" y="587243"/>
                  </a:lnTo>
                  <a:lnTo>
                    <a:pt x="4561796" y="600160"/>
                  </a:lnTo>
                  <a:lnTo>
                    <a:pt x="4563049" y="613280"/>
                  </a:lnTo>
                  <a:lnTo>
                    <a:pt x="4564303" y="626542"/>
                  </a:lnTo>
                  <a:lnTo>
                    <a:pt x="4565556" y="639857"/>
                  </a:lnTo>
                  <a:lnTo>
                    <a:pt x="4566809" y="653162"/>
                  </a:lnTo>
                  <a:lnTo>
                    <a:pt x="4568062" y="666390"/>
                  </a:lnTo>
                  <a:lnTo>
                    <a:pt x="4569315" y="679528"/>
                  </a:lnTo>
                  <a:lnTo>
                    <a:pt x="4570569" y="692546"/>
                  </a:lnTo>
                  <a:lnTo>
                    <a:pt x="4571822" y="705440"/>
                  </a:lnTo>
                  <a:lnTo>
                    <a:pt x="4573075" y="718237"/>
                  </a:lnTo>
                  <a:lnTo>
                    <a:pt x="4574328" y="730927"/>
                  </a:lnTo>
                  <a:lnTo>
                    <a:pt x="4575582" y="743501"/>
                  </a:lnTo>
                  <a:lnTo>
                    <a:pt x="4576835" y="755941"/>
                  </a:lnTo>
                  <a:lnTo>
                    <a:pt x="4578088" y="768230"/>
                  </a:lnTo>
                  <a:lnTo>
                    <a:pt x="4579341" y="780348"/>
                  </a:lnTo>
                  <a:lnTo>
                    <a:pt x="4580594" y="792289"/>
                  </a:lnTo>
                  <a:lnTo>
                    <a:pt x="4581848" y="804019"/>
                  </a:lnTo>
                  <a:lnTo>
                    <a:pt x="4583101" y="815570"/>
                  </a:lnTo>
                  <a:lnTo>
                    <a:pt x="4584354" y="826999"/>
                  </a:lnTo>
                  <a:lnTo>
                    <a:pt x="4585607" y="838302"/>
                  </a:lnTo>
                  <a:lnTo>
                    <a:pt x="4586860" y="849442"/>
                  </a:lnTo>
                  <a:lnTo>
                    <a:pt x="4588114" y="860370"/>
                  </a:lnTo>
                  <a:lnTo>
                    <a:pt x="4589367" y="871024"/>
                  </a:lnTo>
                  <a:lnTo>
                    <a:pt x="4590620" y="881361"/>
                  </a:lnTo>
                  <a:lnTo>
                    <a:pt x="4591873" y="891316"/>
                  </a:lnTo>
                  <a:lnTo>
                    <a:pt x="4593127" y="900858"/>
                  </a:lnTo>
                  <a:lnTo>
                    <a:pt x="4594380" y="909989"/>
                  </a:lnTo>
                  <a:lnTo>
                    <a:pt x="4595633" y="918763"/>
                  </a:lnTo>
                  <a:lnTo>
                    <a:pt x="4596886" y="927206"/>
                  </a:lnTo>
                  <a:lnTo>
                    <a:pt x="4598139" y="935330"/>
                  </a:lnTo>
                  <a:lnTo>
                    <a:pt x="4599393" y="943155"/>
                  </a:lnTo>
                  <a:lnTo>
                    <a:pt x="4600646" y="950668"/>
                  </a:lnTo>
                  <a:lnTo>
                    <a:pt x="4601899" y="957832"/>
                  </a:lnTo>
                  <a:lnTo>
                    <a:pt x="4603152" y="964637"/>
                  </a:lnTo>
                  <a:lnTo>
                    <a:pt x="4604406" y="971092"/>
                  </a:lnTo>
                  <a:lnTo>
                    <a:pt x="4605659" y="977232"/>
                  </a:lnTo>
                  <a:lnTo>
                    <a:pt x="4606912" y="983098"/>
                  </a:lnTo>
                  <a:lnTo>
                    <a:pt x="4608165" y="988750"/>
                  </a:lnTo>
                  <a:lnTo>
                    <a:pt x="4609418" y="994186"/>
                  </a:lnTo>
                  <a:lnTo>
                    <a:pt x="4610672" y="999393"/>
                  </a:lnTo>
                  <a:lnTo>
                    <a:pt x="4611925" y="1004369"/>
                  </a:lnTo>
                  <a:lnTo>
                    <a:pt x="4613178" y="1009116"/>
                  </a:lnTo>
                  <a:lnTo>
                    <a:pt x="4614431" y="1013627"/>
                  </a:lnTo>
                  <a:lnTo>
                    <a:pt x="4615684" y="1017868"/>
                  </a:lnTo>
                  <a:lnTo>
                    <a:pt x="4616938" y="1021783"/>
                  </a:lnTo>
                  <a:lnTo>
                    <a:pt x="4618191" y="1025338"/>
                  </a:lnTo>
                  <a:lnTo>
                    <a:pt x="4619444" y="1028551"/>
                  </a:lnTo>
                  <a:lnTo>
                    <a:pt x="4620697" y="1031473"/>
                  </a:lnTo>
                  <a:lnTo>
                    <a:pt x="4621951" y="1034121"/>
                  </a:lnTo>
                  <a:lnTo>
                    <a:pt x="4623204" y="1036449"/>
                  </a:lnTo>
                  <a:lnTo>
                    <a:pt x="4624457" y="1038459"/>
                  </a:lnTo>
                  <a:lnTo>
                    <a:pt x="4625710" y="1040177"/>
                  </a:lnTo>
                  <a:lnTo>
                    <a:pt x="4626963" y="1041602"/>
                  </a:lnTo>
                  <a:lnTo>
                    <a:pt x="4628217" y="1042760"/>
                  </a:lnTo>
                  <a:lnTo>
                    <a:pt x="4629470" y="1043670"/>
                  </a:lnTo>
                  <a:lnTo>
                    <a:pt x="4630723" y="1044356"/>
                  </a:lnTo>
                  <a:lnTo>
                    <a:pt x="4631976" y="1044835"/>
                  </a:lnTo>
                  <a:lnTo>
                    <a:pt x="4633229" y="1045092"/>
                  </a:lnTo>
                  <a:lnTo>
                    <a:pt x="4634483" y="1045166"/>
                  </a:lnTo>
                  <a:lnTo>
                    <a:pt x="4635736" y="1045100"/>
                  </a:lnTo>
                  <a:lnTo>
                    <a:pt x="4636989" y="1044922"/>
                  </a:lnTo>
                  <a:lnTo>
                    <a:pt x="4638242" y="1044663"/>
                  </a:lnTo>
                  <a:lnTo>
                    <a:pt x="4639496" y="1044371"/>
                  </a:lnTo>
                  <a:lnTo>
                    <a:pt x="4640749" y="1044095"/>
                  </a:lnTo>
                  <a:lnTo>
                    <a:pt x="4642002" y="1043882"/>
                  </a:lnTo>
                  <a:lnTo>
                    <a:pt x="4643255" y="1043713"/>
                  </a:lnTo>
                  <a:lnTo>
                    <a:pt x="4644508" y="1043570"/>
                  </a:lnTo>
                  <a:lnTo>
                    <a:pt x="4645762" y="1043458"/>
                  </a:lnTo>
                  <a:lnTo>
                    <a:pt x="4647015" y="1043378"/>
                  </a:lnTo>
                  <a:lnTo>
                    <a:pt x="4648268" y="1043391"/>
                  </a:lnTo>
                  <a:lnTo>
                    <a:pt x="4649521" y="1043560"/>
                  </a:lnTo>
                  <a:lnTo>
                    <a:pt x="4650775" y="1043972"/>
                  </a:lnTo>
                  <a:lnTo>
                    <a:pt x="4652028" y="1044725"/>
                  </a:lnTo>
                  <a:lnTo>
                    <a:pt x="4653281" y="1045845"/>
                  </a:lnTo>
                  <a:lnTo>
                    <a:pt x="4654534" y="1047346"/>
                  </a:lnTo>
                  <a:lnTo>
                    <a:pt x="4655787" y="1049245"/>
                  </a:lnTo>
                  <a:lnTo>
                    <a:pt x="4657041" y="1051552"/>
                  </a:lnTo>
                  <a:lnTo>
                    <a:pt x="4658294" y="1054241"/>
                  </a:lnTo>
                  <a:lnTo>
                    <a:pt x="4659547" y="1057262"/>
                  </a:lnTo>
                  <a:lnTo>
                    <a:pt x="4660800" y="1060640"/>
                  </a:lnTo>
                  <a:lnTo>
                    <a:pt x="4662053" y="1064370"/>
                  </a:lnTo>
                  <a:lnTo>
                    <a:pt x="4663307" y="1068451"/>
                  </a:lnTo>
                  <a:lnTo>
                    <a:pt x="4664560" y="1072915"/>
                  </a:lnTo>
                  <a:lnTo>
                    <a:pt x="4665813" y="1077775"/>
                  </a:lnTo>
                  <a:lnTo>
                    <a:pt x="4667066" y="1082990"/>
                  </a:lnTo>
                  <a:lnTo>
                    <a:pt x="4668320" y="1088477"/>
                  </a:lnTo>
                  <a:lnTo>
                    <a:pt x="4669573" y="1094189"/>
                  </a:lnTo>
                  <a:lnTo>
                    <a:pt x="4670826" y="1100044"/>
                  </a:lnTo>
                  <a:lnTo>
                    <a:pt x="4672079" y="1106005"/>
                  </a:lnTo>
                  <a:lnTo>
                    <a:pt x="4673332" y="1112078"/>
                  </a:lnTo>
                  <a:lnTo>
                    <a:pt x="4674586" y="1118271"/>
                  </a:lnTo>
                  <a:lnTo>
                    <a:pt x="4675839" y="1124564"/>
                  </a:lnTo>
                  <a:lnTo>
                    <a:pt x="4677092" y="1130912"/>
                  </a:lnTo>
                  <a:lnTo>
                    <a:pt x="4678345" y="1137309"/>
                  </a:lnTo>
                  <a:lnTo>
                    <a:pt x="4679599" y="1143762"/>
                  </a:lnTo>
                  <a:lnTo>
                    <a:pt x="4680852" y="1150271"/>
                  </a:lnTo>
                  <a:lnTo>
                    <a:pt x="4682105" y="1156854"/>
                  </a:lnTo>
                  <a:lnTo>
                    <a:pt x="4683358" y="1163469"/>
                  </a:lnTo>
                  <a:lnTo>
                    <a:pt x="4684611" y="1170077"/>
                  </a:lnTo>
                  <a:lnTo>
                    <a:pt x="4685865" y="1176703"/>
                  </a:lnTo>
                  <a:lnTo>
                    <a:pt x="4687118" y="1183378"/>
                  </a:lnTo>
                  <a:lnTo>
                    <a:pt x="4688371" y="1190076"/>
                  </a:lnTo>
                  <a:lnTo>
                    <a:pt x="4689624" y="1196805"/>
                  </a:lnTo>
                  <a:lnTo>
                    <a:pt x="4690877" y="1203576"/>
                  </a:lnTo>
                  <a:lnTo>
                    <a:pt x="4692131" y="1210390"/>
                  </a:lnTo>
                  <a:lnTo>
                    <a:pt x="4693384" y="1217262"/>
                  </a:lnTo>
                  <a:lnTo>
                    <a:pt x="4694637" y="1224198"/>
                  </a:lnTo>
                  <a:lnTo>
                    <a:pt x="4695890" y="1231227"/>
                  </a:lnTo>
                  <a:lnTo>
                    <a:pt x="4697144" y="1238347"/>
                  </a:lnTo>
                  <a:lnTo>
                    <a:pt x="4698397" y="1245475"/>
                  </a:lnTo>
                  <a:lnTo>
                    <a:pt x="4699650" y="1252584"/>
                  </a:lnTo>
                  <a:lnTo>
                    <a:pt x="4700903" y="1259659"/>
                  </a:lnTo>
                  <a:lnTo>
                    <a:pt x="4702156" y="1266637"/>
                  </a:lnTo>
                  <a:lnTo>
                    <a:pt x="4703410" y="1273478"/>
                  </a:lnTo>
                  <a:lnTo>
                    <a:pt x="4704663" y="1280148"/>
                  </a:lnTo>
                  <a:lnTo>
                    <a:pt x="4705916" y="1286647"/>
                  </a:lnTo>
                  <a:lnTo>
                    <a:pt x="4707169" y="1292984"/>
                  </a:lnTo>
                  <a:lnTo>
                    <a:pt x="4708423" y="1299122"/>
                  </a:lnTo>
                  <a:lnTo>
                    <a:pt x="4709676" y="1305009"/>
                  </a:lnTo>
                  <a:lnTo>
                    <a:pt x="4710929" y="1310538"/>
                  </a:lnTo>
                  <a:lnTo>
                    <a:pt x="4712182" y="1315610"/>
                  </a:lnTo>
                  <a:lnTo>
                    <a:pt x="4713435" y="1320166"/>
                  </a:lnTo>
                  <a:lnTo>
                    <a:pt x="4714689" y="1324100"/>
                  </a:lnTo>
                  <a:lnTo>
                    <a:pt x="4715942" y="1327378"/>
                  </a:lnTo>
                  <a:lnTo>
                    <a:pt x="4717195" y="1330023"/>
                  </a:lnTo>
                  <a:lnTo>
                    <a:pt x="4718448" y="1332030"/>
                  </a:lnTo>
                  <a:lnTo>
                    <a:pt x="4719701" y="1333392"/>
                  </a:lnTo>
                  <a:lnTo>
                    <a:pt x="4720955" y="1334132"/>
                  </a:lnTo>
                  <a:lnTo>
                    <a:pt x="4722208" y="1334279"/>
                  </a:lnTo>
                  <a:lnTo>
                    <a:pt x="4723461" y="1333829"/>
                  </a:lnTo>
                  <a:lnTo>
                    <a:pt x="4724714" y="1332760"/>
                  </a:lnTo>
                  <a:lnTo>
                    <a:pt x="4725968" y="1331061"/>
                  </a:lnTo>
                  <a:lnTo>
                    <a:pt x="4727221" y="1328752"/>
                  </a:lnTo>
                  <a:lnTo>
                    <a:pt x="4728474" y="1325840"/>
                  </a:lnTo>
                  <a:lnTo>
                    <a:pt x="4729727" y="1322372"/>
                  </a:lnTo>
                  <a:lnTo>
                    <a:pt x="4730980" y="1318462"/>
                  </a:lnTo>
                  <a:lnTo>
                    <a:pt x="4732234" y="1314180"/>
                  </a:lnTo>
                  <a:lnTo>
                    <a:pt x="4733487" y="1309601"/>
                  </a:lnTo>
                  <a:lnTo>
                    <a:pt x="4734740" y="1304771"/>
                  </a:lnTo>
                  <a:lnTo>
                    <a:pt x="4735993" y="1299727"/>
                  </a:lnTo>
                  <a:lnTo>
                    <a:pt x="4737247" y="1294497"/>
                  </a:lnTo>
                  <a:lnTo>
                    <a:pt x="4738500" y="1289149"/>
                  </a:lnTo>
                  <a:lnTo>
                    <a:pt x="4739753" y="1283722"/>
                  </a:lnTo>
                  <a:lnTo>
                    <a:pt x="4741006" y="1278292"/>
                  </a:lnTo>
                  <a:lnTo>
                    <a:pt x="4742259" y="1272894"/>
                  </a:lnTo>
                  <a:lnTo>
                    <a:pt x="4743513" y="1267593"/>
                  </a:lnTo>
                  <a:lnTo>
                    <a:pt x="4744766" y="1262486"/>
                  </a:lnTo>
                  <a:lnTo>
                    <a:pt x="4746019" y="1257614"/>
                  </a:lnTo>
                  <a:lnTo>
                    <a:pt x="4747272" y="1253002"/>
                  </a:lnTo>
                  <a:lnTo>
                    <a:pt x="4748525" y="1248694"/>
                  </a:lnTo>
                  <a:lnTo>
                    <a:pt x="4749779" y="1244660"/>
                  </a:lnTo>
                  <a:lnTo>
                    <a:pt x="4751032" y="1240901"/>
                  </a:lnTo>
                  <a:lnTo>
                    <a:pt x="4752285" y="1237403"/>
                  </a:lnTo>
                  <a:lnTo>
                    <a:pt x="4753538" y="1234161"/>
                  </a:lnTo>
                  <a:lnTo>
                    <a:pt x="4754792" y="1231182"/>
                  </a:lnTo>
                  <a:lnTo>
                    <a:pt x="4756045" y="1228464"/>
                  </a:lnTo>
                  <a:lnTo>
                    <a:pt x="4757298" y="1226004"/>
                  </a:lnTo>
                  <a:lnTo>
                    <a:pt x="4758551" y="1223781"/>
                  </a:lnTo>
                  <a:lnTo>
                    <a:pt x="4759804" y="1221766"/>
                  </a:lnTo>
                  <a:lnTo>
                    <a:pt x="4761058" y="1219952"/>
                  </a:lnTo>
                  <a:lnTo>
                    <a:pt x="4762311" y="1218366"/>
                  </a:lnTo>
                  <a:lnTo>
                    <a:pt x="4763564" y="1216982"/>
                  </a:lnTo>
                  <a:lnTo>
                    <a:pt x="4764817" y="1215812"/>
                  </a:lnTo>
                  <a:lnTo>
                    <a:pt x="4766071" y="1214886"/>
                  </a:lnTo>
                  <a:lnTo>
                    <a:pt x="4767324" y="1214203"/>
                  </a:lnTo>
                  <a:lnTo>
                    <a:pt x="4768577" y="1213765"/>
                  </a:lnTo>
                  <a:lnTo>
                    <a:pt x="4769830" y="1213574"/>
                  </a:lnTo>
                  <a:lnTo>
                    <a:pt x="4771083" y="1213684"/>
                  </a:lnTo>
                  <a:lnTo>
                    <a:pt x="4772337" y="1214162"/>
                  </a:lnTo>
                  <a:lnTo>
                    <a:pt x="4773590" y="1215080"/>
                  </a:lnTo>
                  <a:lnTo>
                    <a:pt x="4774843" y="1216514"/>
                  </a:lnTo>
                  <a:lnTo>
                    <a:pt x="4776096" y="1218475"/>
                  </a:lnTo>
                  <a:lnTo>
                    <a:pt x="4777349" y="1221033"/>
                  </a:lnTo>
                  <a:lnTo>
                    <a:pt x="4778603" y="1224220"/>
                  </a:lnTo>
                  <a:lnTo>
                    <a:pt x="4779856" y="1228033"/>
                  </a:lnTo>
                  <a:lnTo>
                    <a:pt x="4781109" y="1232475"/>
                  </a:lnTo>
                  <a:lnTo>
                    <a:pt x="4782362" y="1237562"/>
                  </a:lnTo>
                  <a:lnTo>
                    <a:pt x="4783616" y="1243291"/>
                  </a:lnTo>
                  <a:lnTo>
                    <a:pt x="4784869" y="1249637"/>
                  </a:lnTo>
                  <a:lnTo>
                    <a:pt x="4786122" y="1256591"/>
                  </a:lnTo>
                  <a:lnTo>
                    <a:pt x="4787375" y="1264172"/>
                  </a:lnTo>
                  <a:lnTo>
                    <a:pt x="4788628" y="1272385"/>
                  </a:lnTo>
                  <a:lnTo>
                    <a:pt x="4789882" y="1281210"/>
                  </a:lnTo>
                  <a:lnTo>
                    <a:pt x="4791135" y="1290606"/>
                  </a:lnTo>
                  <a:lnTo>
                    <a:pt x="4792388" y="1300534"/>
                  </a:lnTo>
                  <a:lnTo>
                    <a:pt x="4793641" y="1310941"/>
                  </a:lnTo>
                  <a:lnTo>
                    <a:pt x="4794894" y="1321765"/>
                  </a:lnTo>
                  <a:lnTo>
                    <a:pt x="4796148" y="1332953"/>
                  </a:lnTo>
                  <a:lnTo>
                    <a:pt x="4797401" y="1344464"/>
                  </a:lnTo>
                  <a:lnTo>
                    <a:pt x="4798654" y="1356263"/>
                  </a:lnTo>
                  <a:lnTo>
                    <a:pt x="4799907" y="1368283"/>
                  </a:lnTo>
                  <a:lnTo>
                    <a:pt x="4801161" y="1380440"/>
                  </a:lnTo>
                  <a:lnTo>
                    <a:pt x="4802414" y="1392669"/>
                  </a:lnTo>
                  <a:lnTo>
                    <a:pt x="4803667" y="1404928"/>
                  </a:lnTo>
                  <a:lnTo>
                    <a:pt x="4804920" y="1417182"/>
                  </a:lnTo>
                  <a:lnTo>
                    <a:pt x="4806173" y="1429388"/>
                  </a:lnTo>
                  <a:lnTo>
                    <a:pt x="4807427" y="1441453"/>
                  </a:lnTo>
                  <a:lnTo>
                    <a:pt x="4808680" y="1453317"/>
                  </a:lnTo>
                  <a:lnTo>
                    <a:pt x="4809933" y="1464955"/>
                  </a:lnTo>
                  <a:lnTo>
                    <a:pt x="4811186" y="1476335"/>
                  </a:lnTo>
                  <a:lnTo>
                    <a:pt x="4812440" y="1487433"/>
                  </a:lnTo>
                  <a:lnTo>
                    <a:pt x="4813693" y="1498253"/>
                  </a:lnTo>
                  <a:lnTo>
                    <a:pt x="4814946" y="1508803"/>
                  </a:lnTo>
                  <a:lnTo>
                    <a:pt x="4816199" y="1519097"/>
                  </a:lnTo>
                  <a:lnTo>
                    <a:pt x="4817452" y="1529130"/>
                  </a:lnTo>
                  <a:lnTo>
                    <a:pt x="4818706" y="1538901"/>
                  </a:lnTo>
                  <a:lnTo>
                    <a:pt x="4819959" y="1548415"/>
                  </a:lnTo>
                  <a:lnTo>
                    <a:pt x="4821212" y="1557677"/>
                  </a:lnTo>
                  <a:lnTo>
                    <a:pt x="4822465" y="1566700"/>
                  </a:lnTo>
                  <a:lnTo>
                    <a:pt x="4823718" y="1575506"/>
                  </a:lnTo>
                  <a:lnTo>
                    <a:pt x="4824972" y="1584090"/>
                  </a:lnTo>
                  <a:lnTo>
                    <a:pt x="4826225" y="1592476"/>
                  </a:lnTo>
                  <a:lnTo>
                    <a:pt x="4827478" y="1600685"/>
                  </a:lnTo>
                  <a:lnTo>
                    <a:pt x="4828731" y="1608695"/>
                  </a:lnTo>
                  <a:lnTo>
                    <a:pt x="4829985" y="1616516"/>
                  </a:lnTo>
                  <a:lnTo>
                    <a:pt x="4831238" y="1624147"/>
                  </a:lnTo>
                  <a:lnTo>
                    <a:pt x="4832491" y="1631606"/>
                  </a:lnTo>
                  <a:lnTo>
                    <a:pt x="4833744" y="1638875"/>
                  </a:lnTo>
                  <a:lnTo>
                    <a:pt x="4834997" y="1645917"/>
                  </a:lnTo>
                  <a:lnTo>
                    <a:pt x="4836251" y="1652713"/>
                  </a:lnTo>
                  <a:lnTo>
                    <a:pt x="4837504" y="1659240"/>
                  </a:lnTo>
                  <a:lnTo>
                    <a:pt x="4838757" y="1665495"/>
                  </a:lnTo>
                  <a:lnTo>
                    <a:pt x="4840010" y="1671468"/>
                  </a:lnTo>
                  <a:lnTo>
                    <a:pt x="4841264" y="1677132"/>
                  </a:lnTo>
                  <a:lnTo>
                    <a:pt x="4842517" y="1682485"/>
                  </a:lnTo>
                  <a:lnTo>
                    <a:pt x="4843770" y="1687523"/>
                  </a:lnTo>
                  <a:lnTo>
                    <a:pt x="4845023" y="1692246"/>
                  </a:lnTo>
                  <a:lnTo>
                    <a:pt x="4846276" y="1696639"/>
                  </a:lnTo>
                  <a:lnTo>
                    <a:pt x="4847530" y="1700721"/>
                  </a:lnTo>
                  <a:lnTo>
                    <a:pt x="4848783" y="1704482"/>
                  </a:lnTo>
                  <a:lnTo>
                    <a:pt x="4850036" y="1707917"/>
                  </a:lnTo>
                  <a:lnTo>
                    <a:pt x="4851289" y="1711021"/>
                  </a:lnTo>
                  <a:lnTo>
                    <a:pt x="4852542" y="1713793"/>
                  </a:lnTo>
                  <a:lnTo>
                    <a:pt x="4853796" y="1716255"/>
                  </a:lnTo>
                  <a:lnTo>
                    <a:pt x="4855049" y="1718426"/>
                  </a:lnTo>
                  <a:lnTo>
                    <a:pt x="4856302" y="1720325"/>
                  </a:lnTo>
                  <a:lnTo>
                    <a:pt x="4857555" y="1721951"/>
                  </a:lnTo>
                  <a:lnTo>
                    <a:pt x="4858809" y="1723315"/>
                  </a:lnTo>
                  <a:lnTo>
                    <a:pt x="4860062" y="1724457"/>
                  </a:lnTo>
                  <a:lnTo>
                    <a:pt x="4861315" y="1725378"/>
                  </a:lnTo>
                  <a:lnTo>
                    <a:pt x="4862568" y="1726111"/>
                  </a:lnTo>
                  <a:lnTo>
                    <a:pt x="4863821" y="1726677"/>
                  </a:lnTo>
                  <a:lnTo>
                    <a:pt x="4865075" y="1727127"/>
                  </a:lnTo>
                  <a:lnTo>
                    <a:pt x="4866328" y="1727464"/>
                  </a:lnTo>
                  <a:lnTo>
                    <a:pt x="4867581" y="1727713"/>
                  </a:lnTo>
                  <a:lnTo>
                    <a:pt x="4868834" y="1727872"/>
                  </a:lnTo>
                  <a:lnTo>
                    <a:pt x="4870088" y="1727961"/>
                  </a:lnTo>
                  <a:lnTo>
                    <a:pt x="4871341" y="1728007"/>
                  </a:lnTo>
                  <a:lnTo>
                    <a:pt x="4872594" y="1728022"/>
                  </a:lnTo>
                  <a:lnTo>
                    <a:pt x="4873847" y="1728007"/>
                  </a:lnTo>
                  <a:lnTo>
                    <a:pt x="4875100" y="1727990"/>
                  </a:lnTo>
                  <a:lnTo>
                    <a:pt x="4876354" y="1727982"/>
                  </a:lnTo>
                  <a:lnTo>
                    <a:pt x="4877607" y="1727982"/>
                  </a:lnTo>
                  <a:lnTo>
                    <a:pt x="4878860" y="1727982"/>
                  </a:lnTo>
                  <a:lnTo>
                    <a:pt x="4880113" y="1727982"/>
                  </a:lnTo>
                  <a:lnTo>
                    <a:pt x="4881366" y="1727982"/>
                  </a:lnTo>
                  <a:lnTo>
                    <a:pt x="4882620" y="1727982"/>
                  </a:lnTo>
                  <a:lnTo>
                    <a:pt x="4883873" y="1727982"/>
                  </a:lnTo>
                  <a:lnTo>
                    <a:pt x="4885126" y="1727982"/>
                  </a:lnTo>
                  <a:lnTo>
                    <a:pt x="4886379" y="1727982"/>
                  </a:lnTo>
                  <a:lnTo>
                    <a:pt x="4887633" y="1727982"/>
                  </a:lnTo>
                  <a:lnTo>
                    <a:pt x="4888886" y="1727982"/>
                  </a:lnTo>
                  <a:lnTo>
                    <a:pt x="4890139" y="1727982"/>
                  </a:lnTo>
                  <a:lnTo>
                    <a:pt x="4891392" y="1727982"/>
                  </a:lnTo>
                  <a:lnTo>
                    <a:pt x="4892645" y="1727982"/>
                  </a:lnTo>
                  <a:lnTo>
                    <a:pt x="4893899" y="1727982"/>
                  </a:lnTo>
                  <a:lnTo>
                    <a:pt x="4895152" y="1727982"/>
                  </a:lnTo>
                  <a:lnTo>
                    <a:pt x="4896405" y="1727982"/>
                  </a:lnTo>
                  <a:lnTo>
                    <a:pt x="4897658" y="1727982"/>
                  </a:lnTo>
                  <a:lnTo>
                    <a:pt x="4898912" y="1727982"/>
                  </a:lnTo>
                  <a:lnTo>
                    <a:pt x="4900165" y="1727982"/>
                  </a:lnTo>
                  <a:lnTo>
                    <a:pt x="4901418" y="1727982"/>
                  </a:lnTo>
                  <a:lnTo>
                    <a:pt x="4902671" y="1727982"/>
                  </a:lnTo>
                  <a:lnTo>
                    <a:pt x="4903924" y="1727982"/>
                  </a:lnTo>
                  <a:lnTo>
                    <a:pt x="4905178" y="1727982"/>
                  </a:lnTo>
                  <a:lnTo>
                    <a:pt x="4906431" y="1727982"/>
                  </a:lnTo>
                  <a:lnTo>
                    <a:pt x="4907684" y="1727982"/>
                  </a:lnTo>
                  <a:lnTo>
                    <a:pt x="4908937" y="1727982"/>
                  </a:lnTo>
                  <a:lnTo>
                    <a:pt x="4910190" y="1727982"/>
                  </a:lnTo>
                  <a:lnTo>
                    <a:pt x="4911444" y="1727982"/>
                  </a:lnTo>
                  <a:lnTo>
                    <a:pt x="4912697" y="1727982"/>
                  </a:lnTo>
                  <a:lnTo>
                    <a:pt x="4913950" y="1727982"/>
                  </a:lnTo>
                  <a:lnTo>
                    <a:pt x="4915203" y="1727982"/>
                  </a:lnTo>
                  <a:lnTo>
                    <a:pt x="4916457" y="1727982"/>
                  </a:lnTo>
                  <a:lnTo>
                    <a:pt x="4917710" y="1727982"/>
                  </a:lnTo>
                  <a:lnTo>
                    <a:pt x="4918963" y="1727982"/>
                  </a:lnTo>
                  <a:lnTo>
                    <a:pt x="4920216" y="1727982"/>
                  </a:lnTo>
                  <a:lnTo>
                    <a:pt x="4921469" y="1727982"/>
                  </a:lnTo>
                  <a:lnTo>
                    <a:pt x="4922723" y="1727982"/>
                  </a:lnTo>
                  <a:lnTo>
                    <a:pt x="4923976" y="1727982"/>
                  </a:lnTo>
                  <a:lnTo>
                    <a:pt x="4925229" y="1727982"/>
                  </a:lnTo>
                  <a:lnTo>
                    <a:pt x="4926482" y="1727982"/>
                  </a:lnTo>
                  <a:lnTo>
                    <a:pt x="4927736" y="1727982"/>
                  </a:lnTo>
                  <a:lnTo>
                    <a:pt x="4928989" y="1727982"/>
                  </a:lnTo>
                  <a:lnTo>
                    <a:pt x="4930242" y="1727982"/>
                  </a:lnTo>
                  <a:lnTo>
                    <a:pt x="4931495" y="1727982"/>
                  </a:lnTo>
                  <a:lnTo>
                    <a:pt x="4932748" y="1727982"/>
                  </a:lnTo>
                  <a:lnTo>
                    <a:pt x="4934002" y="1727982"/>
                  </a:lnTo>
                  <a:lnTo>
                    <a:pt x="4935255" y="1727982"/>
                  </a:lnTo>
                  <a:lnTo>
                    <a:pt x="4936508" y="1727982"/>
                  </a:lnTo>
                  <a:lnTo>
                    <a:pt x="4937761" y="1727982"/>
                  </a:lnTo>
                  <a:lnTo>
                    <a:pt x="4939014" y="1727982"/>
                  </a:lnTo>
                  <a:lnTo>
                    <a:pt x="4940268" y="1727982"/>
                  </a:lnTo>
                  <a:lnTo>
                    <a:pt x="4941521" y="1727982"/>
                  </a:lnTo>
                  <a:lnTo>
                    <a:pt x="4942774" y="1727982"/>
                  </a:lnTo>
                  <a:lnTo>
                    <a:pt x="4944027" y="1727982"/>
                  </a:lnTo>
                  <a:lnTo>
                    <a:pt x="4945281" y="1727982"/>
                  </a:lnTo>
                  <a:lnTo>
                    <a:pt x="4946534" y="1727982"/>
                  </a:lnTo>
                  <a:lnTo>
                    <a:pt x="4947787" y="1727982"/>
                  </a:lnTo>
                  <a:lnTo>
                    <a:pt x="4949040" y="1727982"/>
                  </a:lnTo>
                  <a:lnTo>
                    <a:pt x="4950293" y="1727982"/>
                  </a:lnTo>
                  <a:lnTo>
                    <a:pt x="4951547" y="1727982"/>
                  </a:lnTo>
                  <a:lnTo>
                    <a:pt x="4952800" y="1727982"/>
                  </a:lnTo>
                  <a:lnTo>
                    <a:pt x="4954053" y="1727982"/>
                  </a:lnTo>
                  <a:lnTo>
                    <a:pt x="4955306" y="1727982"/>
                  </a:lnTo>
                  <a:lnTo>
                    <a:pt x="4956559" y="1727982"/>
                  </a:lnTo>
                  <a:lnTo>
                    <a:pt x="4957813" y="1727982"/>
                  </a:lnTo>
                  <a:lnTo>
                    <a:pt x="4959066" y="1727982"/>
                  </a:lnTo>
                  <a:lnTo>
                    <a:pt x="4960319" y="1727982"/>
                  </a:lnTo>
                  <a:lnTo>
                    <a:pt x="4961572" y="1727982"/>
                  </a:lnTo>
                  <a:lnTo>
                    <a:pt x="4962826" y="1727982"/>
                  </a:lnTo>
                  <a:lnTo>
                    <a:pt x="4964079" y="1727982"/>
                  </a:lnTo>
                  <a:lnTo>
                    <a:pt x="4965332" y="1727982"/>
                  </a:lnTo>
                  <a:lnTo>
                    <a:pt x="4966585" y="1727982"/>
                  </a:lnTo>
                  <a:lnTo>
                    <a:pt x="4967838" y="1727982"/>
                  </a:lnTo>
                  <a:lnTo>
                    <a:pt x="4969092" y="1727982"/>
                  </a:lnTo>
                  <a:lnTo>
                    <a:pt x="4970345" y="1727982"/>
                  </a:lnTo>
                  <a:lnTo>
                    <a:pt x="4971598" y="1727982"/>
                  </a:lnTo>
                  <a:lnTo>
                    <a:pt x="4972851" y="1727982"/>
                  </a:lnTo>
                  <a:lnTo>
                    <a:pt x="4974105" y="1727982"/>
                  </a:lnTo>
                  <a:lnTo>
                    <a:pt x="4975358" y="1727982"/>
                  </a:lnTo>
                  <a:lnTo>
                    <a:pt x="4976611" y="1727982"/>
                  </a:lnTo>
                  <a:lnTo>
                    <a:pt x="4977864" y="1727982"/>
                  </a:lnTo>
                  <a:lnTo>
                    <a:pt x="4979117" y="1727982"/>
                  </a:lnTo>
                  <a:lnTo>
                    <a:pt x="4980371" y="1727982"/>
                  </a:lnTo>
                  <a:lnTo>
                    <a:pt x="4981624" y="1727982"/>
                  </a:lnTo>
                  <a:lnTo>
                    <a:pt x="4982877" y="1727982"/>
                  </a:lnTo>
                  <a:lnTo>
                    <a:pt x="4984130" y="1727982"/>
                  </a:lnTo>
                  <a:lnTo>
                    <a:pt x="4985383" y="1727982"/>
                  </a:lnTo>
                  <a:lnTo>
                    <a:pt x="4986637" y="1727982"/>
                  </a:lnTo>
                  <a:lnTo>
                    <a:pt x="4987890" y="1727982"/>
                  </a:lnTo>
                  <a:lnTo>
                    <a:pt x="4989143" y="1727982"/>
                  </a:lnTo>
                  <a:lnTo>
                    <a:pt x="4990396" y="1727982"/>
                  </a:lnTo>
                  <a:lnTo>
                    <a:pt x="4991650" y="1727982"/>
                  </a:lnTo>
                  <a:lnTo>
                    <a:pt x="4992903" y="1727982"/>
                  </a:lnTo>
                  <a:lnTo>
                    <a:pt x="4994156" y="1727982"/>
                  </a:lnTo>
                  <a:lnTo>
                    <a:pt x="4995409" y="1727982"/>
                  </a:lnTo>
                  <a:lnTo>
                    <a:pt x="4996662" y="1727982"/>
                  </a:lnTo>
                  <a:lnTo>
                    <a:pt x="4997916" y="1727982"/>
                  </a:lnTo>
                  <a:lnTo>
                    <a:pt x="4999169" y="1727982"/>
                  </a:lnTo>
                  <a:lnTo>
                    <a:pt x="5000422" y="1727982"/>
                  </a:lnTo>
                  <a:lnTo>
                    <a:pt x="5001675" y="1727982"/>
                  </a:lnTo>
                  <a:lnTo>
                    <a:pt x="5002929" y="1727982"/>
                  </a:lnTo>
                  <a:lnTo>
                    <a:pt x="5004182" y="1727982"/>
                  </a:lnTo>
                  <a:lnTo>
                    <a:pt x="5005435" y="1727982"/>
                  </a:lnTo>
                  <a:lnTo>
                    <a:pt x="5006688" y="1727982"/>
                  </a:lnTo>
                  <a:lnTo>
                    <a:pt x="5007941" y="1727982"/>
                  </a:lnTo>
                  <a:lnTo>
                    <a:pt x="5009195" y="1727982"/>
                  </a:lnTo>
                  <a:lnTo>
                    <a:pt x="5010448" y="1727982"/>
                  </a:lnTo>
                  <a:lnTo>
                    <a:pt x="5011701" y="1727982"/>
                  </a:lnTo>
                  <a:lnTo>
                    <a:pt x="5012954" y="1727982"/>
                  </a:lnTo>
                  <a:lnTo>
                    <a:pt x="5014207" y="1727982"/>
                  </a:lnTo>
                  <a:lnTo>
                    <a:pt x="5015461" y="1727982"/>
                  </a:lnTo>
                  <a:lnTo>
                    <a:pt x="5016714" y="1727982"/>
                  </a:lnTo>
                  <a:lnTo>
                    <a:pt x="5017967" y="1727982"/>
                  </a:lnTo>
                  <a:lnTo>
                    <a:pt x="5019220" y="1727982"/>
                  </a:lnTo>
                  <a:lnTo>
                    <a:pt x="5020474" y="1727982"/>
                  </a:lnTo>
                  <a:lnTo>
                    <a:pt x="5021727" y="1727982"/>
                  </a:lnTo>
                  <a:lnTo>
                    <a:pt x="5022980" y="1727982"/>
                  </a:lnTo>
                  <a:lnTo>
                    <a:pt x="5024233" y="1727982"/>
                  </a:lnTo>
                  <a:lnTo>
                    <a:pt x="5025486" y="1727982"/>
                  </a:lnTo>
                  <a:lnTo>
                    <a:pt x="5026740" y="1727982"/>
                  </a:lnTo>
                  <a:lnTo>
                    <a:pt x="5027993" y="1727982"/>
                  </a:lnTo>
                  <a:lnTo>
                    <a:pt x="5029246" y="1727982"/>
                  </a:lnTo>
                  <a:lnTo>
                    <a:pt x="5030499" y="1727982"/>
                  </a:lnTo>
                  <a:lnTo>
                    <a:pt x="5031753" y="1727982"/>
                  </a:lnTo>
                  <a:lnTo>
                    <a:pt x="5033006" y="1727982"/>
                  </a:lnTo>
                  <a:lnTo>
                    <a:pt x="5034259" y="1727982"/>
                  </a:lnTo>
                  <a:lnTo>
                    <a:pt x="5035512" y="1727982"/>
                  </a:lnTo>
                  <a:lnTo>
                    <a:pt x="5036765" y="1727982"/>
                  </a:lnTo>
                  <a:lnTo>
                    <a:pt x="5038019" y="1727982"/>
                  </a:lnTo>
                  <a:lnTo>
                    <a:pt x="5039272" y="1727982"/>
                  </a:lnTo>
                  <a:lnTo>
                    <a:pt x="5040525" y="1727982"/>
                  </a:lnTo>
                  <a:lnTo>
                    <a:pt x="5041778" y="1727982"/>
                  </a:lnTo>
                  <a:lnTo>
                    <a:pt x="5043031" y="1727982"/>
                  </a:lnTo>
                  <a:lnTo>
                    <a:pt x="5044285" y="1727982"/>
                  </a:lnTo>
                  <a:lnTo>
                    <a:pt x="5045538" y="1727982"/>
                  </a:lnTo>
                  <a:lnTo>
                    <a:pt x="5046791" y="1727982"/>
                  </a:lnTo>
                  <a:lnTo>
                    <a:pt x="5048044" y="1727982"/>
                  </a:lnTo>
                  <a:lnTo>
                    <a:pt x="5049298" y="1727982"/>
                  </a:lnTo>
                  <a:lnTo>
                    <a:pt x="5050551" y="1727982"/>
                  </a:lnTo>
                  <a:lnTo>
                    <a:pt x="5051804" y="1727982"/>
                  </a:lnTo>
                  <a:lnTo>
                    <a:pt x="5053057" y="1727982"/>
                  </a:lnTo>
                  <a:lnTo>
                    <a:pt x="5054310" y="1727982"/>
                  </a:lnTo>
                  <a:lnTo>
                    <a:pt x="5055564" y="1727982"/>
                  </a:lnTo>
                  <a:lnTo>
                    <a:pt x="5056817" y="1727982"/>
                  </a:lnTo>
                  <a:lnTo>
                    <a:pt x="5058070" y="1727982"/>
                  </a:lnTo>
                  <a:lnTo>
                    <a:pt x="5059323" y="1727982"/>
                  </a:lnTo>
                  <a:lnTo>
                    <a:pt x="5060577" y="1727982"/>
                  </a:lnTo>
                  <a:lnTo>
                    <a:pt x="5061830" y="1727982"/>
                  </a:lnTo>
                  <a:lnTo>
                    <a:pt x="5063083" y="1727982"/>
                  </a:lnTo>
                  <a:lnTo>
                    <a:pt x="5064336" y="1727982"/>
                  </a:lnTo>
                  <a:lnTo>
                    <a:pt x="5065589" y="1727982"/>
                  </a:lnTo>
                  <a:lnTo>
                    <a:pt x="5066843" y="1727982"/>
                  </a:lnTo>
                  <a:lnTo>
                    <a:pt x="5068096" y="1727982"/>
                  </a:lnTo>
                  <a:lnTo>
                    <a:pt x="5069349" y="1727982"/>
                  </a:lnTo>
                  <a:lnTo>
                    <a:pt x="5070602" y="1727982"/>
                  </a:lnTo>
                  <a:lnTo>
                    <a:pt x="5071855" y="1727982"/>
                  </a:lnTo>
                  <a:lnTo>
                    <a:pt x="5073109" y="1727982"/>
                  </a:lnTo>
                  <a:lnTo>
                    <a:pt x="5074362" y="1727982"/>
                  </a:lnTo>
                  <a:lnTo>
                    <a:pt x="5075615" y="1727982"/>
                  </a:lnTo>
                  <a:lnTo>
                    <a:pt x="5076868" y="1727982"/>
                  </a:lnTo>
                  <a:lnTo>
                    <a:pt x="5078122" y="1727982"/>
                  </a:lnTo>
                  <a:lnTo>
                    <a:pt x="5079375" y="1727982"/>
                  </a:lnTo>
                  <a:lnTo>
                    <a:pt x="5080628" y="1727982"/>
                  </a:lnTo>
                  <a:lnTo>
                    <a:pt x="5081881" y="1727982"/>
                  </a:lnTo>
                  <a:lnTo>
                    <a:pt x="5083134" y="1727982"/>
                  </a:lnTo>
                  <a:lnTo>
                    <a:pt x="5084388" y="1727982"/>
                  </a:lnTo>
                  <a:lnTo>
                    <a:pt x="5085641" y="1727982"/>
                  </a:lnTo>
                  <a:lnTo>
                    <a:pt x="5086894" y="1727982"/>
                  </a:lnTo>
                  <a:lnTo>
                    <a:pt x="5088147" y="1727982"/>
                  </a:lnTo>
                  <a:lnTo>
                    <a:pt x="5089401" y="1727982"/>
                  </a:lnTo>
                  <a:lnTo>
                    <a:pt x="5090654" y="1727982"/>
                  </a:lnTo>
                  <a:lnTo>
                    <a:pt x="5091907" y="1727982"/>
                  </a:lnTo>
                  <a:lnTo>
                    <a:pt x="5093160" y="1727982"/>
                  </a:lnTo>
                  <a:lnTo>
                    <a:pt x="5094413" y="1727982"/>
                  </a:lnTo>
                  <a:lnTo>
                    <a:pt x="5095667" y="1727982"/>
                  </a:lnTo>
                  <a:lnTo>
                    <a:pt x="5096920" y="1727982"/>
                  </a:lnTo>
                  <a:lnTo>
                    <a:pt x="5098173" y="1727982"/>
                  </a:lnTo>
                  <a:lnTo>
                    <a:pt x="5099426" y="1727982"/>
                  </a:lnTo>
                  <a:lnTo>
                    <a:pt x="5100679" y="1727982"/>
                  </a:lnTo>
                  <a:lnTo>
                    <a:pt x="5101933" y="1727982"/>
                  </a:lnTo>
                  <a:lnTo>
                    <a:pt x="5103186" y="1727982"/>
                  </a:lnTo>
                  <a:lnTo>
                    <a:pt x="5104439" y="1727982"/>
                  </a:lnTo>
                  <a:lnTo>
                    <a:pt x="5105692" y="1727982"/>
                  </a:lnTo>
                  <a:lnTo>
                    <a:pt x="5106946" y="1727982"/>
                  </a:lnTo>
                  <a:lnTo>
                    <a:pt x="5108199" y="1727982"/>
                  </a:lnTo>
                  <a:lnTo>
                    <a:pt x="5109452" y="1727982"/>
                  </a:lnTo>
                  <a:lnTo>
                    <a:pt x="5110705" y="1727982"/>
                  </a:lnTo>
                  <a:lnTo>
                    <a:pt x="5111958" y="1727982"/>
                  </a:lnTo>
                  <a:lnTo>
                    <a:pt x="5113212" y="1727982"/>
                  </a:lnTo>
                  <a:lnTo>
                    <a:pt x="5114465" y="1727982"/>
                  </a:lnTo>
                  <a:lnTo>
                    <a:pt x="5115718" y="1727982"/>
                  </a:lnTo>
                  <a:lnTo>
                    <a:pt x="5116971" y="1727982"/>
                  </a:lnTo>
                  <a:lnTo>
                    <a:pt x="5118224" y="1727982"/>
                  </a:lnTo>
                  <a:lnTo>
                    <a:pt x="5119478" y="1727982"/>
                  </a:lnTo>
                  <a:lnTo>
                    <a:pt x="5120731" y="1727982"/>
                  </a:lnTo>
                  <a:lnTo>
                    <a:pt x="5121984" y="1727982"/>
                  </a:lnTo>
                  <a:lnTo>
                    <a:pt x="5123237" y="1727982"/>
                  </a:lnTo>
                  <a:lnTo>
                    <a:pt x="5124491" y="1727982"/>
                  </a:lnTo>
                  <a:lnTo>
                    <a:pt x="5125744" y="1727982"/>
                  </a:lnTo>
                  <a:lnTo>
                    <a:pt x="5126997" y="1727982"/>
                  </a:lnTo>
                  <a:lnTo>
                    <a:pt x="5128250" y="1727982"/>
                  </a:lnTo>
                  <a:lnTo>
                    <a:pt x="5129503" y="1727982"/>
                  </a:lnTo>
                  <a:lnTo>
                    <a:pt x="5130757" y="1727982"/>
                  </a:lnTo>
                  <a:lnTo>
                    <a:pt x="5132010" y="1727982"/>
                  </a:lnTo>
                  <a:lnTo>
                    <a:pt x="5133263" y="1727982"/>
                  </a:lnTo>
                  <a:lnTo>
                    <a:pt x="5134516" y="1727982"/>
                  </a:lnTo>
                  <a:lnTo>
                    <a:pt x="5135770" y="1727982"/>
                  </a:lnTo>
                  <a:lnTo>
                    <a:pt x="5137023" y="1727982"/>
                  </a:lnTo>
                  <a:lnTo>
                    <a:pt x="5138276" y="1727982"/>
                  </a:lnTo>
                  <a:lnTo>
                    <a:pt x="5139529" y="1727982"/>
                  </a:lnTo>
                  <a:lnTo>
                    <a:pt x="5140782" y="1727982"/>
                  </a:lnTo>
                  <a:lnTo>
                    <a:pt x="5142036" y="1727982"/>
                  </a:lnTo>
                  <a:lnTo>
                    <a:pt x="5143289" y="1727982"/>
                  </a:lnTo>
                  <a:lnTo>
                    <a:pt x="5144542" y="1727982"/>
                  </a:lnTo>
                  <a:lnTo>
                    <a:pt x="5145795" y="1727982"/>
                  </a:lnTo>
                  <a:lnTo>
                    <a:pt x="5147048" y="1727982"/>
                  </a:lnTo>
                  <a:lnTo>
                    <a:pt x="5148302" y="1727982"/>
                  </a:lnTo>
                  <a:lnTo>
                    <a:pt x="5149555" y="1727982"/>
                  </a:lnTo>
                  <a:lnTo>
                    <a:pt x="5150808" y="1727982"/>
                  </a:lnTo>
                  <a:lnTo>
                    <a:pt x="5152061" y="1727982"/>
                  </a:lnTo>
                  <a:lnTo>
                    <a:pt x="5153315" y="1727982"/>
                  </a:lnTo>
                  <a:lnTo>
                    <a:pt x="5154568" y="1727982"/>
                  </a:lnTo>
                  <a:lnTo>
                    <a:pt x="5155821" y="1727982"/>
                  </a:lnTo>
                  <a:lnTo>
                    <a:pt x="5157074" y="1727982"/>
                  </a:lnTo>
                  <a:lnTo>
                    <a:pt x="5158327" y="1727982"/>
                  </a:lnTo>
                  <a:lnTo>
                    <a:pt x="5159581" y="1727982"/>
                  </a:lnTo>
                  <a:lnTo>
                    <a:pt x="5160834" y="1727982"/>
                  </a:lnTo>
                  <a:lnTo>
                    <a:pt x="5162087" y="1727982"/>
                  </a:lnTo>
                  <a:lnTo>
                    <a:pt x="5163340" y="1727982"/>
                  </a:lnTo>
                  <a:lnTo>
                    <a:pt x="5164594" y="1727982"/>
                  </a:lnTo>
                  <a:lnTo>
                    <a:pt x="5165847" y="1727982"/>
                  </a:lnTo>
                  <a:lnTo>
                    <a:pt x="5167100" y="1727982"/>
                  </a:lnTo>
                  <a:lnTo>
                    <a:pt x="5168353" y="1727982"/>
                  </a:lnTo>
                  <a:lnTo>
                    <a:pt x="5169606" y="1727982"/>
                  </a:lnTo>
                  <a:lnTo>
                    <a:pt x="5170860" y="1727982"/>
                  </a:lnTo>
                  <a:lnTo>
                    <a:pt x="5172113" y="1727982"/>
                  </a:lnTo>
                  <a:lnTo>
                    <a:pt x="5173366" y="1727982"/>
                  </a:lnTo>
                  <a:lnTo>
                    <a:pt x="5174619" y="1727982"/>
                  </a:lnTo>
                  <a:lnTo>
                    <a:pt x="5175872" y="1727982"/>
                  </a:lnTo>
                  <a:lnTo>
                    <a:pt x="5177126" y="1727982"/>
                  </a:lnTo>
                  <a:lnTo>
                    <a:pt x="5178379" y="1727982"/>
                  </a:lnTo>
                  <a:lnTo>
                    <a:pt x="5179632" y="1727982"/>
                  </a:lnTo>
                  <a:lnTo>
                    <a:pt x="5180885" y="1727982"/>
                  </a:lnTo>
                  <a:lnTo>
                    <a:pt x="5182139" y="1727982"/>
                  </a:lnTo>
                  <a:lnTo>
                    <a:pt x="5183392" y="1727982"/>
                  </a:lnTo>
                  <a:lnTo>
                    <a:pt x="5184645" y="1727982"/>
                  </a:lnTo>
                  <a:lnTo>
                    <a:pt x="5185898" y="1727982"/>
                  </a:lnTo>
                  <a:lnTo>
                    <a:pt x="5187151" y="1727982"/>
                  </a:lnTo>
                  <a:lnTo>
                    <a:pt x="5188405" y="1727982"/>
                  </a:lnTo>
                  <a:lnTo>
                    <a:pt x="5189658" y="1727982"/>
                  </a:lnTo>
                  <a:lnTo>
                    <a:pt x="5190911" y="1727982"/>
                  </a:lnTo>
                  <a:lnTo>
                    <a:pt x="5192164" y="1727982"/>
                  </a:lnTo>
                  <a:lnTo>
                    <a:pt x="5193418" y="1727982"/>
                  </a:lnTo>
                  <a:lnTo>
                    <a:pt x="5194671" y="1727982"/>
                  </a:lnTo>
                  <a:lnTo>
                    <a:pt x="5195924" y="1727982"/>
                  </a:lnTo>
                  <a:lnTo>
                    <a:pt x="5197177" y="1727982"/>
                  </a:lnTo>
                  <a:lnTo>
                    <a:pt x="5198430" y="1727982"/>
                  </a:lnTo>
                  <a:lnTo>
                    <a:pt x="5199684" y="1727982"/>
                  </a:lnTo>
                  <a:lnTo>
                    <a:pt x="5200937" y="1727982"/>
                  </a:lnTo>
                  <a:lnTo>
                    <a:pt x="5202190" y="1727982"/>
                  </a:lnTo>
                  <a:lnTo>
                    <a:pt x="5203443" y="1727982"/>
                  </a:lnTo>
                  <a:lnTo>
                    <a:pt x="5204696" y="1727982"/>
                  </a:lnTo>
                  <a:lnTo>
                    <a:pt x="5205950" y="1727982"/>
                  </a:lnTo>
                  <a:lnTo>
                    <a:pt x="5207203" y="1727982"/>
                  </a:lnTo>
                  <a:lnTo>
                    <a:pt x="5208456" y="1727982"/>
                  </a:lnTo>
                  <a:lnTo>
                    <a:pt x="5209709" y="1727982"/>
                  </a:lnTo>
                  <a:lnTo>
                    <a:pt x="5210963" y="1727982"/>
                  </a:lnTo>
                  <a:lnTo>
                    <a:pt x="5212216" y="1727982"/>
                  </a:lnTo>
                  <a:lnTo>
                    <a:pt x="5213469" y="1727982"/>
                  </a:lnTo>
                  <a:lnTo>
                    <a:pt x="5214722" y="1727982"/>
                  </a:lnTo>
                  <a:lnTo>
                    <a:pt x="5215975" y="1727982"/>
                  </a:lnTo>
                  <a:lnTo>
                    <a:pt x="5217229" y="1727982"/>
                  </a:lnTo>
                  <a:lnTo>
                    <a:pt x="5218482" y="1727982"/>
                  </a:lnTo>
                  <a:lnTo>
                    <a:pt x="5219735" y="1727982"/>
                  </a:lnTo>
                  <a:lnTo>
                    <a:pt x="5220988" y="1727982"/>
                  </a:lnTo>
                  <a:lnTo>
                    <a:pt x="5222242" y="1727982"/>
                  </a:lnTo>
                  <a:lnTo>
                    <a:pt x="5223495" y="1727982"/>
                  </a:lnTo>
                  <a:lnTo>
                    <a:pt x="5224748" y="1727982"/>
                  </a:lnTo>
                  <a:lnTo>
                    <a:pt x="5226001" y="1727982"/>
                  </a:lnTo>
                  <a:lnTo>
                    <a:pt x="5227254" y="1727982"/>
                  </a:lnTo>
                  <a:lnTo>
                    <a:pt x="5228508" y="1727982"/>
                  </a:lnTo>
                  <a:lnTo>
                    <a:pt x="5229761" y="1727982"/>
                  </a:lnTo>
                  <a:lnTo>
                    <a:pt x="5231014" y="1727982"/>
                  </a:lnTo>
                  <a:lnTo>
                    <a:pt x="5232267" y="1727982"/>
                  </a:lnTo>
                  <a:lnTo>
                    <a:pt x="5233520" y="1727982"/>
                  </a:lnTo>
                  <a:lnTo>
                    <a:pt x="5234774" y="1727982"/>
                  </a:lnTo>
                  <a:lnTo>
                    <a:pt x="5236027" y="1727982"/>
                  </a:lnTo>
                  <a:lnTo>
                    <a:pt x="5237280" y="1727982"/>
                  </a:lnTo>
                  <a:lnTo>
                    <a:pt x="5238533" y="1727982"/>
                  </a:lnTo>
                  <a:lnTo>
                    <a:pt x="5239787" y="1727982"/>
                  </a:lnTo>
                  <a:lnTo>
                    <a:pt x="5241040" y="1727982"/>
                  </a:lnTo>
                  <a:lnTo>
                    <a:pt x="5242293" y="1727982"/>
                  </a:lnTo>
                  <a:lnTo>
                    <a:pt x="5243546" y="1727982"/>
                  </a:lnTo>
                  <a:lnTo>
                    <a:pt x="5244799" y="1727982"/>
                  </a:lnTo>
                  <a:lnTo>
                    <a:pt x="5246053" y="1727982"/>
                  </a:lnTo>
                  <a:lnTo>
                    <a:pt x="5247306" y="1727982"/>
                  </a:lnTo>
                  <a:lnTo>
                    <a:pt x="5248559" y="1727982"/>
                  </a:lnTo>
                  <a:lnTo>
                    <a:pt x="5249812" y="1727982"/>
                  </a:lnTo>
                  <a:lnTo>
                    <a:pt x="5251066" y="1727982"/>
                  </a:lnTo>
                  <a:lnTo>
                    <a:pt x="5252319" y="1727982"/>
                  </a:lnTo>
                  <a:lnTo>
                    <a:pt x="5253572" y="1727982"/>
                  </a:lnTo>
                  <a:lnTo>
                    <a:pt x="5254825" y="1727982"/>
                  </a:lnTo>
                  <a:lnTo>
                    <a:pt x="5256078" y="1727982"/>
                  </a:lnTo>
                  <a:lnTo>
                    <a:pt x="5257332" y="1727982"/>
                  </a:lnTo>
                  <a:lnTo>
                    <a:pt x="5258585" y="1727982"/>
                  </a:lnTo>
                  <a:lnTo>
                    <a:pt x="5259838" y="1727982"/>
                  </a:lnTo>
                  <a:lnTo>
                    <a:pt x="5261091" y="1727982"/>
                  </a:lnTo>
                  <a:lnTo>
                    <a:pt x="5262344" y="1727982"/>
                  </a:lnTo>
                  <a:lnTo>
                    <a:pt x="5263598" y="1727982"/>
                  </a:lnTo>
                  <a:lnTo>
                    <a:pt x="5264851" y="1727982"/>
                  </a:lnTo>
                  <a:lnTo>
                    <a:pt x="5266104" y="1727982"/>
                  </a:lnTo>
                  <a:lnTo>
                    <a:pt x="5267357" y="1727982"/>
                  </a:lnTo>
                  <a:lnTo>
                    <a:pt x="5268611" y="1727982"/>
                  </a:lnTo>
                  <a:lnTo>
                    <a:pt x="5269864" y="1727982"/>
                  </a:lnTo>
                  <a:lnTo>
                    <a:pt x="5271117" y="1727982"/>
                  </a:lnTo>
                  <a:lnTo>
                    <a:pt x="5272370" y="1727982"/>
                  </a:lnTo>
                  <a:lnTo>
                    <a:pt x="5273623" y="1727982"/>
                  </a:lnTo>
                  <a:lnTo>
                    <a:pt x="5274877" y="1727982"/>
                  </a:lnTo>
                  <a:lnTo>
                    <a:pt x="5276130" y="1727982"/>
                  </a:lnTo>
                  <a:lnTo>
                    <a:pt x="5277383" y="1727982"/>
                  </a:lnTo>
                  <a:lnTo>
                    <a:pt x="5278636" y="1727982"/>
                  </a:lnTo>
                  <a:lnTo>
                    <a:pt x="5279889" y="1727982"/>
                  </a:lnTo>
                  <a:lnTo>
                    <a:pt x="5281143" y="1727982"/>
                  </a:lnTo>
                  <a:lnTo>
                    <a:pt x="5282396" y="1727982"/>
                  </a:lnTo>
                  <a:lnTo>
                    <a:pt x="5283649" y="1727982"/>
                  </a:lnTo>
                  <a:lnTo>
                    <a:pt x="5284902" y="1727982"/>
                  </a:lnTo>
                  <a:lnTo>
                    <a:pt x="5286156" y="1727982"/>
                  </a:lnTo>
                  <a:lnTo>
                    <a:pt x="5287409" y="1727982"/>
                  </a:lnTo>
                  <a:lnTo>
                    <a:pt x="5288662" y="1727982"/>
                  </a:lnTo>
                  <a:lnTo>
                    <a:pt x="5289915" y="1727982"/>
                  </a:lnTo>
                  <a:lnTo>
                    <a:pt x="5291168" y="1727982"/>
                  </a:lnTo>
                  <a:lnTo>
                    <a:pt x="5292422" y="1727982"/>
                  </a:lnTo>
                  <a:lnTo>
                    <a:pt x="5293675" y="1727982"/>
                  </a:lnTo>
                  <a:lnTo>
                    <a:pt x="5294928" y="1727982"/>
                  </a:lnTo>
                  <a:lnTo>
                    <a:pt x="5296181" y="1727982"/>
                  </a:lnTo>
                  <a:lnTo>
                    <a:pt x="5297435" y="1727982"/>
                  </a:lnTo>
                  <a:lnTo>
                    <a:pt x="5298688" y="1727982"/>
                  </a:lnTo>
                  <a:lnTo>
                    <a:pt x="5299941" y="1727982"/>
                  </a:lnTo>
                  <a:lnTo>
                    <a:pt x="5301194" y="1727982"/>
                  </a:lnTo>
                  <a:lnTo>
                    <a:pt x="5302447" y="1727982"/>
                  </a:lnTo>
                  <a:lnTo>
                    <a:pt x="5303701" y="1727982"/>
                  </a:lnTo>
                  <a:lnTo>
                    <a:pt x="5304954" y="1727982"/>
                  </a:lnTo>
                  <a:lnTo>
                    <a:pt x="5306207" y="1727982"/>
                  </a:lnTo>
                  <a:lnTo>
                    <a:pt x="5307460" y="1727982"/>
                  </a:lnTo>
                  <a:lnTo>
                    <a:pt x="5308713" y="1727982"/>
                  </a:lnTo>
                  <a:lnTo>
                    <a:pt x="5309967" y="1727982"/>
                  </a:lnTo>
                  <a:lnTo>
                    <a:pt x="5311220" y="1727982"/>
                  </a:lnTo>
                  <a:lnTo>
                    <a:pt x="5312473" y="1727982"/>
                  </a:lnTo>
                  <a:lnTo>
                    <a:pt x="5313726" y="1727982"/>
                  </a:lnTo>
                  <a:lnTo>
                    <a:pt x="5314980" y="1727982"/>
                  </a:lnTo>
                  <a:lnTo>
                    <a:pt x="5316233" y="1727982"/>
                  </a:lnTo>
                  <a:lnTo>
                    <a:pt x="5317486" y="1727982"/>
                  </a:lnTo>
                  <a:lnTo>
                    <a:pt x="5318739" y="1727982"/>
                  </a:lnTo>
                  <a:lnTo>
                    <a:pt x="5319992" y="1727982"/>
                  </a:lnTo>
                  <a:lnTo>
                    <a:pt x="5321246" y="1727982"/>
                  </a:lnTo>
                  <a:lnTo>
                    <a:pt x="5322499" y="1727982"/>
                  </a:lnTo>
                  <a:lnTo>
                    <a:pt x="5323752" y="1727982"/>
                  </a:lnTo>
                  <a:lnTo>
                    <a:pt x="5325005" y="1727982"/>
                  </a:lnTo>
                  <a:lnTo>
                    <a:pt x="5326259" y="1727982"/>
                  </a:lnTo>
                  <a:lnTo>
                    <a:pt x="5327512" y="1727982"/>
                  </a:lnTo>
                  <a:lnTo>
                    <a:pt x="5328765" y="1727982"/>
                  </a:lnTo>
                  <a:lnTo>
                    <a:pt x="5330018" y="1727982"/>
                  </a:lnTo>
                  <a:lnTo>
                    <a:pt x="5331271" y="1727982"/>
                  </a:lnTo>
                  <a:lnTo>
                    <a:pt x="5332525" y="1727982"/>
                  </a:lnTo>
                  <a:lnTo>
                    <a:pt x="5333778" y="1727982"/>
                  </a:lnTo>
                  <a:lnTo>
                    <a:pt x="5335031" y="1727982"/>
                  </a:lnTo>
                  <a:lnTo>
                    <a:pt x="5336284" y="1727982"/>
                  </a:lnTo>
                  <a:lnTo>
                    <a:pt x="5337537" y="1727982"/>
                  </a:lnTo>
                  <a:lnTo>
                    <a:pt x="5338791" y="1727982"/>
                  </a:lnTo>
                  <a:lnTo>
                    <a:pt x="5340044" y="1727982"/>
                  </a:lnTo>
                  <a:lnTo>
                    <a:pt x="5341297" y="1727982"/>
                  </a:lnTo>
                  <a:lnTo>
                    <a:pt x="5342550" y="1727982"/>
                  </a:lnTo>
                  <a:lnTo>
                    <a:pt x="5343804" y="1727982"/>
                  </a:lnTo>
                  <a:lnTo>
                    <a:pt x="5345057" y="1727982"/>
                  </a:lnTo>
                  <a:lnTo>
                    <a:pt x="5346310" y="1727982"/>
                  </a:lnTo>
                  <a:lnTo>
                    <a:pt x="5347563" y="1727982"/>
                  </a:lnTo>
                  <a:lnTo>
                    <a:pt x="5348816" y="1727982"/>
                  </a:lnTo>
                  <a:lnTo>
                    <a:pt x="5350070" y="1727982"/>
                  </a:lnTo>
                  <a:lnTo>
                    <a:pt x="5351323" y="1727982"/>
                  </a:lnTo>
                  <a:lnTo>
                    <a:pt x="5352576" y="1727982"/>
                  </a:lnTo>
                  <a:lnTo>
                    <a:pt x="5353829" y="1727982"/>
                  </a:lnTo>
                  <a:lnTo>
                    <a:pt x="5355083" y="1727982"/>
                  </a:lnTo>
                  <a:lnTo>
                    <a:pt x="5356336" y="1727982"/>
                  </a:lnTo>
                  <a:lnTo>
                    <a:pt x="5357589" y="1727982"/>
                  </a:lnTo>
                  <a:lnTo>
                    <a:pt x="5358842" y="1727982"/>
                  </a:lnTo>
                  <a:lnTo>
                    <a:pt x="5360095" y="1727982"/>
                  </a:lnTo>
                  <a:lnTo>
                    <a:pt x="5361349" y="1727982"/>
                  </a:lnTo>
                  <a:lnTo>
                    <a:pt x="5362602" y="1727982"/>
                  </a:lnTo>
                  <a:lnTo>
                    <a:pt x="5363855" y="1727982"/>
                  </a:lnTo>
                  <a:lnTo>
                    <a:pt x="5365108" y="1727982"/>
                  </a:lnTo>
                  <a:lnTo>
                    <a:pt x="5366361" y="1727982"/>
                  </a:lnTo>
                  <a:lnTo>
                    <a:pt x="5367615" y="1727982"/>
                  </a:lnTo>
                  <a:lnTo>
                    <a:pt x="5368868" y="1727982"/>
                  </a:lnTo>
                  <a:lnTo>
                    <a:pt x="5370121" y="1727982"/>
                  </a:lnTo>
                  <a:lnTo>
                    <a:pt x="5371374" y="1727982"/>
                  </a:lnTo>
                  <a:lnTo>
                    <a:pt x="5372628" y="1727982"/>
                  </a:lnTo>
                  <a:lnTo>
                    <a:pt x="5373881" y="1727982"/>
                  </a:lnTo>
                  <a:lnTo>
                    <a:pt x="5375134" y="1727982"/>
                  </a:lnTo>
                  <a:lnTo>
                    <a:pt x="5376387" y="1727982"/>
                  </a:lnTo>
                  <a:lnTo>
                    <a:pt x="5377640" y="1727982"/>
                  </a:lnTo>
                  <a:lnTo>
                    <a:pt x="5378894" y="1727982"/>
                  </a:lnTo>
                  <a:lnTo>
                    <a:pt x="5380147" y="1727982"/>
                  </a:lnTo>
                  <a:lnTo>
                    <a:pt x="5381400" y="1727982"/>
                  </a:lnTo>
                  <a:lnTo>
                    <a:pt x="5382653" y="1727982"/>
                  </a:lnTo>
                  <a:lnTo>
                    <a:pt x="5383907" y="1727982"/>
                  </a:lnTo>
                  <a:lnTo>
                    <a:pt x="5385160" y="1727982"/>
                  </a:lnTo>
                  <a:lnTo>
                    <a:pt x="5386413" y="1727982"/>
                  </a:lnTo>
                  <a:lnTo>
                    <a:pt x="5387666" y="1727982"/>
                  </a:lnTo>
                  <a:lnTo>
                    <a:pt x="5388919" y="1727982"/>
                  </a:lnTo>
                  <a:lnTo>
                    <a:pt x="5390173" y="1727982"/>
                  </a:lnTo>
                  <a:lnTo>
                    <a:pt x="5391426" y="1727982"/>
                  </a:lnTo>
                  <a:lnTo>
                    <a:pt x="5392679" y="1727982"/>
                  </a:lnTo>
                  <a:lnTo>
                    <a:pt x="5393932" y="1727982"/>
                  </a:lnTo>
                  <a:lnTo>
                    <a:pt x="5395185" y="1727982"/>
                  </a:lnTo>
                  <a:lnTo>
                    <a:pt x="5396439" y="1727982"/>
                  </a:lnTo>
                  <a:lnTo>
                    <a:pt x="5397692" y="1727982"/>
                  </a:lnTo>
                  <a:lnTo>
                    <a:pt x="5398945" y="1727982"/>
                  </a:lnTo>
                  <a:lnTo>
                    <a:pt x="5400198" y="1727982"/>
                  </a:lnTo>
                  <a:lnTo>
                    <a:pt x="5401452" y="1727982"/>
                  </a:lnTo>
                  <a:lnTo>
                    <a:pt x="5402705" y="1727982"/>
                  </a:lnTo>
                  <a:lnTo>
                    <a:pt x="5403958" y="1727982"/>
                  </a:lnTo>
                  <a:lnTo>
                    <a:pt x="5405211" y="1727982"/>
                  </a:lnTo>
                  <a:lnTo>
                    <a:pt x="5406464" y="1727982"/>
                  </a:lnTo>
                  <a:lnTo>
                    <a:pt x="5407718" y="1727982"/>
                  </a:lnTo>
                  <a:lnTo>
                    <a:pt x="5408971" y="1727982"/>
                  </a:lnTo>
                  <a:lnTo>
                    <a:pt x="5410224" y="1727982"/>
                  </a:lnTo>
                  <a:lnTo>
                    <a:pt x="5411477" y="1727982"/>
                  </a:lnTo>
                  <a:lnTo>
                    <a:pt x="5412731" y="1727982"/>
                  </a:lnTo>
                  <a:lnTo>
                    <a:pt x="5413984" y="1727982"/>
                  </a:lnTo>
                  <a:lnTo>
                    <a:pt x="5415237" y="1727982"/>
                  </a:lnTo>
                  <a:lnTo>
                    <a:pt x="5416490" y="1727982"/>
                  </a:lnTo>
                  <a:lnTo>
                    <a:pt x="5417743" y="1727982"/>
                  </a:lnTo>
                  <a:lnTo>
                    <a:pt x="5418997" y="1727982"/>
                  </a:lnTo>
                  <a:lnTo>
                    <a:pt x="5420250" y="1727982"/>
                  </a:lnTo>
                  <a:lnTo>
                    <a:pt x="5421503" y="1727982"/>
                  </a:lnTo>
                  <a:lnTo>
                    <a:pt x="5422756" y="1727982"/>
                  </a:lnTo>
                  <a:lnTo>
                    <a:pt x="5424009" y="1727982"/>
                  </a:lnTo>
                  <a:lnTo>
                    <a:pt x="5425263" y="1727982"/>
                  </a:lnTo>
                  <a:lnTo>
                    <a:pt x="5426516" y="1727982"/>
                  </a:lnTo>
                  <a:lnTo>
                    <a:pt x="5427769" y="1727982"/>
                  </a:lnTo>
                  <a:lnTo>
                    <a:pt x="5429022" y="1727982"/>
                  </a:lnTo>
                  <a:lnTo>
                    <a:pt x="5430276" y="1727982"/>
                  </a:lnTo>
                  <a:lnTo>
                    <a:pt x="5431529" y="1727982"/>
                  </a:lnTo>
                  <a:lnTo>
                    <a:pt x="5432782" y="1727982"/>
                  </a:lnTo>
                  <a:lnTo>
                    <a:pt x="5434035" y="1727982"/>
                  </a:lnTo>
                  <a:lnTo>
                    <a:pt x="5435288" y="1727982"/>
                  </a:lnTo>
                  <a:lnTo>
                    <a:pt x="5436542" y="1727982"/>
                  </a:lnTo>
                  <a:lnTo>
                    <a:pt x="5437795" y="1727982"/>
                  </a:lnTo>
                  <a:lnTo>
                    <a:pt x="5439048" y="1727982"/>
                  </a:lnTo>
                  <a:lnTo>
                    <a:pt x="5440301" y="1727982"/>
                  </a:lnTo>
                  <a:lnTo>
                    <a:pt x="5441554" y="1727982"/>
                  </a:lnTo>
                  <a:lnTo>
                    <a:pt x="5442808" y="1727982"/>
                  </a:lnTo>
                  <a:lnTo>
                    <a:pt x="5444061" y="1727982"/>
                  </a:lnTo>
                  <a:lnTo>
                    <a:pt x="5445314" y="1727982"/>
                  </a:lnTo>
                  <a:lnTo>
                    <a:pt x="5446567" y="1727982"/>
                  </a:lnTo>
                  <a:lnTo>
                    <a:pt x="5447821" y="1727982"/>
                  </a:lnTo>
                  <a:lnTo>
                    <a:pt x="5449074" y="1727982"/>
                  </a:lnTo>
                  <a:lnTo>
                    <a:pt x="5450327" y="1727982"/>
                  </a:lnTo>
                  <a:lnTo>
                    <a:pt x="5451580" y="1727982"/>
                  </a:lnTo>
                  <a:lnTo>
                    <a:pt x="5452833" y="1727982"/>
                  </a:lnTo>
                  <a:lnTo>
                    <a:pt x="5454087" y="1727982"/>
                  </a:lnTo>
                  <a:lnTo>
                    <a:pt x="5455340" y="1727982"/>
                  </a:lnTo>
                  <a:lnTo>
                    <a:pt x="5456593" y="1727982"/>
                  </a:lnTo>
                  <a:lnTo>
                    <a:pt x="5457846" y="1727982"/>
                  </a:lnTo>
                  <a:lnTo>
                    <a:pt x="5459100" y="1727982"/>
                  </a:lnTo>
                  <a:lnTo>
                    <a:pt x="5460353" y="1727982"/>
                  </a:lnTo>
                  <a:lnTo>
                    <a:pt x="5461606" y="1727982"/>
                  </a:lnTo>
                  <a:lnTo>
                    <a:pt x="5462859" y="1727982"/>
                  </a:lnTo>
                  <a:lnTo>
                    <a:pt x="5464112" y="1727982"/>
                  </a:lnTo>
                  <a:lnTo>
                    <a:pt x="5465366" y="1727982"/>
                  </a:lnTo>
                  <a:lnTo>
                    <a:pt x="5466619" y="1727982"/>
                  </a:lnTo>
                  <a:lnTo>
                    <a:pt x="5467872" y="1727982"/>
                  </a:lnTo>
                  <a:lnTo>
                    <a:pt x="5469125" y="1727982"/>
                  </a:lnTo>
                  <a:lnTo>
                    <a:pt x="5470378" y="1727982"/>
                  </a:lnTo>
                  <a:lnTo>
                    <a:pt x="5471632" y="1727982"/>
                  </a:lnTo>
                  <a:lnTo>
                    <a:pt x="5472885" y="1727982"/>
                  </a:lnTo>
                  <a:lnTo>
                    <a:pt x="5474138" y="1727982"/>
                  </a:lnTo>
                  <a:lnTo>
                    <a:pt x="5475391" y="1727982"/>
                  </a:lnTo>
                  <a:lnTo>
                    <a:pt x="5476645" y="1727982"/>
                  </a:lnTo>
                  <a:lnTo>
                    <a:pt x="5477898" y="1727982"/>
                  </a:lnTo>
                  <a:lnTo>
                    <a:pt x="5479151" y="1727982"/>
                  </a:lnTo>
                  <a:lnTo>
                    <a:pt x="5480404" y="1727982"/>
                  </a:lnTo>
                  <a:lnTo>
                    <a:pt x="5481657" y="1727982"/>
                  </a:lnTo>
                  <a:lnTo>
                    <a:pt x="5482911" y="1727982"/>
                  </a:lnTo>
                  <a:lnTo>
                    <a:pt x="5484164" y="1727982"/>
                  </a:lnTo>
                  <a:lnTo>
                    <a:pt x="5485417" y="1727982"/>
                  </a:lnTo>
                  <a:lnTo>
                    <a:pt x="5486670" y="1727982"/>
                  </a:lnTo>
                  <a:lnTo>
                    <a:pt x="5487924" y="1727982"/>
                  </a:lnTo>
                  <a:lnTo>
                    <a:pt x="5489177" y="1727982"/>
                  </a:lnTo>
                  <a:lnTo>
                    <a:pt x="5490430" y="1727982"/>
                  </a:lnTo>
                  <a:lnTo>
                    <a:pt x="5491683" y="1727982"/>
                  </a:lnTo>
                  <a:lnTo>
                    <a:pt x="5492936" y="1727982"/>
                  </a:lnTo>
                  <a:lnTo>
                    <a:pt x="5494190" y="1727982"/>
                  </a:lnTo>
                  <a:lnTo>
                    <a:pt x="5495443" y="1727982"/>
                  </a:lnTo>
                  <a:lnTo>
                    <a:pt x="5496696" y="1727982"/>
                  </a:lnTo>
                  <a:lnTo>
                    <a:pt x="5497949" y="1727982"/>
                  </a:lnTo>
                  <a:lnTo>
                    <a:pt x="5499202" y="1727982"/>
                  </a:lnTo>
                  <a:lnTo>
                    <a:pt x="5500456" y="1727982"/>
                  </a:lnTo>
                  <a:lnTo>
                    <a:pt x="5501709" y="1727982"/>
                  </a:lnTo>
                  <a:lnTo>
                    <a:pt x="5502962" y="1727982"/>
                  </a:lnTo>
                  <a:lnTo>
                    <a:pt x="5504215" y="1727982"/>
                  </a:lnTo>
                  <a:lnTo>
                    <a:pt x="5505469" y="1727982"/>
                  </a:lnTo>
                  <a:lnTo>
                    <a:pt x="5506722" y="1727982"/>
                  </a:lnTo>
                  <a:lnTo>
                    <a:pt x="5507975" y="1727982"/>
                  </a:lnTo>
                  <a:lnTo>
                    <a:pt x="5509228" y="1727982"/>
                  </a:lnTo>
                  <a:lnTo>
                    <a:pt x="5510481" y="1727982"/>
                  </a:lnTo>
                  <a:lnTo>
                    <a:pt x="5511735" y="1727982"/>
                  </a:lnTo>
                  <a:lnTo>
                    <a:pt x="5512988" y="1727982"/>
                  </a:lnTo>
                  <a:lnTo>
                    <a:pt x="5514241" y="1727982"/>
                  </a:lnTo>
                  <a:lnTo>
                    <a:pt x="5515494" y="1727982"/>
                  </a:lnTo>
                  <a:lnTo>
                    <a:pt x="5516748" y="1727982"/>
                  </a:lnTo>
                  <a:lnTo>
                    <a:pt x="5518001" y="1727982"/>
                  </a:lnTo>
                  <a:lnTo>
                    <a:pt x="5519254" y="1727982"/>
                  </a:lnTo>
                  <a:lnTo>
                    <a:pt x="5520507" y="1727982"/>
                  </a:lnTo>
                  <a:lnTo>
                    <a:pt x="5521760" y="1727982"/>
                  </a:lnTo>
                  <a:lnTo>
                    <a:pt x="5523014" y="1727982"/>
                  </a:lnTo>
                  <a:lnTo>
                    <a:pt x="5524267" y="1727982"/>
                  </a:lnTo>
                  <a:lnTo>
                    <a:pt x="5525520" y="1727982"/>
                  </a:lnTo>
                  <a:lnTo>
                    <a:pt x="5526773" y="1727982"/>
                  </a:lnTo>
                  <a:lnTo>
                    <a:pt x="5528026" y="1727982"/>
                  </a:lnTo>
                  <a:lnTo>
                    <a:pt x="5529280" y="1727982"/>
                  </a:lnTo>
                  <a:lnTo>
                    <a:pt x="5530533" y="1727982"/>
                  </a:lnTo>
                  <a:lnTo>
                    <a:pt x="5531786" y="1727982"/>
                  </a:lnTo>
                  <a:lnTo>
                    <a:pt x="5533039" y="1727982"/>
                  </a:lnTo>
                  <a:lnTo>
                    <a:pt x="5534293" y="1727982"/>
                  </a:lnTo>
                  <a:lnTo>
                    <a:pt x="5535546" y="1727982"/>
                  </a:lnTo>
                  <a:lnTo>
                    <a:pt x="5536799" y="1727982"/>
                  </a:lnTo>
                  <a:lnTo>
                    <a:pt x="5538052" y="1727982"/>
                  </a:lnTo>
                  <a:lnTo>
                    <a:pt x="5539305" y="1727982"/>
                  </a:lnTo>
                  <a:lnTo>
                    <a:pt x="5540559" y="1727982"/>
                  </a:lnTo>
                  <a:lnTo>
                    <a:pt x="5541812" y="1727982"/>
                  </a:lnTo>
                  <a:lnTo>
                    <a:pt x="5543065" y="1727982"/>
                  </a:lnTo>
                  <a:lnTo>
                    <a:pt x="5544318" y="1727982"/>
                  </a:lnTo>
                  <a:lnTo>
                    <a:pt x="5545572" y="1727982"/>
                  </a:lnTo>
                  <a:lnTo>
                    <a:pt x="5546825" y="1727982"/>
                  </a:lnTo>
                  <a:lnTo>
                    <a:pt x="5548078" y="1727982"/>
                  </a:lnTo>
                  <a:lnTo>
                    <a:pt x="5549331" y="1727982"/>
                  </a:lnTo>
                  <a:lnTo>
                    <a:pt x="5550584" y="1727982"/>
                  </a:lnTo>
                  <a:lnTo>
                    <a:pt x="5551838" y="1727982"/>
                  </a:lnTo>
                  <a:lnTo>
                    <a:pt x="5553091" y="1727982"/>
                  </a:lnTo>
                  <a:lnTo>
                    <a:pt x="5554344" y="1727982"/>
                  </a:lnTo>
                  <a:lnTo>
                    <a:pt x="5555597" y="1727982"/>
                  </a:lnTo>
                  <a:lnTo>
                    <a:pt x="5556850" y="1727982"/>
                  </a:lnTo>
                  <a:lnTo>
                    <a:pt x="5558104" y="1727982"/>
                  </a:lnTo>
                  <a:lnTo>
                    <a:pt x="5559357" y="1727982"/>
                  </a:lnTo>
                  <a:lnTo>
                    <a:pt x="5560610" y="1727982"/>
                  </a:lnTo>
                  <a:lnTo>
                    <a:pt x="5561863" y="1727982"/>
                  </a:lnTo>
                  <a:lnTo>
                    <a:pt x="5563117" y="1727982"/>
                  </a:lnTo>
                  <a:lnTo>
                    <a:pt x="5564370" y="1727982"/>
                  </a:lnTo>
                  <a:lnTo>
                    <a:pt x="5565623" y="1727982"/>
                  </a:lnTo>
                  <a:lnTo>
                    <a:pt x="5566876" y="1727982"/>
                  </a:lnTo>
                  <a:lnTo>
                    <a:pt x="5568129" y="1727982"/>
                  </a:lnTo>
                  <a:lnTo>
                    <a:pt x="5569383" y="1727982"/>
                  </a:lnTo>
                  <a:lnTo>
                    <a:pt x="5570636" y="1727982"/>
                  </a:lnTo>
                  <a:lnTo>
                    <a:pt x="5571889" y="1727982"/>
                  </a:lnTo>
                  <a:lnTo>
                    <a:pt x="5573142" y="1727982"/>
                  </a:lnTo>
                  <a:lnTo>
                    <a:pt x="5574396" y="1727982"/>
                  </a:lnTo>
                  <a:lnTo>
                    <a:pt x="5575649" y="1727982"/>
                  </a:lnTo>
                  <a:lnTo>
                    <a:pt x="5576902" y="1727982"/>
                  </a:lnTo>
                  <a:lnTo>
                    <a:pt x="5578155" y="1727982"/>
                  </a:lnTo>
                  <a:lnTo>
                    <a:pt x="5579408" y="1727982"/>
                  </a:lnTo>
                  <a:lnTo>
                    <a:pt x="5580662" y="1727982"/>
                  </a:lnTo>
                  <a:lnTo>
                    <a:pt x="5581915" y="1727982"/>
                  </a:lnTo>
                  <a:lnTo>
                    <a:pt x="5583168" y="1727982"/>
                  </a:lnTo>
                  <a:lnTo>
                    <a:pt x="5584421" y="1727982"/>
                  </a:lnTo>
                  <a:lnTo>
                    <a:pt x="5585674" y="1727982"/>
                  </a:lnTo>
                  <a:lnTo>
                    <a:pt x="5586928" y="1727982"/>
                  </a:lnTo>
                  <a:lnTo>
                    <a:pt x="5588181" y="1727982"/>
                  </a:lnTo>
                  <a:lnTo>
                    <a:pt x="5589434" y="1727982"/>
                  </a:lnTo>
                  <a:lnTo>
                    <a:pt x="5590687" y="1727982"/>
                  </a:lnTo>
                  <a:lnTo>
                    <a:pt x="5591941" y="1727982"/>
                  </a:lnTo>
                  <a:lnTo>
                    <a:pt x="5593194" y="1727982"/>
                  </a:lnTo>
                  <a:lnTo>
                    <a:pt x="5594447" y="1727982"/>
                  </a:lnTo>
                  <a:lnTo>
                    <a:pt x="5595700" y="1727982"/>
                  </a:lnTo>
                  <a:lnTo>
                    <a:pt x="5596953" y="1727982"/>
                  </a:lnTo>
                  <a:lnTo>
                    <a:pt x="5598207" y="1727982"/>
                  </a:lnTo>
                  <a:lnTo>
                    <a:pt x="5599460" y="1727982"/>
                  </a:lnTo>
                  <a:lnTo>
                    <a:pt x="5600713" y="1727982"/>
                  </a:lnTo>
                  <a:lnTo>
                    <a:pt x="5601966" y="1727982"/>
                  </a:lnTo>
                  <a:lnTo>
                    <a:pt x="5603219" y="1727982"/>
                  </a:lnTo>
                  <a:lnTo>
                    <a:pt x="5604473" y="1727982"/>
                  </a:lnTo>
                  <a:lnTo>
                    <a:pt x="5605726" y="1727982"/>
                  </a:lnTo>
                  <a:lnTo>
                    <a:pt x="5606979" y="1727982"/>
                  </a:lnTo>
                  <a:lnTo>
                    <a:pt x="5608232" y="1727982"/>
                  </a:lnTo>
                  <a:lnTo>
                    <a:pt x="5609486" y="1727982"/>
                  </a:lnTo>
                  <a:lnTo>
                    <a:pt x="5610739" y="1727982"/>
                  </a:lnTo>
                  <a:lnTo>
                    <a:pt x="5611992" y="1727982"/>
                  </a:lnTo>
                  <a:lnTo>
                    <a:pt x="5613245" y="1727982"/>
                  </a:lnTo>
                  <a:lnTo>
                    <a:pt x="5614498" y="1727982"/>
                  </a:lnTo>
                  <a:lnTo>
                    <a:pt x="5615752" y="1727982"/>
                  </a:lnTo>
                  <a:lnTo>
                    <a:pt x="5617005" y="1727982"/>
                  </a:lnTo>
                  <a:lnTo>
                    <a:pt x="5618258" y="1727982"/>
                  </a:lnTo>
                  <a:lnTo>
                    <a:pt x="5619511" y="1727982"/>
                  </a:lnTo>
                  <a:lnTo>
                    <a:pt x="5620765" y="1727982"/>
                  </a:lnTo>
                  <a:lnTo>
                    <a:pt x="5622018" y="1727982"/>
                  </a:lnTo>
                  <a:lnTo>
                    <a:pt x="5623271" y="1727982"/>
                  </a:lnTo>
                  <a:lnTo>
                    <a:pt x="5624524" y="1727982"/>
                  </a:lnTo>
                  <a:lnTo>
                    <a:pt x="5625777" y="1727982"/>
                  </a:lnTo>
                  <a:lnTo>
                    <a:pt x="5627031" y="1727982"/>
                  </a:lnTo>
                  <a:lnTo>
                    <a:pt x="5628284" y="1727982"/>
                  </a:lnTo>
                  <a:lnTo>
                    <a:pt x="5629537" y="1727982"/>
                  </a:lnTo>
                  <a:lnTo>
                    <a:pt x="5630790" y="1727982"/>
                  </a:lnTo>
                  <a:lnTo>
                    <a:pt x="5632043" y="1727982"/>
                  </a:lnTo>
                  <a:lnTo>
                    <a:pt x="5633297" y="1727982"/>
                  </a:lnTo>
                  <a:lnTo>
                    <a:pt x="5634550" y="1727982"/>
                  </a:lnTo>
                  <a:lnTo>
                    <a:pt x="5635803" y="1727982"/>
                  </a:lnTo>
                  <a:lnTo>
                    <a:pt x="5637056" y="1727982"/>
                  </a:lnTo>
                  <a:lnTo>
                    <a:pt x="5638310" y="1727982"/>
                  </a:lnTo>
                  <a:lnTo>
                    <a:pt x="5639563" y="1727982"/>
                  </a:lnTo>
                  <a:lnTo>
                    <a:pt x="5640816" y="1727982"/>
                  </a:lnTo>
                  <a:lnTo>
                    <a:pt x="5642069" y="1727982"/>
                  </a:lnTo>
                  <a:lnTo>
                    <a:pt x="5643322" y="1727982"/>
                  </a:lnTo>
                  <a:lnTo>
                    <a:pt x="5644576" y="1727982"/>
                  </a:lnTo>
                  <a:lnTo>
                    <a:pt x="5645829" y="1727982"/>
                  </a:lnTo>
                  <a:lnTo>
                    <a:pt x="5647082" y="1727982"/>
                  </a:lnTo>
                  <a:lnTo>
                    <a:pt x="5648335" y="1727982"/>
                  </a:lnTo>
                  <a:lnTo>
                    <a:pt x="5649589" y="1727982"/>
                  </a:lnTo>
                  <a:lnTo>
                    <a:pt x="5650842" y="1727982"/>
                  </a:lnTo>
                  <a:lnTo>
                    <a:pt x="5652095" y="1727982"/>
                  </a:lnTo>
                  <a:lnTo>
                    <a:pt x="5653348" y="1727982"/>
                  </a:lnTo>
                  <a:lnTo>
                    <a:pt x="5654601" y="1727982"/>
                  </a:lnTo>
                  <a:lnTo>
                    <a:pt x="5655855" y="1727982"/>
                  </a:lnTo>
                  <a:lnTo>
                    <a:pt x="5657108" y="1727982"/>
                  </a:lnTo>
                  <a:lnTo>
                    <a:pt x="5658361" y="1727982"/>
                  </a:lnTo>
                  <a:lnTo>
                    <a:pt x="5659614" y="1727982"/>
                  </a:lnTo>
                  <a:lnTo>
                    <a:pt x="5660867" y="1727982"/>
                  </a:lnTo>
                  <a:lnTo>
                    <a:pt x="5662121" y="1727982"/>
                  </a:lnTo>
                  <a:lnTo>
                    <a:pt x="5663374" y="1727982"/>
                  </a:lnTo>
                  <a:lnTo>
                    <a:pt x="5664627" y="1727982"/>
                  </a:lnTo>
                  <a:lnTo>
                    <a:pt x="5665880" y="1727982"/>
                  </a:lnTo>
                  <a:lnTo>
                    <a:pt x="5667134" y="1727982"/>
                  </a:lnTo>
                  <a:lnTo>
                    <a:pt x="5668387" y="1727982"/>
                  </a:lnTo>
                  <a:lnTo>
                    <a:pt x="5669640" y="1727982"/>
                  </a:lnTo>
                  <a:lnTo>
                    <a:pt x="5670893" y="1727982"/>
                  </a:lnTo>
                  <a:lnTo>
                    <a:pt x="5672146" y="1727982"/>
                  </a:lnTo>
                  <a:lnTo>
                    <a:pt x="5673400" y="1727982"/>
                  </a:lnTo>
                  <a:lnTo>
                    <a:pt x="5674653" y="1727982"/>
                  </a:lnTo>
                  <a:lnTo>
                    <a:pt x="5675906" y="1727982"/>
                  </a:lnTo>
                  <a:lnTo>
                    <a:pt x="5677159" y="1727982"/>
                  </a:lnTo>
                  <a:lnTo>
                    <a:pt x="5678413" y="1727982"/>
                  </a:lnTo>
                  <a:lnTo>
                    <a:pt x="5679666" y="1727982"/>
                  </a:lnTo>
                  <a:lnTo>
                    <a:pt x="5680919" y="1727982"/>
                  </a:lnTo>
                  <a:lnTo>
                    <a:pt x="5682172" y="1727982"/>
                  </a:lnTo>
                  <a:lnTo>
                    <a:pt x="5683425" y="1727982"/>
                  </a:lnTo>
                  <a:lnTo>
                    <a:pt x="5684679" y="1727982"/>
                  </a:lnTo>
                  <a:lnTo>
                    <a:pt x="5685932" y="1727982"/>
                  </a:lnTo>
                  <a:lnTo>
                    <a:pt x="5687185" y="1727982"/>
                  </a:lnTo>
                  <a:lnTo>
                    <a:pt x="5688438" y="1727982"/>
                  </a:lnTo>
                  <a:lnTo>
                    <a:pt x="5689691" y="1727982"/>
                  </a:lnTo>
                  <a:lnTo>
                    <a:pt x="5690945" y="1727982"/>
                  </a:lnTo>
                  <a:lnTo>
                    <a:pt x="5692198" y="1727982"/>
                  </a:lnTo>
                  <a:lnTo>
                    <a:pt x="5693451" y="1727982"/>
                  </a:lnTo>
                  <a:lnTo>
                    <a:pt x="5694704" y="1727982"/>
                  </a:lnTo>
                  <a:lnTo>
                    <a:pt x="5695958" y="1727982"/>
                  </a:lnTo>
                  <a:lnTo>
                    <a:pt x="5697211" y="1727982"/>
                  </a:lnTo>
                  <a:lnTo>
                    <a:pt x="5698464" y="1727982"/>
                  </a:lnTo>
                  <a:lnTo>
                    <a:pt x="5699717" y="1727982"/>
                  </a:lnTo>
                  <a:lnTo>
                    <a:pt x="5700970" y="1727982"/>
                  </a:lnTo>
                  <a:lnTo>
                    <a:pt x="5702224" y="1727982"/>
                  </a:lnTo>
                  <a:lnTo>
                    <a:pt x="5703477" y="1727982"/>
                  </a:lnTo>
                  <a:lnTo>
                    <a:pt x="5704730" y="1727982"/>
                  </a:lnTo>
                  <a:lnTo>
                    <a:pt x="5705983" y="1727982"/>
                  </a:lnTo>
                  <a:lnTo>
                    <a:pt x="5707237" y="1727982"/>
                  </a:lnTo>
                  <a:lnTo>
                    <a:pt x="5708490" y="1727982"/>
                  </a:lnTo>
                  <a:lnTo>
                    <a:pt x="5709743" y="1727982"/>
                  </a:lnTo>
                  <a:lnTo>
                    <a:pt x="5710996" y="1727982"/>
                  </a:lnTo>
                  <a:lnTo>
                    <a:pt x="5712249" y="1727982"/>
                  </a:lnTo>
                  <a:lnTo>
                    <a:pt x="5713503" y="1727982"/>
                  </a:lnTo>
                  <a:lnTo>
                    <a:pt x="5714756" y="1727982"/>
                  </a:lnTo>
                  <a:lnTo>
                    <a:pt x="5716009" y="1727982"/>
                  </a:lnTo>
                  <a:lnTo>
                    <a:pt x="5717262" y="1727982"/>
                  </a:lnTo>
                  <a:lnTo>
                    <a:pt x="5718515" y="1727982"/>
                  </a:lnTo>
                  <a:lnTo>
                    <a:pt x="5719769" y="1727982"/>
                  </a:lnTo>
                  <a:lnTo>
                    <a:pt x="5721022" y="1727982"/>
                  </a:lnTo>
                  <a:lnTo>
                    <a:pt x="5722275" y="1727982"/>
                  </a:lnTo>
                  <a:lnTo>
                    <a:pt x="5723528" y="1727982"/>
                  </a:lnTo>
                  <a:lnTo>
                    <a:pt x="5724782" y="1727982"/>
                  </a:lnTo>
                  <a:lnTo>
                    <a:pt x="5726035" y="1727982"/>
                  </a:lnTo>
                  <a:lnTo>
                    <a:pt x="5727288" y="1727982"/>
                  </a:lnTo>
                  <a:lnTo>
                    <a:pt x="5728541" y="1727982"/>
                  </a:lnTo>
                  <a:lnTo>
                    <a:pt x="5729794" y="1727982"/>
                  </a:lnTo>
                  <a:lnTo>
                    <a:pt x="5731048" y="1727982"/>
                  </a:lnTo>
                  <a:lnTo>
                    <a:pt x="5732301" y="1727982"/>
                  </a:lnTo>
                  <a:lnTo>
                    <a:pt x="5733554" y="1727982"/>
                  </a:lnTo>
                  <a:lnTo>
                    <a:pt x="5734807" y="1727982"/>
                  </a:lnTo>
                  <a:lnTo>
                    <a:pt x="5736061" y="1727982"/>
                  </a:lnTo>
                  <a:lnTo>
                    <a:pt x="5737314" y="1727982"/>
                  </a:lnTo>
                  <a:lnTo>
                    <a:pt x="5738567" y="1727982"/>
                  </a:lnTo>
                  <a:lnTo>
                    <a:pt x="5739820" y="1727982"/>
                  </a:lnTo>
                  <a:lnTo>
                    <a:pt x="5741073" y="1727982"/>
                  </a:lnTo>
                  <a:lnTo>
                    <a:pt x="5742327" y="1727982"/>
                  </a:lnTo>
                  <a:lnTo>
                    <a:pt x="5743580" y="1727982"/>
                  </a:lnTo>
                  <a:lnTo>
                    <a:pt x="5744833" y="1727982"/>
                  </a:lnTo>
                  <a:lnTo>
                    <a:pt x="5746086" y="1727982"/>
                  </a:lnTo>
                  <a:lnTo>
                    <a:pt x="5747339" y="1727982"/>
                  </a:lnTo>
                  <a:lnTo>
                    <a:pt x="5748593" y="1727982"/>
                  </a:lnTo>
                  <a:lnTo>
                    <a:pt x="5749846" y="1727982"/>
                  </a:lnTo>
                  <a:lnTo>
                    <a:pt x="5751099" y="1727982"/>
                  </a:lnTo>
                  <a:lnTo>
                    <a:pt x="5752352" y="1727982"/>
                  </a:lnTo>
                  <a:lnTo>
                    <a:pt x="5753606" y="1727982"/>
                  </a:lnTo>
                  <a:lnTo>
                    <a:pt x="5754859" y="1727982"/>
                  </a:lnTo>
                  <a:lnTo>
                    <a:pt x="5756112" y="1727982"/>
                  </a:lnTo>
                  <a:lnTo>
                    <a:pt x="5757365" y="1727982"/>
                  </a:lnTo>
                  <a:lnTo>
                    <a:pt x="5758618" y="1727982"/>
                  </a:lnTo>
                  <a:lnTo>
                    <a:pt x="5759872" y="1727982"/>
                  </a:lnTo>
                  <a:lnTo>
                    <a:pt x="5761125" y="1727982"/>
                  </a:lnTo>
                  <a:lnTo>
                    <a:pt x="5762378" y="1727982"/>
                  </a:lnTo>
                  <a:lnTo>
                    <a:pt x="5763631" y="1727982"/>
                  </a:lnTo>
                  <a:lnTo>
                    <a:pt x="5764884" y="1727982"/>
                  </a:lnTo>
                  <a:lnTo>
                    <a:pt x="5766138" y="1727982"/>
                  </a:lnTo>
                  <a:lnTo>
                    <a:pt x="5767391" y="1727982"/>
                  </a:lnTo>
                  <a:lnTo>
                    <a:pt x="5768644" y="1727982"/>
                  </a:lnTo>
                  <a:lnTo>
                    <a:pt x="5769897" y="1727982"/>
                  </a:lnTo>
                  <a:lnTo>
                    <a:pt x="5771151" y="1727982"/>
                  </a:lnTo>
                  <a:lnTo>
                    <a:pt x="5772404" y="1727982"/>
                  </a:lnTo>
                  <a:lnTo>
                    <a:pt x="5773657" y="1727982"/>
                  </a:lnTo>
                  <a:lnTo>
                    <a:pt x="5774910" y="1727982"/>
                  </a:lnTo>
                  <a:lnTo>
                    <a:pt x="5776163" y="1727982"/>
                  </a:lnTo>
                  <a:lnTo>
                    <a:pt x="5777417" y="1727982"/>
                  </a:lnTo>
                  <a:lnTo>
                    <a:pt x="5778670" y="1727982"/>
                  </a:lnTo>
                  <a:lnTo>
                    <a:pt x="5779923" y="1727982"/>
                  </a:lnTo>
                  <a:lnTo>
                    <a:pt x="5781176" y="1727982"/>
                  </a:lnTo>
                  <a:lnTo>
                    <a:pt x="5782430" y="1727982"/>
                  </a:lnTo>
                  <a:lnTo>
                    <a:pt x="5783683" y="1727982"/>
                  </a:lnTo>
                  <a:lnTo>
                    <a:pt x="5784936" y="1727982"/>
                  </a:lnTo>
                  <a:lnTo>
                    <a:pt x="5786189" y="1727982"/>
                  </a:lnTo>
                  <a:lnTo>
                    <a:pt x="5787442" y="1727982"/>
                  </a:lnTo>
                  <a:lnTo>
                    <a:pt x="5788696" y="1727982"/>
                  </a:lnTo>
                  <a:lnTo>
                    <a:pt x="5789949" y="1727982"/>
                  </a:lnTo>
                  <a:lnTo>
                    <a:pt x="5791202" y="1727982"/>
                  </a:lnTo>
                  <a:lnTo>
                    <a:pt x="5792455" y="1727982"/>
                  </a:lnTo>
                  <a:lnTo>
                    <a:pt x="5793708" y="1727982"/>
                  </a:lnTo>
                  <a:lnTo>
                    <a:pt x="5794962" y="1727982"/>
                  </a:lnTo>
                  <a:lnTo>
                    <a:pt x="5796215" y="1727982"/>
                  </a:lnTo>
                  <a:lnTo>
                    <a:pt x="5797468" y="1727982"/>
                  </a:lnTo>
                  <a:lnTo>
                    <a:pt x="5798721" y="1727982"/>
                  </a:lnTo>
                  <a:lnTo>
                    <a:pt x="5799975" y="1727982"/>
                  </a:lnTo>
                  <a:lnTo>
                    <a:pt x="5801228" y="1727982"/>
                  </a:lnTo>
                  <a:lnTo>
                    <a:pt x="5802481" y="1727982"/>
                  </a:lnTo>
                  <a:lnTo>
                    <a:pt x="5803734" y="1727982"/>
                  </a:lnTo>
                  <a:lnTo>
                    <a:pt x="5804987" y="1727982"/>
                  </a:lnTo>
                  <a:lnTo>
                    <a:pt x="5806241" y="1727982"/>
                  </a:lnTo>
                  <a:lnTo>
                    <a:pt x="5807494" y="1727982"/>
                  </a:lnTo>
                  <a:lnTo>
                    <a:pt x="5808747" y="1727982"/>
                  </a:lnTo>
                  <a:lnTo>
                    <a:pt x="5810000" y="1727982"/>
                  </a:lnTo>
                  <a:lnTo>
                    <a:pt x="5811254" y="1727982"/>
                  </a:lnTo>
                  <a:lnTo>
                    <a:pt x="5812507" y="1727982"/>
                  </a:lnTo>
                  <a:lnTo>
                    <a:pt x="5813760" y="1727982"/>
                  </a:lnTo>
                  <a:lnTo>
                    <a:pt x="5815013" y="1727982"/>
                  </a:lnTo>
                  <a:lnTo>
                    <a:pt x="5816266" y="1727982"/>
                  </a:lnTo>
                  <a:lnTo>
                    <a:pt x="5817520" y="1727982"/>
                  </a:lnTo>
                  <a:lnTo>
                    <a:pt x="5818773" y="1727982"/>
                  </a:lnTo>
                  <a:lnTo>
                    <a:pt x="5820026" y="1727982"/>
                  </a:lnTo>
                  <a:lnTo>
                    <a:pt x="5821279" y="1727982"/>
                  </a:lnTo>
                  <a:lnTo>
                    <a:pt x="5822532" y="1727982"/>
                  </a:lnTo>
                  <a:lnTo>
                    <a:pt x="5823786" y="1727982"/>
                  </a:lnTo>
                  <a:lnTo>
                    <a:pt x="5825039" y="1727982"/>
                  </a:lnTo>
                  <a:lnTo>
                    <a:pt x="5826292" y="1727982"/>
                  </a:lnTo>
                  <a:lnTo>
                    <a:pt x="5827545" y="1727982"/>
                  </a:lnTo>
                  <a:lnTo>
                    <a:pt x="5828799" y="1727982"/>
                  </a:lnTo>
                  <a:lnTo>
                    <a:pt x="5830052" y="1727982"/>
                  </a:lnTo>
                  <a:lnTo>
                    <a:pt x="5831305" y="1727982"/>
                  </a:lnTo>
                  <a:lnTo>
                    <a:pt x="5832558" y="1727982"/>
                  </a:lnTo>
                  <a:lnTo>
                    <a:pt x="5833811" y="1727982"/>
                  </a:lnTo>
                  <a:lnTo>
                    <a:pt x="5835065" y="1727982"/>
                  </a:lnTo>
                  <a:lnTo>
                    <a:pt x="5836318" y="1727982"/>
                  </a:lnTo>
                  <a:lnTo>
                    <a:pt x="5837571" y="1727982"/>
                  </a:lnTo>
                  <a:lnTo>
                    <a:pt x="5838824" y="1727982"/>
                  </a:lnTo>
                  <a:lnTo>
                    <a:pt x="5840078" y="1727982"/>
                  </a:lnTo>
                  <a:lnTo>
                    <a:pt x="5841331" y="1727982"/>
                  </a:lnTo>
                  <a:lnTo>
                    <a:pt x="5842584" y="1727982"/>
                  </a:lnTo>
                  <a:lnTo>
                    <a:pt x="5843837" y="1727982"/>
                  </a:lnTo>
                  <a:lnTo>
                    <a:pt x="5845090" y="1727982"/>
                  </a:lnTo>
                  <a:lnTo>
                    <a:pt x="5846344" y="1727982"/>
                  </a:lnTo>
                  <a:lnTo>
                    <a:pt x="5847597" y="1727982"/>
                  </a:lnTo>
                  <a:lnTo>
                    <a:pt x="5848850" y="1727982"/>
                  </a:lnTo>
                  <a:lnTo>
                    <a:pt x="5850103" y="1727982"/>
                  </a:lnTo>
                  <a:lnTo>
                    <a:pt x="5851356" y="1727982"/>
                  </a:lnTo>
                  <a:lnTo>
                    <a:pt x="5852610" y="1727982"/>
                  </a:lnTo>
                  <a:lnTo>
                    <a:pt x="5853863" y="1727982"/>
                  </a:lnTo>
                  <a:lnTo>
                    <a:pt x="5855116" y="1727982"/>
                  </a:lnTo>
                  <a:lnTo>
                    <a:pt x="5856369" y="1727982"/>
                  </a:lnTo>
                  <a:lnTo>
                    <a:pt x="5857623" y="1727982"/>
                  </a:lnTo>
                  <a:lnTo>
                    <a:pt x="5858876" y="1727982"/>
                  </a:lnTo>
                  <a:lnTo>
                    <a:pt x="5860129" y="1727982"/>
                  </a:lnTo>
                  <a:lnTo>
                    <a:pt x="5861382" y="1727982"/>
                  </a:lnTo>
                  <a:lnTo>
                    <a:pt x="5862635" y="1727982"/>
                  </a:lnTo>
                  <a:lnTo>
                    <a:pt x="5863889" y="1727982"/>
                  </a:lnTo>
                  <a:lnTo>
                    <a:pt x="5865142" y="1727982"/>
                  </a:lnTo>
                  <a:lnTo>
                    <a:pt x="5866395" y="1727982"/>
                  </a:lnTo>
                  <a:lnTo>
                    <a:pt x="5867648" y="1727982"/>
                  </a:lnTo>
                  <a:lnTo>
                    <a:pt x="5868902" y="1727982"/>
                  </a:lnTo>
                  <a:lnTo>
                    <a:pt x="5870155" y="1727982"/>
                  </a:lnTo>
                  <a:lnTo>
                    <a:pt x="5871408" y="1727982"/>
                  </a:lnTo>
                  <a:lnTo>
                    <a:pt x="5872661" y="1727982"/>
                  </a:lnTo>
                  <a:lnTo>
                    <a:pt x="5873914" y="1727982"/>
                  </a:lnTo>
                  <a:lnTo>
                    <a:pt x="5875168" y="1727982"/>
                  </a:lnTo>
                  <a:lnTo>
                    <a:pt x="5876421" y="1727982"/>
                  </a:lnTo>
                  <a:lnTo>
                    <a:pt x="5877674" y="1727982"/>
                  </a:lnTo>
                  <a:lnTo>
                    <a:pt x="5878927" y="1727982"/>
                  </a:lnTo>
                  <a:lnTo>
                    <a:pt x="5880180" y="1727982"/>
                  </a:lnTo>
                  <a:lnTo>
                    <a:pt x="5881434" y="1727982"/>
                  </a:lnTo>
                  <a:lnTo>
                    <a:pt x="5882687" y="1727982"/>
                  </a:lnTo>
                  <a:lnTo>
                    <a:pt x="5883940" y="1727982"/>
                  </a:lnTo>
                  <a:lnTo>
                    <a:pt x="5885193" y="1727982"/>
                  </a:lnTo>
                  <a:lnTo>
                    <a:pt x="5886447" y="1727982"/>
                  </a:lnTo>
                  <a:lnTo>
                    <a:pt x="5887700" y="1727982"/>
                  </a:lnTo>
                  <a:lnTo>
                    <a:pt x="5888953" y="1727982"/>
                  </a:lnTo>
                  <a:lnTo>
                    <a:pt x="5890206" y="1727982"/>
                  </a:lnTo>
                  <a:lnTo>
                    <a:pt x="5891459" y="1727982"/>
                  </a:lnTo>
                  <a:lnTo>
                    <a:pt x="5892713" y="1727982"/>
                  </a:lnTo>
                  <a:lnTo>
                    <a:pt x="5893966" y="1727982"/>
                  </a:lnTo>
                  <a:lnTo>
                    <a:pt x="5895219" y="1727982"/>
                  </a:lnTo>
                  <a:lnTo>
                    <a:pt x="5896472" y="1727982"/>
                  </a:lnTo>
                  <a:lnTo>
                    <a:pt x="5897726" y="1727982"/>
                  </a:lnTo>
                  <a:lnTo>
                    <a:pt x="5898979" y="1727982"/>
                  </a:lnTo>
                  <a:lnTo>
                    <a:pt x="5900232" y="1727982"/>
                  </a:lnTo>
                  <a:lnTo>
                    <a:pt x="5901485" y="1727982"/>
                  </a:lnTo>
                  <a:lnTo>
                    <a:pt x="5902738" y="1727982"/>
                  </a:lnTo>
                  <a:lnTo>
                    <a:pt x="5903992" y="1727982"/>
                  </a:lnTo>
                  <a:lnTo>
                    <a:pt x="5905245" y="1727982"/>
                  </a:lnTo>
                  <a:lnTo>
                    <a:pt x="5906498" y="1727982"/>
                  </a:lnTo>
                  <a:lnTo>
                    <a:pt x="5907751" y="1727982"/>
                  </a:lnTo>
                  <a:lnTo>
                    <a:pt x="5909004" y="1727982"/>
                  </a:lnTo>
                  <a:lnTo>
                    <a:pt x="5910258" y="1727982"/>
                  </a:lnTo>
                  <a:lnTo>
                    <a:pt x="5911511" y="1727982"/>
                  </a:lnTo>
                  <a:lnTo>
                    <a:pt x="5912764" y="1727982"/>
                  </a:lnTo>
                  <a:lnTo>
                    <a:pt x="5914017" y="1727982"/>
                  </a:lnTo>
                  <a:lnTo>
                    <a:pt x="5915271" y="1727982"/>
                  </a:lnTo>
                  <a:lnTo>
                    <a:pt x="5916524" y="1727982"/>
                  </a:lnTo>
                  <a:lnTo>
                    <a:pt x="5917777" y="1727982"/>
                  </a:lnTo>
                  <a:lnTo>
                    <a:pt x="5919030" y="1727982"/>
                  </a:lnTo>
                  <a:lnTo>
                    <a:pt x="5920283" y="1727982"/>
                  </a:lnTo>
                  <a:lnTo>
                    <a:pt x="5921537" y="1727982"/>
                  </a:lnTo>
                  <a:lnTo>
                    <a:pt x="5922790" y="1727982"/>
                  </a:lnTo>
                  <a:lnTo>
                    <a:pt x="5924043" y="1727982"/>
                  </a:lnTo>
                  <a:lnTo>
                    <a:pt x="5925296" y="1727982"/>
                  </a:lnTo>
                  <a:lnTo>
                    <a:pt x="5926549" y="1727982"/>
                  </a:lnTo>
                  <a:lnTo>
                    <a:pt x="5927803" y="1727982"/>
                  </a:lnTo>
                  <a:lnTo>
                    <a:pt x="5929056" y="1727982"/>
                  </a:lnTo>
                  <a:lnTo>
                    <a:pt x="5930309" y="1727982"/>
                  </a:lnTo>
                  <a:lnTo>
                    <a:pt x="5931562" y="1727982"/>
                  </a:lnTo>
                  <a:lnTo>
                    <a:pt x="5932816" y="1727982"/>
                  </a:lnTo>
                  <a:lnTo>
                    <a:pt x="5934069" y="1727982"/>
                  </a:lnTo>
                  <a:lnTo>
                    <a:pt x="5935322" y="1727982"/>
                  </a:lnTo>
                  <a:lnTo>
                    <a:pt x="5936575" y="1727982"/>
                  </a:lnTo>
                  <a:lnTo>
                    <a:pt x="5937828" y="1727982"/>
                  </a:lnTo>
                  <a:lnTo>
                    <a:pt x="5939082" y="1727982"/>
                  </a:lnTo>
                  <a:lnTo>
                    <a:pt x="5940335" y="1727982"/>
                  </a:lnTo>
                  <a:lnTo>
                    <a:pt x="5941588" y="1727982"/>
                  </a:lnTo>
                  <a:lnTo>
                    <a:pt x="5942841" y="1727982"/>
                  </a:lnTo>
                  <a:lnTo>
                    <a:pt x="5944095" y="1727982"/>
                  </a:lnTo>
                  <a:lnTo>
                    <a:pt x="5945348" y="1727982"/>
                  </a:lnTo>
                  <a:lnTo>
                    <a:pt x="5946601" y="1727982"/>
                  </a:lnTo>
                  <a:lnTo>
                    <a:pt x="5947854" y="1727982"/>
                  </a:lnTo>
                  <a:lnTo>
                    <a:pt x="5949107" y="1727982"/>
                  </a:lnTo>
                  <a:lnTo>
                    <a:pt x="5950361" y="1727982"/>
                  </a:lnTo>
                  <a:lnTo>
                    <a:pt x="5951614" y="1727982"/>
                  </a:lnTo>
                  <a:lnTo>
                    <a:pt x="5952867" y="1727982"/>
                  </a:lnTo>
                  <a:lnTo>
                    <a:pt x="5954120" y="1727982"/>
                  </a:lnTo>
                  <a:lnTo>
                    <a:pt x="5955373" y="1727982"/>
                  </a:lnTo>
                  <a:lnTo>
                    <a:pt x="5956627" y="1727982"/>
                  </a:lnTo>
                  <a:lnTo>
                    <a:pt x="5957880" y="1727982"/>
                  </a:lnTo>
                  <a:lnTo>
                    <a:pt x="5959133" y="1727982"/>
                  </a:lnTo>
                  <a:lnTo>
                    <a:pt x="5960386" y="1727982"/>
                  </a:lnTo>
                  <a:lnTo>
                    <a:pt x="5961640" y="1727982"/>
                  </a:lnTo>
                  <a:lnTo>
                    <a:pt x="5962893" y="1727982"/>
                  </a:lnTo>
                  <a:lnTo>
                    <a:pt x="5964146" y="1727982"/>
                  </a:lnTo>
                  <a:lnTo>
                    <a:pt x="5965399" y="1727982"/>
                  </a:lnTo>
                  <a:lnTo>
                    <a:pt x="5966652" y="1727982"/>
                  </a:lnTo>
                  <a:lnTo>
                    <a:pt x="5967906" y="1727982"/>
                  </a:lnTo>
                  <a:lnTo>
                    <a:pt x="5969159" y="1727982"/>
                  </a:lnTo>
                  <a:lnTo>
                    <a:pt x="5970412" y="1727982"/>
                  </a:lnTo>
                  <a:lnTo>
                    <a:pt x="5971665" y="1727982"/>
                  </a:lnTo>
                  <a:lnTo>
                    <a:pt x="5972919" y="1727982"/>
                  </a:lnTo>
                  <a:lnTo>
                    <a:pt x="5974172" y="1727982"/>
                  </a:lnTo>
                  <a:lnTo>
                    <a:pt x="5975425" y="1727982"/>
                  </a:lnTo>
                  <a:lnTo>
                    <a:pt x="5976678" y="1727982"/>
                  </a:lnTo>
                  <a:lnTo>
                    <a:pt x="5977931" y="1727982"/>
                  </a:lnTo>
                  <a:lnTo>
                    <a:pt x="5979185" y="1727982"/>
                  </a:lnTo>
                  <a:lnTo>
                    <a:pt x="5980438" y="1727982"/>
                  </a:lnTo>
                  <a:lnTo>
                    <a:pt x="5981691" y="1727982"/>
                  </a:lnTo>
                  <a:lnTo>
                    <a:pt x="5982944" y="1727982"/>
                  </a:lnTo>
                  <a:lnTo>
                    <a:pt x="5984197" y="1727982"/>
                  </a:lnTo>
                  <a:lnTo>
                    <a:pt x="5985451" y="1727982"/>
                  </a:lnTo>
                  <a:lnTo>
                    <a:pt x="5986704" y="1727982"/>
                  </a:lnTo>
                  <a:lnTo>
                    <a:pt x="5987957" y="1727982"/>
                  </a:lnTo>
                  <a:lnTo>
                    <a:pt x="5989210" y="1727982"/>
                  </a:lnTo>
                  <a:lnTo>
                    <a:pt x="5990464" y="1727982"/>
                  </a:lnTo>
                  <a:lnTo>
                    <a:pt x="5991717" y="1727982"/>
                  </a:lnTo>
                  <a:lnTo>
                    <a:pt x="5992970" y="1727982"/>
                  </a:lnTo>
                  <a:lnTo>
                    <a:pt x="5994223" y="1727982"/>
                  </a:lnTo>
                  <a:lnTo>
                    <a:pt x="5995476" y="1727982"/>
                  </a:lnTo>
                  <a:lnTo>
                    <a:pt x="5996730" y="1727982"/>
                  </a:lnTo>
                  <a:lnTo>
                    <a:pt x="5997983" y="1727982"/>
                  </a:lnTo>
                  <a:lnTo>
                    <a:pt x="5999236" y="1727982"/>
                  </a:lnTo>
                  <a:lnTo>
                    <a:pt x="6000489" y="1727982"/>
                  </a:lnTo>
                  <a:lnTo>
                    <a:pt x="6001743" y="1727982"/>
                  </a:lnTo>
                  <a:lnTo>
                    <a:pt x="6002996" y="1727982"/>
                  </a:lnTo>
                  <a:lnTo>
                    <a:pt x="6004249" y="1727982"/>
                  </a:lnTo>
                  <a:lnTo>
                    <a:pt x="6005502" y="1727982"/>
                  </a:lnTo>
                  <a:lnTo>
                    <a:pt x="6006755" y="1727982"/>
                  </a:lnTo>
                  <a:lnTo>
                    <a:pt x="6008009" y="1727982"/>
                  </a:lnTo>
                  <a:lnTo>
                    <a:pt x="6009262" y="1727982"/>
                  </a:lnTo>
                  <a:lnTo>
                    <a:pt x="6010515" y="1727982"/>
                  </a:lnTo>
                  <a:lnTo>
                    <a:pt x="6011768" y="1727982"/>
                  </a:lnTo>
                  <a:lnTo>
                    <a:pt x="6013021" y="1727982"/>
                  </a:lnTo>
                  <a:lnTo>
                    <a:pt x="6014275" y="1727982"/>
                  </a:lnTo>
                  <a:lnTo>
                    <a:pt x="6015528" y="1727982"/>
                  </a:lnTo>
                  <a:lnTo>
                    <a:pt x="6016781" y="1727982"/>
                  </a:lnTo>
                  <a:lnTo>
                    <a:pt x="6018034" y="1727982"/>
                  </a:lnTo>
                  <a:lnTo>
                    <a:pt x="6019288" y="1727982"/>
                  </a:lnTo>
                  <a:lnTo>
                    <a:pt x="6020541" y="1727982"/>
                  </a:lnTo>
                  <a:lnTo>
                    <a:pt x="6021794" y="1727982"/>
                  </a:lnTo>
                  <a:lnTo>
                    <a:pt x="6023047" y="1727982"/>
                  </a:lnTo>
                  <a:lnTo>
                    <a:pt x="6024300" y="1727982"/>
                  </a:lnTo>
                  <a:lnTo>
                    <a:pt x="6025554" y="1727982"/>
                  </a:lnTo>
                  <a:lnTo>
                    <a:pt x="6026807" y="1727982"/>
                  </a:lnTo>
                  <a:lnTo>
                    <a:pt x="6028060" y="1727982"/>
                  </a:lnTo>
                  <a:lnTo>
                    <a:pt x="6029313" y="1727982"/>
                  </a:lnTo>
                  <a:lnTo>
                    <a:pt x="6030567" y="1727982"/>
                  </a:lnTo>
                  <a:lnTo>
                    <a:pt x="6031820" y="1727982"/>
                  </a:lnTo>
                  <a:lnTo>
                    <a:pt x="6033073" y="1727982"/>
                  </a:lnTo>
                  <a:lnTo>
                    <a:pt x="6034326" y="1727982"/>
                  </a:lnTo>
                  <a:lnTo>
                    <a:pt x="6035579" y="1727982"/>
                  </a:lnTo>
                  <a:lnTo>
                    <a:pt x="6036833" y="1727982"/>
                  </a:lnTo>
                  <a:lnTo>
                    <a:pt x="6038086" y="1727982"/>
                  </a:lnTo>
                  <a:lnTo>
                    <a:pt x="6039339" y="1727982"/>
                  </a:lnTo>
                  <a:lnTo>
                    <a:pt x="6040592" y="1727982"/>
                  </a:lnTo>
                  <a:lnTo>
                    <a:pt x="6041845" y="1727982"/>
                  </a:lnTo>
                  <a:lnTo>
                    <a:pt x="6043099" y="1727982"/>
                  </a:lnTo>
                  <a:lnTo>
                    <a:pt x="6044352" y="1727982"/>
                  </a:lnTo>
                  <a:lnTo>
                    <a:pt x="6045605" y="1727982"/>
                  </a:lnTo>
                  <a:lnTo>
                    <a:pt x="6046858" y="1727982"/>
                  </a:lnTo>
                  <a:lnTo>
                    <a:pt x="6048112" y="1727982"/>
                  </a:lnTo>
                  <a:lnTo>
                    <a:pt x="6049365" y="1727982"/>
                  </a:lnTo>
                  <a:lnTo>
                    <a:pt x="6050618" y="1727982"/>
                  </a:lnTo>
                  <a:lnTo>
                    <a:pt x="6051871" y="1727982"/>
                  </a:lnTo>
                  <a:lnTo>
                    <a:pt x="6053124" y="1727982"/>
                  </a:lnTo>
                  <a:lnTo>
                    <a:pt x="6054378" y="1727982"/>
                  </a:lnTo>
                  <a:lnTo>
                    <a:pt x="6055631" y="1727982"/>
                  </a:lnTo>
                  <a:lnTo>
                    <a:pt x="6056884" y="1727982"/>
                  </a:lnTo>
                  <a:lnTo>
                    <a:pt x="6058137" y="1727982"/>
                  </a:lnTo>
                  <a:lnTo>
                    <a:pt x="6059391" y="1727982"/>
                  </a:lnTo>
                  <a:lnTo>
                    <a:pt x="6060644" y="1727982"/>
                  </a:lnTo>
                  <a:lnTo>
                    <a:pt x="6061897" y="1727982"/>
                  </a:lnTo>
                  <a:lnTo>
                    <a:pt x="6063150" y="1727982"/>
                  </a:lnTo>
                  <a:lnTo>
                    <a:pt x="6064403" y="1727982"/>
                  </a:lnTo>
                  <a:lnTo>
                    <a:pt x="6065657" y="1727982"/>
                  </a:lnTo>
                  <a:lnTo>
                    <a:pt x="6066910" y="1727982"/>
                  </a:lnTo>
                  <a:lnTo>
                    <a:pt x="6068163" y="1727982"/>
                  </a:lnTo>
                  <a:lnTo>
                    <a:pt x="6069416" y="1727982"/>
                  </a:lnTo>
                  <a:lnTo>
                    <a:pt x="6070669" y="1727982"/>
                  </a:lnTo>
                  <a:lnTo>
                    <a:pt x="6071923" y="1727982"/>
                  </a:lnTo>
                  <a:lnTo>
                    <a:pt x="6073176" y="1727982"/>
                  </a:lnTo>
                  <a:lnTo>
                    <a:pt x="6074429" y="1727982"/>
                  </a:lnTo>
                  <a:lnTo>
                    <a:pt x="6075682" y="1727982"/>
                  </a:lnTo>
                  <a:lnTo>
                    <a:pt x="6076936" y="1727982"/>
                  </a:lnTo>
                  <a:lnTo>
                    <a:pt x="6078189" y="1727982"/>
                  </a:lnTo>
                  <a:lnTo>
                    <a:pt x="6079442" y="1727982"/>
                  </a:lnTo>
                  <a:lnTo>
                    <a:pt x="6080695" y="1727982"/>
                  </a:lnTo>
                  <a:lnTo>
                    <a:pt x="6081948" y="1727982"/>
                  </a:lnTo>
                  <a:lnTo>
                    <a:pt x="6083202" y="1727982"/>
                  </a:lnTo>
                  <a:lnTo>
                    <a:pt x="6084455" y="1727982"/>
                  </a:lnTo>
                  <a:lnTo>
                    <a:pt x="6085708" y="1727982"/>
                  </a:lnTo>
                  <a:lnTo>
                    <a:pt x="6086961" y="1727982"/>
                  </a:lnTo>
                  <a:lnTo>
                    <a:pt x="6088214" y="1727982"/>
                  </a:lnTo>
                  <a:lnTo>
                    <a:pt x="6089468" y="1727982"/>
                  </a:lnTo>
                  <a:lnTo>
                    <a:pt x="6090721" y="1727982"/>
                  </a:lnTo>
                  <a:lnTo>
                    <a:pt x="6091974" y="1727982"/>
                  </a:lnTo>
                  <a:lnTo>
                    <a:pt x="6093227" y="1727982"/>
                  </a:lnTo>
                  <a:lnTo>
                    <a:pt x="6094481" y="1727982"/>
                  </a:lnTo>
                  <a:lnTo>
                    <a:pt x="6095734" y="1727982"/>
                  </a:lnTo>
                  <a:lnTo>
                    <a:pt x="6096987" y="1727982"/>
                  </a:lnTo>
                  <a:lnTo>
                    <a:pt x="6098240" y="1727982"/>
                  </a:lnTo>
                  <a:lnTo>
                    <a:pt x="6099493" y="1727982"/>
                  </a:lnTo>
                  <a:lnTo>
                    <a:pt x="6100747" y="1727982"/>
                  </a:lnTo>
                  <a:lnTo>
                    <a:pt x="6102000" y="1727982"/>
                  </a:lnTo>
                  <a:lnTo>
                    <a:pt x="6103253" y="1727982"/>
                  </a:lnTo>
                  <a:lnTo>
                    <a:pt x="6104506" y="1727982"/>
                  </a:lnTo>
                  <a:lnTo>
                    <a:pt x="6105760" y="1727982"/>
                  </a:lnTo>
                  <a:lnTo>
                    <a:pt x="6107013" y="1727982"/>
                  </a:lnTo>
                  <a:lnTo>
                    <a:pt x="6108266" y="1727982"/>
                  </a:lnTo>
                  <a:lnTo>
                    <a:pt x="6109519" y="1727982"/>
                  </a:lnTo>
                  <a:lnTo>
                    <a:pt x="6110772" y="1727982"/>
                  </a:lnTo>
                  <a:lnTo>
                    <a:pt x="6112026" y="1727982"/>
                  </a:lnTo>
                  <a:lnTo>
                    <a:pt x="6113279" y="1727982"/>
                  </a:lnTo>
                  <a:lnTo>
                    <a:pt x="6114532" y="1727982"/>
                  </a:lnTo>
                  <a:lnTo>
                    <a:pt x="6115785" y="1727982"/>
                  </a:lnTo>
                  <a:lnTo>
                    <a:pt x="6117038" y="1727982"/>
                  </a:lnTo>
                  <a:lnTo>
                    <a:pt x="6118292" y="1727982"/>
                  </a:lnTo>
                  <a:lnTo>
                    <a:pt x="6119545" y="1727982"/>
                  </a:lnTo>
                  <a:lnTo>
                    <a:pt x="6120798" y="1727982"/>
                  </a:lnTo>
                  <a:lnTo>
                    <a:pt x="6122051" y="1727982"/>
                  </a:lnTo>
                  <a:lnTo>
                    <a:pt x="6123305" y="1727982"/>
                  </a:lnTo>
                  <a:lnTo>
                    <a:pt x="6124558" y="1727982"/>
                  </a:lnTo>
                  <a:lnTo>
                    <a:pt x="6125811" y="1727982"/>
                  </a:lnTo>
                  <a:lnTo>
                    <a:pt x="6127064" y="1727982"/>
                  </a:lnTo>
                  <a:lnTo>
                    <a:pt x="6128317" y="1727982"/>
                  </a:lnTo>
                  <a:lnTo>
                    <a:pt x="6129571" y="1727982"/>
                  </a:lnTo>
                  <a:lnTo>
                    <a:pt x="6130824" y="1727982"/>
                  </a:lnTo>
                  <a:lnTo>
                    <a:pt x="6132077" y="1727982"/>
                  </a:lnTo>
                  <a:lnTo>
                    <a:pt x="6133330" y="1727982"/>
                  </a:lnTo>
                  <a:lnTo>
                    <a:pt x="6134584" y="1727982"/>
                  </a:lnTo>
                  <a:lnTo>
                    <a:pt x="6135837" y="1727982"/>
                  </a:lnTo>
                  <a:lnTo>
                    <a:pt x="6137090" y="1727982"/>
                  </a:lnTo>
                  <a:lnTo>
                    <a:pt x="6138343" y="1727982"/>
                  </a:lnTo>
                  <a:lnTo>
                    <a:pt x="6139596" y="1727982"/>
                  </a:lnTo>
                  <a:lnTo>
                    <a:pt x="6140850" y="1727982"/>
                  </a:lnTo>
                  <a:lnTo>
                    <a:pt x="6142103" y="1727982"/>
                  </a:lnTo>
                  <a:lnTo>
                    <a:pt x="6143356" y="1727982"/>
                  </a:lnTo>
                  <a:lnTo>
                    <a:pt x="6144609" y="1727982"/>
                  </a:lnTo>
                  <a:lnTo>
                    <a:pt x="6145862" y="1727982"/>
                  </a:lnTo>
                  <a:lnTo>
                    <a:pt x="6147116" y="1727982"/>
                  </a:lnTo>
                  <a:lnTo>
                    <a:pt x="6148369" y="1727982"/>
                  </a:lnTo>
                  <a:lnTo>
                    <a:pt x="6149622" y="1727982"/>
                  </a:lnTo>
                  <a:lnTo>
                    <a:pt x="6150875" y="1727982"/>
                  </a:lnTo>
                  <a:lnTo>
                    <a:pt x="6152129" y="1727982"/>
                  </a:lnTo>
                  <a:lnTo>
                    <a:pt x="6153382" y="1727982"/>
                  </a:lnTo>
                  <a:lnTo>
                    <a:pt x="6154635" y="1727982"/>
                  </a:lnTo>
                  <a:lnTo>
                    <a:pt x="6155888" y="1727982"/>
                  </a:lnTo>
                  <a:lnTo>
                    <a:pt x="6157141" y="1727982"/>
                  </a:lnTo>
                  <a:lnTo>
                    <a:pt x="6158395" y="1727982"/>
                  </a:lnTo>
                  <a:lnTo>
                    <a:pt x="6159648" y="1727982"/>
                  </a:lnTo>
                  <a:lnTo>
                    <a:pt x="6160901" y="1727982"/>
                  </a:lnTo>
                  <a:lnTo>
                    <a:pt x="6162154" y="1727982"/>
                  </a:lnTo>
                  <a:lnTo>
                    <a:pt x="6163408" y="1727982"/>
                  </a:lnTo>
                  <a:lnTo>
                    <a:pt x="6164661" y="1727982"/>
                  </a:lnTo>
                  <a:lnTo>
                    <a:pt x="6165914" y="1727982"/>
                  </a:lnTo>
                  <a:lnTo>
                    <a:pt x="6167167" y="1727982"/>
                  </a:lnTo>
                  <a:lnTo>
                    <a:pt x="6168420" y="1727982"/>
                  </a:lnTo>
                  <a:lnTo>
                    <a:pt x="6169674" y="1727982"/>
                  </a:lnTo>
                  <a:lnTo>
                    <a:pt x="6170927" y="1727982"/>
                  </a:lnTo>
                  <a:lnTo>
                    <a:pt x="6172180" y="1727982"/>
                  </a:lnTo>
                  <a:lnTo>
                    <a:pt x="6173433" y="1727982"/>
                  </a:lnTo>
                  <a:lnTo>
                    <a:pt x="6174686" y="1727982"/>
                  </a:lnTo>
                  <a:lnTo>
                    <a:pt x="6175940" y="1727982"/>
                  </a:lnTo>
                  <a:lnTo>
                    <a:pt x="6177193" y="1727982"/>
                  </a:lnTo>
                  <a:lnTo>
                    <a:pt x="6178446" y="1727982"/>
                  </a:lnTo>
                  <a:lnTo>
                    <a:pt x="6179699" y="1727982"/>
                  </a:lnTo>
                  <a:lnTo>
                    <a:pt x="6180953" y="1727982"/>
                  </a:lnTo>
                  <a:lnTo>
                    <a:pt x="6182206" y="1727982"/>
                  </a:lnTo>
                  <a:lnTo>
                    <a:pt x="6183459" y="1727982"/>
                  </a:lnTo>
                  <a:lnTo>
                    <a:pt x="6184712" y="1727982"/>
                  </a:lnTo>
                  <a:lnTo>
                    <a:pt x="6185965" y="1727982"/>
                  </a:lnTo>
                  <a:lnTo>
                    <a:pt x="6187219" y="1727982"/>
                  </a:lnTo>
                  <a:lnTo>
                    <a:pt x="6188472" y="1727982"/>
                  </a:lnTo>
                  <a:lnTo>
                    <a:pt x="6189725" y="1727982"/>
                  </a:lnTo>
                  <a:lnTo>
                    <a:pt x="6190978" y="1727982"/>
                  </a:lnTo>
                  <a:lnTo>
                    <a:pt x="6192232" y="1727982"/>
                  </a:lnTo>
                  <a:lnTo>
                    <a:pt x="6193485" y="1727982"/>
                  </a:lnTo>
                  <a:lnTo>
                    <a:pt x="6194738" y="1727982"/>
                  </a:lnTo>
                  <a:lnTo>
                    <a:pt x="6195991" y="1727982"/>
                  </a:lnTo>
                  <a:lnTo>
                    <a:pt x="6197244" y="1727982"/>
                  </a:lnTo>
                  <a:lnTo>
                    <a:pt x="6198498" y="1727982"/>
                  </a:lnTo>
                  <a:lnTo>
                    <a:pt x="6199751" y="1727982"/>
                  </a:lnTo>
                  <a:lnTo>
                    <a:pt x="6201004" y="1727982"/>
                  </a:lnTo>
                  <a:lnTo>
                    <a:pt x="6202257" y="1727982"/>
                  </a:lnTo>
                  <a:lnTo>
                    <a:pt x="6203510" y="1727982"/>
                  </a:lnTo>
                  <a:lnTo>
                    <a:pt x="6204764" y="1727982"/>
                  </a:lnTo>
                  <a:lnTo>
                    <a:pt x="6204820" y="1826954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188720" y="2410585"/>
              <a:ext cx="0" cy="1337737"/>
            </a:xfrm>
            <a:custGeom>
              <a:avLst/>
              <a:pathLst>
                <a:path w="0" h="1337737">
                  <a:moveTo>
                    <a:pt x="0" y="133773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097280" y="3748322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097280" y="3302410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1097280" y="2856497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1097280" y="2410585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tx10"/>
            <p:cNvSpPr/>
            <p:nvPr/>
          </p:nvSpPr>
          <p:spPr>
            <a:xfrm rot="-5400000">
              <a:off x="864154" y="3691693"/>
              <a:ext cx="96961" cy="1132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12" name="tx11"/>
            <p:cNvSpPr/>
            <p:nvPr/>
          </p:nvSpPr>
          <p:spPr>
            <a:xfrm rot="-5400000">
              <a:off x="863149" y="3244776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13" name="tx12"/>
            <p:cNvSpPr/>
            <p:nvPr/>
          </p:nvSpPr>
          <p:spPr>
            <a:xfrm rot="-5400000">
              <a:off x="865233" y="2800947"/>
              <a:ext cx="96961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</a:t>
              </a:r>
            </a:p>
          </p:txBody>
        </p:sp>
        <p:sp>
          <p:nvSpPr>
            <p:cNvPr id="14" name="tx13"/>
            <p:cNvSpPr/>
            <p:nvPr/>
          </p:nvSpPr>
          <p:spPr>
            <a:xfrm rot="-5400000">
              <a:off x="863149" y="2352951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15" name="pg14"/>
            <p:cNvSpPr/>
            <p:nvPr/>
          </p:nvSpPr>
          <p:spPr>
            <a:xfrm>
              <a:off x="1188720" y="1965959"/>
              <a:ext cx="6766559" cy="1897221"/>
            </a:xfrm>
            <a:custGeom>
              <a:avLst/>
              <a:pathLst>
                <a:path w="6766559" h="1897221">
                  <a:moveTo>
                    <a:pt x="0" y="1897221"/>
                  </a:moveTo>
                  <a:lnTo>
                    <a:pt x="6766559" y="1897221"/>
                  </a:lnTo>
                  <a:lnTo>
                    <a:pt x="6766559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tx15"/>
            <p:cNvSpPr/>
            <p:nvPr/>
          </p:nvSpPr>
          <p:spPr>
            <a:xfrm>
              <a:off x="3861866" y="1673289"/>
              <a:ext cx="1420266" cy="1764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e75_ecto_cnt_n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4192897" y="4410636"/>
              <a:ext cx="758204" cy="1474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prof$start</a:t>
              </a:r>
            </a:p>
          </p:txBody>
        </p:sp>
        <p:sp>
          <p:nvSpPr>
            <p:cNvPr id="18" name="pg17"/>
            <p:cNvSpPr/>
            <p:nvPr/>
          </p:nvSpPr>
          <p:spPr>
            <a:xfrm>
              <a:off x="1468572" y="2036227"/>
              <a:ext cx="6204820" cy="1826954"/>
            </a:xfrm>
            <a:custGeom>
              <a:avLst/>
              <a:pathLst>
                <a:path w="6204820" h="1826954">
                  <a:moveTo>
                    <a:pt x="0" y="1826954"/>
                  </a:moveTo>
                  <a:lnTo>
                    <a:pt x="86" y="1670065"/>
                  </a:lnTo>
                  <a:lnTo>
                    <a:pt x="1339" y="1674844"/>
                  </a:lnTo>
                  <a:lnTo>
                    <a:pt x="2592" y="1679365"/>
                  </a:lnTo>
                  <a:lnTo>
                    <a:pt x="3846" y="1683607"/>
                  </a:lnTo>
                  <a:lnTo>
                    <a:pt x="5099" y="1687576"/>
                  </a:lnTo>
                  <a:lnTo>
                    <a:pt x="6352" y="1691256"/>
                  </a:lnTo>
                  <a:lnTo>
                    <a:pt x="7605" y="1694625"/>
                  </a:lnTo>
                  <a:lnTo>
                    <a:pt x="8859" y="1697706"/>
                  </a:lnTo>
                  <a:lnTo>
                    <a:pt x="10112" y="1700512"/>
                  </a:lnTo>
                  <a:lnTo>
                    <a:pt x="11365" y="1703039"/>
                  </a:lnTo>
                  <a:lnTo>
                    <a:pt x="12618" y="1705286"/>
                  </a:lnTo>
                  <a:lnTo>
                    <a:pt x="13871" y="1707294"/>
                  </a:lnTo>
                  <a:lnTo>
                    <a:pt x="15125" y="1709075"/>
                  </a:lnTo>
                  <a:lnTo>
                    <a:pt x="16378" y="1710618"/>
                  </a:lnTo>
                  <a:lnTo>
                    <a:pt x="17631" y="1711922"/>
                  </a:lnTo>
                  <a:lnTo>
                    <a:pt x="18884" y="1712996"/>
                  </a:lnTo>
                  <a:lnTo>
                    <a:pt x="20138" y="1713847"/>
                  </a:lnTo>
                  <a:lnTo>
                    <a:pt x="21391" y="1714492"/>
                  </a:lnTo>
                  <a:lnTo>
                    <a:pt x="22644" y="1714944"/>
                  </a:lnTo>
                  <a:lnTo>
                    <a:pt x="23897" y="1715189"/>
                  </a:lnTo>
                  <a:lnTo>
                    <a:pt x="25150" y="1715247"/>
                  </a:lnTo>
                  <a:lnTo>
                    <a:pt x="26404" y="1715184"/>
                  </a:lnTo>
                  <a:lnTo>
                    <a:pt x="27657" y="1714999"/>
                  </a:lnTo>
                  <a:lnTo>
                    <a:pt x="28910" y="1714695"/>
                  </a:lnTo>
                  <a:lnTo>
                    <a:pt x="30163" y="1714288"/>
                  </a:lnTo>
                  <a:lnTo>
                    <a:pt x="31416" y="1713812"/>
                  </a:lnTo>
                  <a:lnTo>
                    <a:pt x="32670" y="1713290"/>
                  </a:lnTo>
                  <a:lnTo>
                    <a:pt x="33923" y="1712717"/>
                  </a:lnTo>
                  <a:lnTo>
                    <a:pt x="35176" y="1712092"/>
                  </a:lnTo>
                  <a:lnTo>
                    <a:pt x="36429" y="1711417"/>
                  </a:lnTo>
                  <a:lnTo>
                    <a:pt x="37683" y="1710691"/>
                  </a:lnTo>
                  <a:lnTo>
                    <a:pt x="38936" y="1709913"/>
                  </a:lnTo>
                  <a:lnTo>
                    <a:pt x="40189" y="1709090"/>
                  </a:lnTo>
                  <a:lnTo>
                    <a:pt x="41442" y="1708247"/>
                  </a:lnTo>
                  <a:lnTo>
                    <a:pt x="42695" y="1707424"/>
                  </a:lnTo>
                  <a:lnTo>
                    <a:pt x="43949" y="1706624"/>
                  </a:lnTo>
                  <a:lnTo>
                    <a:pt x="45202" y="1705836"/>
                  </a:lnTo>
                  <a:lnTo>
                    <a:pt x="46455" y="1705062"/>
                  </a:lnTo>
                  <a:lnTo>
                    <a:pt x="47708" y="1704300"/>
                  </a:lnTo>
                  <a:lnTo>
                    <a:pt x="48962" y="1703548"/>
                  </a:lnTo>
                  <a:lnTo>
                    <a:pt x="50215" y="1702803"/>
                  </a:lnTo>
                  <a:lnTo>
                    <a:pt x="51468" y="1702067"/>
                  </a:lnTo>
                  <a:lnTo>
                    <a:pt x="52721" y="1701331"/>
                  </a:lnTo>
                  <a:lnTo>
                    <a:pt x="53974" y="1700587"/>
                  </a:lnTo>
                  <a:lnTo>
                    <a:pt x="55228" y="1699834"/>
                  </a:lnTo>
                  <a:lnTo>
                    <a:pt x="56481" y="1699073"/>
                  </a:lnTo>
                  <a:lnTo>
                    <a:pt x="57734" y="1698334"/>
                  </a:lnTo>
                  <a:lnTo>
                    <a:pt x="58987" y="1697650"/>
                  </a:lnTo>
                  <a:lnTo>
                    <a:pt x="60240" y="1697026"/>
                  </a:lnTo>
                  <a:lnTo>
                    <a:pt x="61494" y="1696463"/>
                  </a:lnTo>
                  <a:lnTo>
                    <a:pt x="62747" y="1695957"/>
                  </a:lnTo>
                  <a:lnTo>
                    <a:pt x="64000" y="1695502"/>
                  </a:lnTo>
                  <a:lnTo>
                    <a:pt x="65253" y="1695098"/>
                  </a:lnTo>
                  <a:lnTo>
                    <a:pt x="66507" y="1694746"/>
                  </a:lnTo>
                  <a:lnTo>
                    <a:pt x="67760" y="1694446"/>
                  </a:lnTo>
                  <a:lnTo>
                    <a:pt x="69013" y="1694206"/>
                  </a:lnTo>
                  <a:lnTo>
                    <a:pt x="70266" y="1694060"/>
                  </a:lnTo>
                  <a:lnTo>
                    <a:pt x="71519" y="1694037"/>
                  </a:lnTo>
                  <a:lnTo>
                    <a:pt x="72773" y="1694143"/>
                  </a:lnTo>
                  <a:lnTo>
                    <a:pt x="74026" y="1694377"/>
                  </a:lnTo>
                  <a:lnTo>
                    <a:pt x="75279" y="1694740"/>
                  </a:lnTo>
                  <a:lnTo>
                    <a:pt x="76532" y="1695204"/>
                  </a:lnTo>
                  <a:lnTo>
                    <a:pt x="77786" y="1695731"/>
                  </a:lnTo>
                  <a:lnTo>
                    <a:pt x="79039" y="1696310"/>
                  </a:lnTo>
                  <a:lnTo>
                    <a:pt x="80292" y="1696940"/>
                  </a:lnTo>
                  <a:lnTo>
                    <a:pt x="81545" y="1697627"/>
                  </a:lnTo>
                  <a:lnTo>
                    <a:pt x="82798" y="1698375"/>
                  </a:lnTo>
                  <a:lnTo>
                    <a:pt x="84052" y="1699183"/>
                  </a:lnTo>
                  <a:lnTo>
                    <a:pt x="85305" y="1700052"/>
                  </a:lnTo>
                  <a:lnTo>
                    <a:pt x="86558" y="1700983"/>
                  </a:lnTo>
                  <a:lnTo>
                    <a:pt x="87811" y="1701965"/>
                  </a:lnTo>
                  <a:lnTo>
                    <a:pt x="89064" y="1702955"/>
                  </a:lnTo>
                  <a:lnTo>
                    <a:pt x="90318" y="1703918"/>
                  </a:lnTo>
                  <a:lnTo>
                    <a:pt x="91571" y="1704865"/>
                  </a:lnTo>
                  <a:lnTo>
                    <a:pt x="92824" y="1705797"/>
                  </a:lnTo>
                  <a:lnTo>
                    <a:pt x="94077" y="1706717"/>
                  </a:lnTo>
                  <a:lnTo>
                    <a:pt x="95331" y="1707624"/>
                  </a:lnTo>
                  <a:lnTo>
                    <a:pt x="96584" y="1708522"/>
                  </a:lnTo>
                  <a:lnTo>
                    <a:pt x="97837" y="1709417"/>
                  </a:lnTo>
                  <a:lnTo>
                    <a:pt x="99090" y="1710307"/>
                  </a:lnTo>
                  <a:lnTo>
                    <a:pt x="100343" y="1711194"/>
                  </a:lnTo>
                  <a:lnTo>
                    <a:pt x="101597" y="1712077"/>
                  </a:lnTo>
                  <a:lnTo>
                    <a:pt x="102850" y="1712957"/>
                  </a:lnTo>
                  <a:lnTo>
                    <a:pt x="104103" y="1713832"/>
                  </a:lnTo>
                  <a:lnTo>
                    <a:pt x="105356" y="1714704"/>
                  </a:lnTo>
                  <a:lnTo>
                    <a:pt x="106610" y="1715572"/>
                  </a:lnTo>
                  <a:lnTo>
                    <a:pt x="107863" y="1716445"/>
                  </a:lnTo>
                  <a:lnTo>
                    <a:pt x="109116" y="1717331"/>
                  </a:lnTo>
                  <a:lnTo>
                    <a:pt x="110369" y="1718225"/>
                  </a:lnTo>
                  <a:lnTo>
                    <a:pt x="111622" y="1719119"/>
                  </a:lnTo>
                  <a:lnTo>
                    <a:pt x="112876" y="1720013"/>
                  </a:lnTo>
                  <a:lnTo>
                    <a:pt x="114129" y="1720908"/>
                  </a:lnTo>
                  <a:lnTo>
                    <a:pt x="115382" y="1721802"/>
                  </a:lnTo>
                  <a:lnTo>
                    <a:pt x="116635" y="1722705"/>
                  </a:lnTo>
                  <a:lnTo>
                    <a:pt x="117888" y="1723616"/>
                  </a:lnTo>
                  <a:lnTo>
                    <a:pt x="119142" y="1724535"/>
                  </a:lnTo>
                  <a:lnTo>
                    <a:pt x="120395" y="1725464"/>
                  </a:lnTo>
                  <a:lnTo>
                    <a:pt x="121648" y="1726368"/>
                  </a:lnTo>
                  <a:lnTo>
                    <a:pt x="122901" y="1727243"/>
                  </a:lnTo>
                  <a:lnTo>
                    <a:pt x="124155" y="1728087"/>
                  </a:lnTo>
                  <a:lnTo>
                    <a:pt x="125408" y="1728901"/>
                  </a:lnTo>
                  <a:lnTo>
                    <a:pt x="126661" y="1729688"/>
                  </a:lnTo>
                  <a:lnTo>
                    <a:pt x="127914" y="1730450"/>
                  </a:lnTo>
                  <a:lnTo>
                    <a:pt x="129167" y="1731187"/>
                  </a:lnTo>
                  <a:lnTo>
                    <a:pt x="130421" y="1731897"/>
                  </a:lnTo>
                  <a:lnTo>
                    <a:pt x="131674" y="1732582"/>
                  </a:lnTo>
                  <a:lnTo>
                    <a:pt x="132927" y="1733232"/>
                  </a:lnTo>
                  <a:lnTo>
                    <a:pt x="134180" y="1733823"/>
                  </a:lnTo>
                  <a:lnTo>
                    <a:pt x="135433" y="1734349"/>
                  </a:lnTo>
                  <a:lnTo>
                    <a:pt x="136687" y="1734812"/>
                  </a:lnTo>
                  <a:lnTo>
                    <a:pt x="137940" y="1735182"/>
                  </a:lnTo>
                  <a:lnTo>
                    <a:pt x="139193" y="1735448"/>
                  </a:lnTo>
                  <a:lnTo>
                    <a:pt x="140446" y="1735596"/>
                  </a:lnTo>
                  <a:lnTo>
                    <a:pt x="141700" y="1735630"/>
                  </a:lnTo>
                  <a:lnTo>
                    <a:pt x="142953" y="1735549"/>
                  </a:lnTo>
                  <a:lnTo>
                    <a:pt x="144206" y="1735353"/>
                  </a:lnTo>
                  <a:lnTo>
                    <a:pt x="145459" y="1735027"/>
                  </a:lnTo>
                  <a:lnTo>
                    <a:pt x="146712" y="1734556"/>
                  </a:lnTo>
                  <a:lnTo>
                    <a:pt x="147966" y="1733938"/>
                  </a:lnTo>
                  <a:lnTo>
                    <a:pt x="149219" y="1733179"/>
                  </a:lnTo>
                  <a:lnTo>
                    <a:pt x="150472" y="1732268"/>
                  </a:lnTo>
                  <a:lnTo>
                    <a:pt x="151725" y="1731176"/>
                  </a:lnTo>
                  <a:lnTo>
                    <a:pt x="152979" y="1729933"/>
                  </a:lnTo>
                  <a:lnTo>
                    <a:pt x="154232" y="1728534"/>
                  </a:lnTo>
                  <a:lnTo>
                    <a:pt x="155485" y="1726966"/>
                  </a:lnTo>
                  <a:lnTo>
                    <a:pt x="156738" y="1725240"/>
                  </a:lnTo>
                  <a:lnTo>
                    <a:pt x="157991" y="1723363"/>
                  </a:lnTo>
                  <a:lnTo>
                    <a:pt x="159245" y="1721337"/>
                  </a:lnTo>
                  <a:lnTo>
                    <a:pt x="160498" y="1719161"/>
                  </a:lnTo>
                  <a:lnTo>
                    <a:pt x="161751" y="1716814"/>
                  </a:lnTo>
                  <a:lnTo>
                    <a:pt x="163004" y="1714290"/>
                  </a:lnTo>
                  <a:lnTo>
                    <a:pt x="164257" y="1711584"/>
                  </a:lnTo>
                  <a:lnTo>
                    <a:pt x="165511" y="1708707"/>
                  </a:lnTo>
                  <a:lnTo>
                    <a:pt x="166764" y="1705659"/>
                  </a:lnTo>
                  <a:lnTo>
                    <a:pt x="168017" y="1702441"/>
                  </a:lnTo>
                  <a:lnTo>
                    <a:pt x="169270" y="1699059"/>
                  </a:lnTo>
                  <a:lnTo>
                    <a:pt x="170524" y="1695553"/>
                  </a:lnTo>
                  <a:lnTo>
                    <a:pt x="171777" y="1691899"/>
                  </a:lnTo>
                  <a:lnTo>
                    <a:pt x="173030" y="1688096"/>
                  </a:lnTo>
                  <a:lnTo>
                    <a:pt x="174283" y="1684155"/>
                  </a:lnTo>
                  <a:lnTo>
                    <a:pt x="175536" y="1680085"/>
                  </a:lnTo>
                  <a:lnTo>
                    <a:pt x="176790" y="1675887"/>
                  </a:lnTo>
                  <a:lnTo>
                    <a:pt x="178043" y="1671591"/>
                  </a:lnTo>
                  <a:lnTo>
                    <a:pt x="179296" y="1667202"/>
                  </a:lnTo>
                  <a:lnTo>
                    <a:pt x="180549" y="1662740"/>
                  </a:lnTo>
                  <a:lnTo>
                    <a:pt x="181803" y="1658215"/>
                  </a:lnTo>
                  <a:lnTo>
                    <a:pt x="183056" y="1653651"/>
                  </a:lnTo>
                  <a:lnTo>
                    <a:pt x="184309" y="1649048"/>
                  </a:lnTo>
                  <a:lnTo>
                    <a:pt x="185562" y="1644406"/>
                  </a:lnTo>
                  <a:lnTo>
                    <a:pt x="186815" y="1639734"/>
                  </a:lnTo>
                  <a:lnTo>
                    <a:pt x="188069" y="1635032"/>
                  </a:lnTo>
                  <a:lnTo>
                    <a:pt x="189322" y="1630299"/>
                  </a:lnTo>
                  <a:lnTo>
                    <a:pt x="190575" y="1625570"/>
                  </a:lnTo>
                  <a:lnTo>
                    <a:pt x="191828" y="1620854"/>
                  </a:lnTo>
                  <a:lnTo>
                    <a:pt x="193081" y="1616152"/>
                  </a:lnTo>
                  <a:lnTo>
                    <a:pt x="194335" y="1611463"/>
                  </a:lnTo>
                  <a:lnTo>
                    <a:pt x="195588" y="1606786"/>
                  </a:lnTo>
                  <a:lnTo>
                    <a:pt x="196841" y="1602090"/>
                  </a:lnTo>
                  <a:lnTo>
                    <a:pt x="198094" y="1597373"/>
                  </a:lnTo>
                  <a:lnTo>
                    <a:pt x="199348" y="1592636"/>
                  </a:lnTo>
                  <a:lnTo>
                    <a:pt x="200601" y="1587904"/>
                  </a:lnTo>
                  <a:lnTo>
                    <a:pt x="201854" y="1583199"/>
                  </a:lnTo>
                  <a:lnTo>
                    <a:pt x="203107" y="1578567"/>
                  </a:lnTo>
                  <a:lnTo>
                    <a:pt x="204360" y="1574037"/>
                  </a:lnTo>
                  <a:lnTo>
                    <a:pt x="205614" y="1569596"/>
                  </a:lnTo>
                  <a:lnTo>
                    <a:pt x="206867" y="1565241"/>
                  </a:lnTo>
                  <a:lnTo>
                    <a:pt x="208120" y="1560979"/>
                  </a:lnTo>
                  <a:lnTo>
                    <a:pt x="209373" y="1556838"/>
                  </a:lnTo>
                  <a:lnTo>
                    <a:pt x="210627" y="1552830"/>
                  </a:lnTo>
                  <a:lnTo>
                    <a:pt x="211880" y="1548948"/>
                  </a:lnTo>
                  <a:lnTo>
                    <a:pt x="213133" y="1545199"/>
                  </a:lnTo>
                  <a:lnTo>
                    <a:pt x="214386" y="1541608"/>
                  </a:lnTo>
                  <a:lnTo>
                    <a:pt x="215639" y="1538238"/>
                  </a:lnTo>
                  <a:lnTo>
                    <a:pt x="216893" y="1535080"/>
                  </a:lnTo>
                  <a:lnTo>
                    <a:pt x="218146" y="1532120"/>
                  </a:lnTo>
                  <a:lnTo>
                    <a:pt x="219399" y="1529352"/>
                  </a:lnTo>
                  <a:lnTo>
                    <a:pt x="220652" y="1526764"/>
                  </a:lnTo>
                  <a:lnTo>
                    <a:pt x="221905" y="1524350"/>
                  </a:lnTo>
                  <a:lnTo>
                    <a:pt x="223159" y="1522124"/>
                  </a:lnTo>
                  <a:lnTo>
                    <a:pt x="224412" y="1520125"/>
                  </a:lnTo>
                  <a:lnTo>
                    <a:pt x="225665" y="1518386"/>
                  </a:lnTo>
                  <a:lnTo>
                    <a:pt x="226918" y="1516890"/>
                  </a:lnTo>
                  <a:lnTo>
                    <a:pt x="228172" y="1515631"/>
                  </a:lnTo>
                  <a:lnTo>
                    <a:pt x="229425" y="1514597"/>
                  </a:lnTo>
                  <a:lnTo>
                    <a:pt x="230678" y="1513788"/>
                  </a:lnTo>
                  <a:lnTo>
                    <a:pt x="231931" y="1513199"/>
                  </a:lnTo>
                  <a:lnTo>
                    <a:pt x="233184" y="1512811"/>
                  </a:lnTo>
                  <a:lnTo>
                    <a:pt x="234438" y="1512600"/>
                  </a:lnTo>
                  <a:lnTo>
                    <a:pt x="235691" y="1512600"/>
                  </a:lnTo>
                  <a:lnTo>
                    <a:pt x="236944" y="1512836"/>
                  </a:lnTo>
                  <a:lnTo>
                    <a:pt x="238197" y="1513299"/>
                  </a:lnTo>
                  <a:lnTo>
                    <a:pt x="239451" y="1513988"/>
                  </a:lnTo>
                  <a:lnTo>
                    <a:pt x="240704" y="1514873"/>
                  </a:lnTo>
                  <a:lnTo>
                    <a:pt x="241957" y="1515919"/>
                  </a:lnTo>
                  <a:lnTo>
                    <a:pt x="243210" y="1517093"/>
                  </a:lnTo>
                  <a:lnTo>
                    <a:pt x="244463" y="1518363"/>
                  </a:lnTo>
                  <a:lnTo>
                    <a:pt x="245717" y="1519734"/>
                  </a:lnTo>
                  <a:lnTo>
                    <a:pt x="246970" y="1521184"/>
                  </a:lnTo>
                  <a:lnTo>
                    <a:pt x="248223" y="1522712"/>
                  </a:lnTo>
                  <a:lnTo>
                    <a:pt x="249476" y="1524308"/>
                  </a:lnTo>
                  <a:lnTo>
                    <a:pt x="250729" y="1525966"/>
                  </a:lnTo>
                  <a:lnTo>
                    <a:pt x="251983" y="1527684"/>
                  </a:lnTo>
                  <a:lnTo>
                    <a:pt x="253236" y="1529429"/>
                  </a:lnTo>
                  <a:lnTo>
                    <a:pt x="254489" y="1531156"/>
                  </a:lnTo>
                  <a:lnTo>
                    <a:pt x="255742" y="1532866"/>
                  </a:lnTo>
                  <a:lnTo>
                    <a:pt x="256996" y="1534562"/>
                  </a:lnTo>
                  <a:lnTo>
                    <a:pt x="258249" y="1536246"/>
                  </a:lnTo>
                  <a:lnTo>
                    <a:pt x="259502" y="1537955"/>
                  </a:lnTo>
                  <a:lnTo>
                    <a:pt x="260755" y="1539723"/>
                  </a:lnTo>
                  <a:lnTo>
                    <a:pt x="262008" y="1541550"/>
                  </a:lnTo>
                  <a:lnTo>
                    <a:pt x="263262" y="1543439"/>
                  </a:lnTo>
                  <a:lnTo>
                    <a:pt x="264515" y="1545383"/>
                  </a:lnTo>
                  <a:lnTo>
                    <a:pt x="265768" y="1547399"/>
                  </a:lnTo>
                  <a:lnTo>
                    <a:pt x="267021" y="1549446"/>
                  </a:lnTo>
                  <a:lnTo>
                    <a:pt x="268275" y="1551555"/>
                  </a:lnTo>
                  <a:lnTo>
                    <a:pt x="269528" y="1553761"/>
                  </a:lnTo>
                  <a:lnTo>
                    <a:pt x="270781" y="1556051"/>
                  </a:lnTo>
                  <a:lnTo>
                    <a:pt x="272034" y="1558379"/>
                  </a:lnTo>
                  <a:lnTo>
                    <a:pt x="273287" y="1560734"/>
                  </a:lnTo>
                  <a:lnTo>
                    <a:pt x="274541" y="1563111"/>
                  </a:lnTo>
                  <a:lnTo>
                    <a:pt x="275794" y="1565493"/>
                  </a:lnTo>
                  <a:lnTo>
                    <a:pt x="277047" y="1567866"/>
                  </a:lnTo>
                  <a:lnTo>
                    <a:pt x="278300" y="1570195"/>
                  </a:lnTo>
                  <a:lnTo>
                    <a:pt x="279553" y="1572466"/>
                  </a:lnTo>
                  <a:lnTo>
                    <a:pt x="280807" y="1574709"/>
                  </a:lnTo>
                  <a:lnTo>
                    <a:pt x="282060" y="1576938"/>
                  </a:lnTo>
                  <a:lnTo>
                    <a:pt x="283313" y="1579154"/>
                  </a:lnTo>
                  <a:lnTo>
                    <a:pt x="284566" y="1581344"/>
                  </a:lnTo>
                  <a:lnTo>
                    <a:pt x="285820" y="1583502"/>
                  </a:lnTo>
                  <a:lnTo>
                    <a:pt x="287073" y="1585588"/>
                  </a:lnTo>
                  <a:lnTo>
                    <a:pt x="288326" y="1587547"/>
                  </a:lnTo>
                  <a:lnTo>
                    <a:pt x="289579" y="1589413"/>
                  </a:lnTo>
                  <a:lnTo>
                    <a:pt x="290832" y="1591243"/>
                  </a:lnTo>
                  <a:lnTo>
                    <a:pt x="292086" y="1593054"/>
                  </a:lnTo>
                  <a:lnTo>
                    <a:pt x="293339" y="1594851"/>
                  </a:lnTo>
                  <a:lnTo>
                    <a:pt x="294592" y="1596663"/>
                  </a:lnTo>
                  <a:lnTo>
                    <a:pt x="295845" y="1598504"/>
                  </a:lnTo>
                  <a:lnTo>
                    <a:pt x="297098" y="1600386"/>
                  </a:lnTo>
                  <a:lnTo>
                    <a:pt x="298352" y="1602281"/>
                  </a:lnTo>
                  <a:lnTo>
                    <a:pt x="299605" y="1604147"/>
                  </a:lnTo>
                  <a:lnTo>
                    <a:pt x="300858" y="1605964"/>
                  </a:lnTo>
                  <a:lnTo>
                    <a:pt x="302111" y="1607731"/>
                  </a:lnTo>
                  <a:lnTo>
                    <a:pt x="303365" y="1609450"/>
                  </a:lnTo>
                  <a:lnTo>
                    <a:pt x="304618" y="1611150"/>
                  </a:lnTo>
                  <a:lnTo>
                    <a:pt x="305871" y="1612845"/>
                  </a:lnTo>
                  <a:lnTo>
                    <a:pt x="307124" y="1614563"/>
                  </a:lnTo>
                  <a:lnTo>
                    <a:pt x="308377" y="1616258"/>
                  </a:lnTo>
                  <a:lnTo>
                    <a:pt x="309631" y="1617889"/>
                  </a:lnTo>
                  <a:lnTo>
                    <a:pt x="310884" y="1619424"/>
                  </a:lnTo>
                  <a:lnTo>
                    <a:pt x="312137" y="1620848"/>
                  </a:lnTo>
                  <a:lnTo>
                    <a:pt x="313390" y="1622169"/>
                  </a:lnTo>
                  <a:lnTo>
                    <a:pt x="314644" y="1623387"/>
                  </a:lnTo>
                  <a:lnTo>
                    <a:pt x="315897" y="1624502"/>
                  </a:lnTo>
                  <a:lnTo>
                    <a:pt x="317150" y="1625549"/>
                  </a:lnTo>
                  <a:lnTo>
                    <a:pt x="318403" y="1626536"/>
                  </a:lnTo>
                  <a:lnTo>
                    <a:pt x="319656" y="1627450"/>
                  </a:lnTo>
                  <a:lnTo>
                    <a:pt x="320910" y="1628288"/>
                  </a:lnTo>
                  <a:lnTo>
                    <a:pt x="322163" y="1629042"/>
                  </a:lnTo>
                  <a:lnTo>
                    <a:pt x="323416" y="1629675"/>
                  </a:lnTo>
                  <a:lnTo>
                    <a:pt x="324669" y="1630192"/>
                  </a:lnTo>
                  <a:lnTo>
                    <a:pt x="325922" y="1630591"/>
                  </a:lnTo>
                  <a:lnTo>
                    <a:pt x="327176" y="1630886"/>
                  </a:lnTo>
                  <a:lnTo>
                    <a:pt x="328429" y="1631076"/>
                  </a:lnTo>
                  <a:lnTo>
                    <a:pt x="329682" y="1631208"/>
                  </a:lnTo>
                  <a:lnTo>
                    <a:pt x="330935" y="1631298"/>
                  </a:lnTo>
                  <a:lnTo>
                    <a:pt x="332189" y="1631318"/>
                  </a:lnTo>
                  <a:lnTo>
                    <a:pt x="333442" y="1631274"/>
                  </a:lnTo>
                  <a:lnTo>
                    <a:pt x="334695" y="1631220"/>
                  </a:lnTo>
                  <a:lnTo>
                    <a:pt x="335948" y="1631192"/>
                  </a:lnTo>
                  <a:lnTo>
                    <a:pt x="337201" y="1631188"/>
                  </a:lnTo>
                  <a:lnTo>
                    <a:pt x="338455" y="1631242"/>
                  </a:lnTo>
                  <a:lnTo>
                    <a:pt x="339708" y="1631404"/>
                  </a:lnTo>
                  <a:lnTo>
                    <a:pt x="340961" y="1631683"/>
                  </a:lnTo>
                  <a:lnTo>
                    <a:pt x="342214" y="1632099"/>
                  </a:lnTo>
                  <a:lnTo>
                    <a:pt x="343468" y="1632634"/>
                  </a:lnTo>
                  <a:lnTo>
                    <a:pt x="344721" y="1633275"/>
                  </a:lnTo>
                  <a:lnTo>
                    <a:pt x="345974" y="1634019"/>
                  </a:lnTo>
                  <a:lnTo>
                    <a:pt x="347227" y="1634883"/>
                  </a:lnTo>
                  <a:lnTo>
                    <a:pt x="348480" y="1635863"/>
                  </a:lnTo>
                  <a:lnTo>
                    <a:pt x="349734" y="1636965"/>
                  </a:lnTo>
                  <a:lnTo>
                    <a:pt x="350987" y="1638224"/>
                  </a:lnTo>
                  <a:lnTo>
                    <a:pt x="352240" y="1639639"/>
                  </a:lnTo>
                  <a:lnTo>
                    <a:pt x="353493" y="1641142"/>
                  </a:lnTo>
                  <a:lnTo>
                    <a:pt x="354746" y="1642693"/>
                  </a:lnTo>
                  <a:lnTo>
                    <a:pt x="356000" y="1644283"/>
                  </a:lnTo>
                  <a:lnTo>
                    <a:pt x="357253" y="1645839"/>
                  </a:lnTo>
                  <a:lnTo>
                    <a:pt x="358506" y="1647292"/>
                  </a:lnTo>
                  <a:lnTo>
                    <a:pt x="359759" y="1648635"/>
                  </a:lnTo>
                  <a:lnTo>
                    <a:pt x="361013" y="1649881"/>
                  </a:lnTo>
                  <a:lnTo>
                    <a:pt x="362266" y="1651041"/>
                  </a:lnTo>
                  <a:lnTo>
                    <a:pt x="363519" y="1652146"/>
                  </a:lnTo>
                  <a:lnTo>
                    <a:pt x="364772" y="1653197"/>
                  </a:lnTo>
                  <a:lnTo>
                    <a:pt x="366025" y="1654193"/>
                  </a:lnTo>
                  <a:lnTo>
                    <a:pt x="367279" y="1655120"/>
                  </a:lnTo>
                  <a:lnTo>
                    <a:pt x="368532" y="1655958"/>
                  </a:lnTo>
                  <a:lnTo>
                    <a:pt x="369785" y="1656699"/>
                  </a:lnTo>
                  <a:lnTo>
                    <a:pt x="371038" y="1657340"/>
                  </a:lnTo>
                  <a:lnTo>
                    <a:pt x="372292" y="1657938"/>
                  </a:lnTo>
                  <a:lnTo>
                    <a:pt x="373545" y="1658551"/>
                  </a:lnTo>
                  <a:lnTo>
                    <a:pt x="374798" y="1659226"/>
                  </a:lnTo>
                  <a:lnTo>
                    <a:pt x="376051" y="1660014"/>
                  </a:lnTo>
                  <a:lnTo>
                    <a:pt x="377304" y="1660917"/>
                  </a:lnTo>
                  <a:lnTo>
                    <a:pt x="378558" y="1661918"/>
                  </a:lnTo>
                  <a:lnTo>
                    <a:pt x="379811" y="1662997"/>
                  </a:lnTo>
                  <a:lnTo>
                    <a:pt x="381064" y="1664146"/>
                  </a:lnTo>
                  <a:lnTo>
                    <a:pt x="382317" y="1665353"/>
                  </a:lnTo>
                  <a:lnTo>
                    <a:pt x="383570" y="1666623"/>
                  </a:lnTo>
                  <a:lnTo>
                    <a:pt x="384824" y="1667935"/>
                  </a:lnTo>
                  <a:lnTo>
                    <a:pt x="386077" y="1669296"/>
                  </a:lnTo>
                  <a:lnTo>
                    <a:pt x="387330" y="1670700"/>
                  </a:lnTo>
                  <a:lnTo>
                    <a:pt x="388583" y="1672148"/>
                  </a:lnTo>
                  <a:lnTo>
                    <a:pt x="389837" y="1673634"/>
                  </a:lnTo>
                  <a:lnTo>
                    <a:pt x="391090" y="1675137"/>
                  </a:lnTo>
                  <a:lnTo>
                    <a:pt x="392343" y="1676609"/>
                  </a:lnTo>
                  <a:lnTo>
                    <a:pt x="393596" y="1677984"/>
                  </a:lnTo>
                  <a:lnTo>
                    <a:pt x="394849" y="1679244"/>
                  </a:lnTo>
                  <a:lnTo>
                    <a:pt x="396103" y="1680399"/>
                  </a:lnTo>
                  <a:lnTo>
                    <a:pt x="397356" y="1681435"/>
                  </a:lnTo>
                  <a:lnTo>
                    <a:pt x="398609" y="1682329"/>
                  </a:lnTo>
                  <a:lnTo>
                    <a:pt x="399862" y="1683081"/>
                  </a:lnTo>
                  <a:lnTo>
                    <a:pt x="401116" y="1683692"/>
                  </a:lnTo>
                  <a:lnTo>
                    <a:pt x="402369" y="1684140"/>
                  </a:lnTo>
                  <a:lnTo>
                    <a:pt x="403622" y="1684418"/>
                  </a:lnTo>
                  <a:lnTo>
                    <a:pt x="404875" y="1684533"/>
                  </a:lnTo>
                  <a:lnTo>
                    <a:pt x="406128" y="1684519"/>
                  </a:lnTo>
                  <a:lnTo>
                    <a:pt x="407382" y="1684376"/>
                  </a:lnTo>
                  <a:lnTo>
                    <a:pt x="408635" y="1684110"/>
                  </a:lnTo>
                  <a:lnTo>
                    <a:pt x="409888" y="1683724"/>
                  </a:lnTo>
                  <a:lnTo>
                    <a:pt x="411141" y="1683213"/>
                  </a:lnTo>
                  <a:lnTo>
                    <a:pt x="412394" y="1682594"/>
                  </a:lnTo>
                  <a:lnTo>
                    <a:pt x="413648" y="1681863"/>
                  </a:lnTo>
                  <a:lnTo>
                    <a:pt x="414901" y="1681003"/>
                  </a:lnTo>
                  <a:lnTo>
                    <a:pt x="416154" y="1680016"/>
                  </a:lnTo>
                  <a:lnTo>
                    <a:pt x="417407" y="1678922"/>
                  </a:lnTo>
                  <a:lnTo>
                    <a:pt x="418661" y="1677729"/>
                  </a:lnTo>
                  <a:lnTo>
                    <a:pt x="419914" y="1676478"/>
                  </a:lnTo>
                  <a:lnTo>
                    <a:pt x="421167" y="1675238"/>
                  </a:lnTo>
                  <a:lnTo>
                    <a:pt x="422420" y="1674054"/>
                  </a:lnTo>
                  <a:lnTo>
                    <a:pt x="423673" y="1672894"/>
                  </a:lnTo>
                  <a:lnTo>
                    <a:pt x="424927" y="1671725"/>
                  </a:lnTo>
                  <a:lnTo>
                    <a:pt x="426180" y="1670539"/>
                  </a:lnTo>
                  <a:lnTo>
                    <a:pt x="427433" y="1669326"/>
                  </a:lnTo>
                  <a:lnTo>
                    <a:pt x="428686" y="1668085"/>
                  </a:lnTo>
                  <a:lnTo>
                    <a:pt x="429940" y="1666831"/>
                  </a:lnTo>
                  <a:lnTo>
                    <a:pt x="431193" y="1665567"/>
                  </a:lnTo>
                  <a:lnTo>
                    <a:pt x="432446" y="1664286"/>
                  </a:lnTo>
                  <a:lnTo>
                    <a:pt x="433699" y="1663008"/>
                  </a:lnTo>
                  <a:lnTo>
                    <a:pt x="434952" y="1661763"/>
                  </a:lnTo>
                  <a:lnTo>
                    <a:pt x="436206" y="1660549"/>
                  </a:lnTo>
                  <a:lnTo>
                    <a:pt x="437459" y="1659308"/>
                  </a:lnTo>
                  <a:lnTo>
                    <a:pt x="438712" y="1657984"/>
                  </a:lnTo>
                  <a:lnTo>
                    <a:pt x="439965" y="1656540"/>
                  </a:lnTo>
                  <a:lnTo>
                    <a:pt x="441218" y="1654990"/>
                  </a:lnTo>
                  <a:lnTo>
                    <a:pt x="442472" y="1653382"/>
                  </a:lnTo>
                  <a:lnTo>
                    <a:pt x="443725" y="1651753"/>
                  </a:lnTo>
                  <a:lnTo>
                    <a:pt x="444978" y="1650108"/>
                  </a:lnTo>
                  <a:lnTo>
                    <a:pt x="446231" y="1648456"/>
                  </a:lnTo>
                  <a:lnTo>
                    <a:pt x="447485" y="1646819"/>
                  </a:lnTo>
                  <a:lnTo>
                    <a:pt x="448738" y="1645216"/>
                  </a:lnTo>
                  <a:lnTo>
                    <a:pt x="449991" y="1643645"/>
                  </a:lnTo>
                  <a:lnTo>
                    <a:pt x="451244" y="1642122"/>
                  </a:lnTo>
                  <a:lnTo>
                    <a:pt x="452497" y="1640634"/>
                  </a:lnTo>
                  <a:lnTo>
                    <a:pt x="453751" y="1639169"/>
                  </a:lnTo>
                  <a:lnTo>
                    <a:pt x="455004" y="1637733"/>
                  </a:lnTo>
                  <a:lnTo>
                    <a:pt x="456257" y="1636384"/>
                  </a:lnTo>
                  <a:lnTo>
                    <a:pt x="457510" y="1635140"/>
                  </a:lnTo>
                  <a:lnTo>
                    <a:pt x="458763" y="1634005"/>
                  </a:lnTo>
                  <a:lnTo>
                    <a:pt x="460017" y="1632970"/>
                  </a:lnTo>
                  <a:lnTo>
                    <a:pt x="461270" y="1632021"/>
                  </a:lnTo>
                  <a:lnTo>
                    <a:pt x="462523" y="1631150"/>
                  </a:lnTo>
                  <a:lnTo>
                    <a:pt x="463776" y="1630376"/>
                  </a:lnTo>
                  <a:lnTo>
                    <a:pt x="465030" y="1629698"/>
                  </a:lnTo>
                  <a:lnTo>
                    <a:pt x="466283" y="1629094"/>
                  </a:lnTo>
                  <a:lnTo>
                    <a:pt x="467536" y="1628530"/>
                  </a:lnTo>
                  <a:lnTo>
                    <a:pt x="468789" y="1627997"/>
                  </a:lnTo>
                  <a:lnTo>
                    <a:pt x="470042" y="1627475"/>
                  </a:lnTo>
                  <a:lnTo>
                    <a:pt x="471296" y="1626967"/>
                  </a:lnTo>
                  <a:lnTo>
                    <a:pt x="472549" y="1626469"/>
                  </a:lnTo>
                  <a:lnTo>
                    <a:pt x="473802" y="1625981"/>
                  </a:lnTo>
                  <a:lnTo>
                    <a:pt x="475055" y="1625499"/>
                  </a:lnTo>
                  <a:lnTo>
                    <a:pt x="476309" y="1625023"/>
                  </a:lnTo>
                  <a:lnTo>
                    <a:pt x="477562" y="1624558"/>
                  </a:lnTo>
                  <a:lnTo>
                    <a:pt x="478815" y="1624110"/>
                  </a:lnTo>
                  <a:lnTo>
                    <a:pt x="480068" y="1623683"/>
                  </a:lnTo>
                  <a:lnTo>
                    <a:pt x="481321" y="1623285"/>
                  </a:lnTo>
                  <a:lnTo>
                    <a:pt x="482575" y="1622894"/>
                  </a:lnTo>
                  <a:lnTo>
                    <a:pt x="483828" y="1622450"/>
                  </a:lnTo>
                  <a:lnTo>
                    <a:pt x="485081" y="1621938"/>
                  </a:lnTo>
                  <a:lnTo>
                    <a:pt x="486334" y="1621373"/>
                  </a:lnTo>
                  <a:lnTo>
                    <a:pt x="487587" y="1620806"/>
                  </a:lnTo>
                  <a:lnTo>
                    <a:pt x="488841" y="1620262"/>
                  </a:lnTo>
                  <a:lnTo>
                    <a:pt x="490094" y="1619752"/>
                  </a:lnTo>
                  <a:lnTo>
                    <a:pt x="491347" y="1619274"/>
                  </a:lnTo>
                  <a:lnTo>
                    <a:pt x="492600" y="1618830"/>
                  </a:lnTo>
                  <a:lnTo>
                    <a:pt x="493854" y="1618426"/>
                  </a:lnTo>
                  <a:lnTo>
                    <a:pt x="495107" y="1618071"/>
                  </a:lnTo>
                  <a:lnTo>
                    <a:pt x="496360" y="1617797"/>
                  </a:lnTo>
                  <a:lnTo>
                    <a:pt x="497613" y="1617582"/>
                  </a:lnTo>
                  <a:lnTo>
                    <a:pt x="498866" y="1617403"/>
                  </a:lnTo>
                  <a:lnTo>
                    <a:pt x="500120" y="1617284"/>
                  </a:lnTo>
                  <a:lnTo>
                    <a:pt x="501373" y="1617269"/>
                  </a:lnTo>
                  <a:lnTo>
                    <a:pt x="502626" y="1617423"/>
                  </a:lnTo>
                  <a:lnTo>
                    <a:pt x="503879" y="1617746"/>
                  </a:lnTo>
                  <a:lnTo>
                    <a:pt x="505133" y="1618222"/>
                  </a:lnTo>
                  <a:lnTo>
                    <a:pt x="506386" y="1618810"/>
                  </a:lnTo>
                  <a:lnTo>
                    <a:pt x="507639" y="1619507"/>
                  </a:lnTo>
                  <a:lnTo>
                    <a:pt x="508892" y="1620318"/>
                  </a:lnTo>
                  <a:lnTo>
                    <a:pt x="510145" y="1621246"/>
                  </a:lnTo>
                  <a:lnTo>
                    <a:pt x="511399" y="1622268"/>
                  </a:lnTo>
                  <a:lnTo>
                    <a:pt x="512652" y="1623399"/>
                  </a:lnTo>
                  <a:lnTo>
                    <a:pt x="513905" y="1624659"/>
                  </a:lnTo>
                  <a:lnTo>
                    <a:pt x="515158" y="1626028"/>
                  </a:lnTo>
                  <a:lnTo>
                    <a:pt x="516411" y="1627523"/>
                  </a:lnTo>
                  <a:lnTo>
                    <a:pt x="517665" y="1629161"/>
                  </a:lnTo>
                  <a:lnTo>
                    <a:pt x="518918" y="1630913"/>
                  </a:lnTo>
                  <a:lnTo>
                    <a:pt x="520171" y="1632716"/>
                  </a:lnTo>
                  <a:lnTo>
                    <a:pt x="521424" y="1634559"/>
                  </a:lnTo>
                  <a:lnTo>
                    <a:pt x="522678" y="1636446"/>
                  </a:lnTo>
                  <a:lnTo>
                    <a:pt x="523931" y="1638374"/>
                  </a:lnTo>
                  <a:lnTo>
                    <a:pt x="525184" y="1640348"/>
                  </a:lnTo>
                  <a:lnTo>
                    <a:pt x="526437" y="1642341"/>
                  </a:lnTo>
                  <a:lnTo>
                    <a:pt x="527690" y="1644333"/>
                  </a:lnTo>
                  <a:lnTo>
                    <a:pt x="528944" y="1646312"/>
                  </a:lnTo>
                  <a:lnTo>
                    <a:pt x="530197" y="1648308"/>
                  </a:lnTo>
                  <a:lnTo>
                    <a:pt x="531450" y="1650303"/>
                  </a:lnTo>
                  <a:lnTo>
                    <a:pt x="532703" y="1652251"/>
                  </a:lnTo>
                  <a:lnTo>
                    <a:pt x="533957" y="1654132"/>
                  </a:lnTo>
                  <a:lnTo>
                    <a:pt x="535210" y="1655943"/>
                  </a:lnTo>
                  <a:lnTo>
                    <a:pt x="536463" y="1657681"/>
                  </a:lnTo>
                  <a:lnTo>
                    <a:pt x="537716" y="1659337"/>
                  </a:lnTo>
                  <a:lnTo>
                    <a:pt x="538969" y="1660938"/>
                  </a:lnTo>
                  <a:lnTo>
                    <a:pt x="540223" y="1662483"/>
                  </a:lnTo>
                  <a:lnTo>
                    <a:pt x="541476" y="1663973"/>
                  </a:lnTo>
                  <a:lnTo>
                    <a:pt x="542729" y="1665418"/>
                  </a:lnTo>
                  <a:lnTo>
                    <a:pt x="543982" y="1666819"/>
                  </a:lnTo>
                  <a:lnTo>
                    <a:pt x="545235" y="1668179"/>
                  </a:lnTo>
                  <a:lnTo>
                    <a:pt x="546489" y="1669542"/>
                  </a:lnTo>
                  <a:lnTo>
                    <a:pt x="547742" y="1670937"/>
                  </a:lnTo>
                  <a:lnTo>
                    <a:pt x="548995" y="1672337"/>
                  </a:lnTo>
                  <a:lnTo>
                    <a:pt x="550248" y="1673726"/>
                  </a:lnTo>
                  <a:lnTo>
                    <a:pt x="551502" y="1675103"/>
                  </a:lnTo>
                  <a:lnTo>
                    <a:pt x="552755" y="1676469"/>
                  </a:lnTo>
                  <a:lnTo>
                    <a:pt x="554008" y="1677826"/>
                  </a:lnTo>
                  <a:lnTo>
                    <a:pt x="555261" y="1679172"/>
                  </a:lnTo>
                  <a:lnTo>
                    <a:pt x="556514" y="1680517"/>
                  </a:lnTo>
                  <a:lnTo>
                    <a:pt x="557768" y="1681869"/>
                  </a:lnTo>
                  <a:lnTo>
                    <a:pt x="559021" y="1683231"/>
                  </a:lnTo>
                  <a:lnTo>
                    <a:pt x="560274" y="1684567"/>
                  </a:lnTo>
                  <a:lnTo>
                    <a:pt x="561527" y="1685828"/>
                  </a:lnTo>
                  <a:lnTo>
                    <a:pt x="562781" y="1686998"/>
                  </a:lnTo>
                  <a:lnTo>
                    <a:pt x="564034" y="1688041"/>
                  </a:lnTo>
                  <a:lnTo>
                    <a:pt x="565287" y="1688876"/>
                  </a:lnTo>
                  <a:lnTo>
                    <a:pt x="566540" y="1689475"/>
                  </a:lnTo>
                  <a:lnTo>
                    <a:pt x="567793" y="1689848"/>
                  </a:lnTo>
                  <a:lnTo>
                    <a:pt x="569047" y="1689961"/>
                  </a:lnTo>
                  <a:lnTo>
                    <a:pt x="570300" y="1689805"/>
                  </a:lnTo>
                  <a:lnTo>
                    <a:pt x="571553" y="1689332"/>
                  </a:lnTo>
                  <a:lnTo>
                    <a:pt x="572806" y="1688527"/>
                  </a:lnTo>
                  <a:lnTo>
                    <a:pt x="574059" y="1687382"/>
                  </a:lnTo>
                  <a:lnTo>
                    <a:pt x="575313" y="1685877"/>
                  </a:lnTo>
                  <a:lnTo>
                    <a:pt x="576566" y="1683957"/>
                  </a:lnTo>
                  <a:lnTo>
                    <a:pt x="577819" y="1681601"/>
                  </a:lnTo>
                  <a:lnTo>
                    <a:pt x="579072" y="1678821"/>
                  </a:lnTo>
                  <a:lnTo>
                    <a:pt x="580326" y="1675637"/>
                  </a:lnTo>
                  <a:lnTo>
                    <a:pt x="581579" y="1672046"/>
                  </a:lnTo>
                  <a:lnTo>
                    <a:pt x="582832" y="1668106"/>
                  </a:lnTo>
                  <a:lnTo>
                    <a:pt x="584085" y="1663891"/>
                  </a:lnTo>
                  <a:lnTo>
                    <a:pt x="585338" y="1659397"/>
                  </a:lnTo>
                  <a:lnTo>
                    <a:pt x="586592" y="1654625"/>
                  </a:lnTo>
                  <a:lnTo>
                    <a:pt x="587845" y="1649622"/>
                  </a:lnTo>
                  <a:lnTo>
                    <a:pt x="589098" y="1644398"/>
                  </a:lnTo>
                  <a:lnTo>
                    <a:pt x="590351" y="1639013"/>
                  </a:lnTo>
                  <a:lnTo>
                    <a:pt x="591605" y="1633499"/>
                  </a:lnTo>
                  <a:lnTo>
                    <a:pt x="592858" y="1627864"/>
                  </a:lnTo>
                  <a:lnTo>
                    <a:pt x="594111" y="1622122"/>
                  </a:lnTo>
                  <a:lnTo>
                    <a:pt x="595364" y="1616361"/>
                  </a:lnTo>
                  <a:lnTo>
                    <a:pt x="596617" y="1610636"/>
                  </a:lnTo>
                  <a:lnTo>
                    <a:pt x="597871" y="1604959"/>
                  </a:lnTo>
                  <a:lnTo>
                    <a:pt x="599124" y="1599327"/>
                  </a:lnTo>
                  <a:lnTo>
                    <a:pt x="600377" y="1593783"/>
                  </a:lnTo>
                  <a:lnTo>
                    <a:pt x="601630" y="1588316"/>
                  </a:lnTo>
                  <a:lnTo>
                    <a:pt x="602883" y="1582898"/>
                  </a:lnTo>
                  <a:lnTo>
                    <a:pt x="604137" y="1577532"/>
                  </a:lnTo>
                  <a:lnTo>
                    <a:pt x="605390" y="1572195"/>
                  </a:lnTo>
                  <a:lnTo>
                    <a:pt x="606643" y="1566876"/>
                  </a:lnTo>
                  <a:lnTo>
                    <a:pt x="607896" y="1561614"/>
                  </a:lnTo>
                  <a:lnTo>
                    <a:pt x="609150" y="1556399"/>
                  </a:lnTo>
                  <a:lnTo>
                    <a:pt x="610403" y="1551203"/>
                  </a:lnTo>
                  <a:lnTo>
                    <a:pt x="611656" y="1546057"/>
                  </a:lnTo>
                  <a:lnTo>
                    <a:pt x="612909" y="1540999"/>
                  </a:lnTo>
                  <a:lnTo>
                    <a:pt x="614162" y="1536003"/>
                  </a:lnTo>
                  <a:lnTo>
                    <a:pt x="615416" y="1531039"/>
                  </a:lnTo>
                  <a:lnTo>
                    <a:pt x="616669" y="1526101"/>
                  </a:lnTo>
                  <a:lnTo>
                    <a:pt x="617922" y="1521181"/>
                  </a:lnTo>
                  <a:lnTo>
                    <a:pt x="619175" y="1516222"/>
                  </a:lnTo>
                  <a:lnTo>
                    <a:pt x="620428" y="1511218"/>
                  </a:lnTo>
                  <a:lnTo>
                    <a:pt x="621682" y="1506126"/>
                  </a:lnTo>
                  <a:lnTo>
                    <a:pt x="622935" y="1500995"/>
                  </a:lnTo>
                  <a:lnTo>
                    <a:pt x="624188" y="1495917"/>
                  </a:lnTo>
                  <a:lnTo>
                    <a:pt x="625441" y="1490950"/>
                  </a:lnTo>
                  <a:lnTo>
                    <a:pt x="626695" y="1486111"/>
                  </a:lnTo>
                  <a:lnTo>
                    <a:pt x="627948" y="1481447"/>
                  </a:lnTo>
                  <a:lnTo>
                    <a:pt x="629201" y="1477024"/>
                  </a:lnTo>
                  <a:lnTo>
                    <a:pt x="630454" y="1472819"/>
                  </a:lnTo>
                  <a:lnTo>
                    <a:pt x="631707" y="1468832"/>
                  </a:lnTo>
                  <a:lnTo>
                    <a:pt x="632961" y="1465114"/>
                  </a:lnTo>
                  <a:lnTo>
                    <a:pt x="634214" y="1461717"/>
                  </a:lnTo>
                  <a:lnTo>
                    <a:pt x="635467" y="1458693"/>
                  </a:lnTo>
                  <a:lnTo>
                    <a:pt x="636720" y="1456041"/>
                  </a:lnTo>
                  <a:lnTo>
                    <a:pt x="637974" y="1453813"/>
                  </a:lnTo>
                  <a:lnTo>
                    <a:pt x="639227" y="1452012"/>
                  </a:lnTo>
                  <a:lnTo>
                    <a:pt x="640480" y="1450691"/>
                  </a:lnTo>
                  <a:lnTo>
                    <a:pt x="641733" y="1449840"/>
                  </a:lnTo>
                  <a:lnTo>
                    <a:pt x="642986" y="1449427"/>
                  </a:lnTo>
                  <a:lnTo>
                    <a:pt x="644240" y="1449430"/>
                  </a:lnTo>
                  <a:lnTo>
                    <a:pt x="645493" y="1449854"/>
                  </a:lnTo>
                  <a:lnTo>
                    <a:pt x="646746" y="1450644"/>
                  </a:lnTo>
                  <a:lnTo>
                    <a:pt x="647999" y="1451770"/>
                  </a:lnTo>
                  <a:lnTo>
                    <a:pt x="649252" y="1453251"/>
                  </a:lnTo>
                  <a:lnTo>
                    <a:pt x="650506" y="1455074"/>
                  </a:lnTo>
                  <a:lnTo>
                    <a:pt x="651759" y="1457193"/>
                  </a:lnTo>
                  <a:lnTo>
                    <a:pt x="653012" y="1459563"/>
                  </a:lnTo>
                  <a:lnTo>
                    <a:pt x="654265" y="1462114"/>
                  </a:lnTo>
                  <a:lnTo>
                    <a:pt x="655519" y="1464839"/>
                  </a:lnTo>
                  <a:lnTo>
                    <a:pt x="656772" y="1467728"/>
                  </a:lnTo>
                  <a:lnTo>
                    <a:pt x="658025" y="1470766"/>
                  </a:lnTo>
                  <a:lnTo>
                    <a:pt x="659278" y="1473893"/>
                  </a:lnTo>
                  <a:lnTo>
                    <a:pt x="660531" y="1477097"/>
                  </a:lnTo>
                  <a:lnTo>
                    <a:pt x="661785" y="1480347"/>
                  </a:lnTo>
                  <a:lnTo>
                    <a:pt x="663038" y="1483615"/>
                  </a:lnTo>
                  <a:lnTo>
                    <a:pt x="664291" y="1486852"/>
                  </a:lnTo>
                  <a:lnTo>
                    <a:pt x="665544" y="1490074"/>
                  </a:lnTo>
                  <a:lnTo>
                    <a:pt x="666798" y="1493280"/>
                  </a:lnTo>
                  <a:lnTo>
                    <a:pt x="668051" y="1496478"/>
                  </a:lnTo>
                  <a:lnTo>
                    <a:pt x="669304" y="1499691"/>
                  </a:lnTo>
                  <a:lnTo>
                    <a:pt x="670557" y="1502896"/>
                  </a:lnTo>
                  <a:lnTo>
                    <a:pt x="671810" y="1506014"/>
                  </a:lnTo>
                  <a:lnTo>
                    <a:pt x="673064" y="1509037"/>
                  </a:lnTo>
                  <a:lnTo>
                    <a:pt x="674317" y="1511967"/>
                  </a:lnTo>
                  <a:lnTo>
                    <a:pt x="675570" y="1514769"/>
                  </a:lnTo>
                  <a:lnTo>
                    <a:pt x="676823" y="1517442"/>
                  </a:lnTo>
                  <a:lnTo>
                    <a:pt x="678076" y="1520014"/>
                  </a:lnTo>
                  <a:lnTo>
                    <a:pt x="679330" y="1522490"/>
                  </a:lnTo>
                  <a:lnTo>
                    <a:pt x="680583" y="1524907"/>
                  </a:lnTo>
                  <a:lnTo>
                    <a:pt x="681836" y="1527316"/>
                  </a:lnTo>
                  <a:lnTo>
                    <a:pt x="683089" y="1529757"/>
                  </a:lnTo>
                  <a:lnTo>
                    <a:pt x="684343" y="1532235"/>
                  </a:lnTo>
                  <a:lnTo>
                    <a:pt x="685596" y="1534745"/>
                  </a:lnTo>
                  <a:lnTo>
                    <a:pt x="686849" y="1537232"/>
                  </a:lnTo>
                  <a:lnTo>
                    <a:pt x="688102" y="1539638"/>
                  </a:lnTo>
                  <a:lnTo>
                    <a:pt x="689355" y="1541960"/>
                  </a:lnTo>
                  <a:lnTo>
                    <a:pt x="690609" y="1544244"/>
                  </a:lnTo>
                  <a:lnTo>
                    <a:pt x="691862" y="1546476"/>
                  </a:lnTo>
                  <a:lnTo>
                    <a:pt x="693115" y="1548659"/>
                  </a:lnTo>
                  <a:lnTo>
                    <a:pt x="694368" y="1550843"/>
                  </a:lnTo>
                  <a:lnTo>
                    <a:pt x="695622" y="1553020"/>
                  </a:lnTo>
                  <a:lnTo>
                    <a:pt x="696875" y="1555172"/>
                  </a:lnTo>
                  <a:lnTo>
                    <a:pt x="698128" y="1557264"/>
                  </a:lnTo>
                  <a:lnTo>
                    <a:pt x="699381" y="1559300"/>
                  </a:lnTo>
                  <a:lnTo>
                    <a:pt x="700634" y="1561278"/>
                  </a:lnTo>
                  <a:lnTo>
                    <a:pt x="701888" y="1563198"/>
                  </a:lnTo>
                  <a:lnTo>
                    <a:pt x="703141" y="1565082"/>
                  </a:lnTo>
                  <a:lnTo>
                    <a:pt x="704394" y="1566925"/>
                  </a:lnTo>
                  <a:lnTo>
                    <a:pt x="705647" y="1568735"/>
                  </a:lnTo>
                  <a:lnTo>
                    <a:pt x="706900" y="1570505"/>
                  </a:lnTo>
                  <a:lnTo>
                    <a:pt x="708154" y="1572216"/>
                  </a:lnTo>
                  <a:lnTo>
                    <a:pt x="709407" y="1573839"/>
                  </a:lnTo>
                  <a:lnTo>
                    <a:pt x="710660" y="1575398"/>
                  </a:lnTo>
                  <a:lnTo>
                    <a:pt x="711913" y="1576880"/>
                  </a:lnTo>
                  <a:lnTo>
                    <a:pt x="713167" y="1578256"/>
                  </a:lnTo>
                  <a:lnTo>
                    <a:pt x="714420" y="1579532"/>
                  </a:lnTo>
                  <a:lnTo>
                    <a:pt x="715673" y="1580719"/>
                  </a:lnTo>
                  <a:lnTo>
                    <a:pt x="716926" y="1581866"/>
                  </a:lnTo>
                  <a:lnTo>
                    <a:pt x="718179" y="1582970"/>
                  </a:lnTo>
                  <a:lnTo>
                    <a:pt x="719433" y="1583998"/>
                  </a:lnTo>
                  <a:lnTo>
                    <a:pt x="720686" y="1584928"/>
                  </a:lnTo>
                  <a:lnTo>
                    <a:pt x="721939" y="1585749"/>
                  </a:lnTo>
                  <a:lnTo>
                    <a:pt x="723192" y="1586457"/>
                  </a:lnTo>
                  <a:lnTo>
                    <a:pt x="724446" y="1587092"/>
                  </a:lnTo>
                  <a:lnTo>
                    <a:pt x="725699" y="1587711"/>
                  </a:lnTo>
                  <a:lnTo>
                    <a:pt x="726952" y="1588361"/>
                  </a:lnTo>
                  <a:lnTo>
                    <a:pt x="728205" y="1589076"/>
                  </a:lnTo>
                  <a:lnTo>
                    <a:pt x="729458" y="1589860"/>
                  </a:lnTo>
                  <a:lnTo>
                    <a:pt x="730712" y="1590716"/>
                  </a:lnTo>
                  <a:lnTo>
                    <a:pt x="731965" y="1591628"/>
                  </a:lnTo>
                  <a:lnTo>
                    <a:pt x="733218" y="1592595"/>
                  </a:lnTo>
                  <a:lnTo>
                    <a:pt x="734471" y="1593683"/>
                  </a:lnTo>
                  <a:lnTo>
                    <a:pt x="735724" y="1594951"/>
                  </a:lnTo>
                  <a:lnTo>
                    <a:pt x="736978" y="1596404"/>
                  </a:lnTo>
                  <a:lnTo>
                    <a:pt x="738231" y="1598044"/>
                  </a:lnTo>
                  <a:lnTo>
                    <a:pt x="739484" y="1599860"/>
                  </a:lnTo>
                  <a:lnTo>
                    <a:pt x="740737" y="1601839"/>
                  </a:lnTo>
                  <a:lnTo>
                    <a:pt x="741991" y="1603982"/>
                  </a:lnTo>
                  <a:lnTo>
                    <a:pt x="743244" y="1606263"/>
                  </a:lnTo>
                  <a:lnTo>
                    <a:pt x="744497" y="1608663"/>
                  </a:lnTo>
                  <a:lnTo>
                    <a:pt x="745750" y="1611154"/>
                  </a:lnTo>
                  <a:lnTo>
                    <a:pt x="747003" y="1613719"/>
                  </a:lnTo>
                  <a:lnTo>
                    <a:pt x="748257" y="1616321"/>
                  </a:lnTo>
                  <a:lnTo>
                    <a:pt x="749510" y="1618979"/>
                  </a:lnTo>
                  <a:lnTo>
                    <a:pt x="750763" y="1621700"/>
                  </a:lnTo>
                  <a:lnTo>
                    <a:pt x="752016" y="1624474"/>
                  </a:lnTo>
                  <a:lnTo>
                    <a:pt x="753270" y="1627234"/>
                  </a:lnTo>
                  <a:lnTo>
                    <a:pt x="754523" y="1629904"/>
                  </a:lnTo>
                  <a:lnTo>
                    <a:pt x="755776" y="1632437"/>
                  </a:lnTo>
                  <a:lnTo>
                    <a:pt x="757029" y="1634778"/>
                  </a:lnTo>
                  <a:lnTo>
                    <a:pt x="758282" y="1636880"/>
                  </a:lnTo>
                  <a:lnTo>
                    <a:pt x="759536" y="1638727"/>
                  </a:lnTo>
                  <a:lnTo>
                    <a:pt x="760789" y="1640283"/>
                  </a:lnTo>
                  <a:lnTo>
                    <a:pt x="762042" y="1641523"/>
                  </a:lnTo>
                  <a:lnTo>
                    <a:pt x="763295" y="1642389"/>
                  </a:lnTo>
                  <a:lnTo>
                    <a:pt x="764548" y="1642854"/>
                  </a:lnTo>
                  <a:lnTo>
                    <a:pt x="765802" y="1642871"/>
                  </a:lnTo>
                  <a:lnTo>
                    <a:pt x="767055" y="1642418"/>
                  </a:lnTo>
                  <a:lnTo>
                    <a:pt x="768308" y="1641496"/>
                  </a:lnTo>
                  <a:lnTo>
                    <a:pt x="769561" y="1640133"/>
                  </a:lnTo>
                  <a:lnTo>
                    <a:pt x="770815" y="1638367"/>
                  </a:lnTo>
                  <a:lnTo>
                    <a:pt x="772068" y="1636212"/>
                  </a:lnTo>
                  <a:lnTo>
                    <a:pt x="773321" y="1633702"/>
                  </a:lnTo>
                  <a:lnTo>
                    <a:pt x="774574" y="1630831"/>
                  </a:lnTo>
                  <a:lnTo>
                    <a:pt x="775827" y="1627610"/>
                  </a:lnTo>
                  <a:lnTo>
                    <a:pt x="777081" y="1624075"/>
                  </a:lnTo>
                  <a:lnTo>
                    <a:pt x="778334" y="1620231"/>
                  </a:lnTo>
                  <a:lnTo>
                    <a:pt x="779587" y="1616094"/>
                  </a:lnTo>
                  <a:lnTo>
                    <a:pt x="780840" y="1611678"/>
                  </a:lnTo>
                  <a:lnTo>
                    <a:pt x="782093" y="1607033"/>
                  </a:lnTo>
                  <a:lnTo>
                    <a:pt x="783347" y="1602193"/>
                  </a:lnTo>
                  <a:lnTo>
                    <a:pt x="784600" y="1597201"/>
                  </a:lnTo>
                  <a:lnTo>
                    <a:pt x="785853" y="1592109"/>
                  </a:lnTo>
                  <a:lnTo>
                    <a:pt x="787106" y="1586909"/>
                  </a:lnTo>
                  <a:lnTo>
                    <a:pt x="788360" y="1581541"/>
                  </a:lnTo>
                  <a:lnTo>
                    <a:pt x="789613" y="1575985"/>
                  </a:lnTo>
                  <a:lnTo>
                    <a:pt x="790866" y="1570242"/>
                  </a:lnTo>
                  <a:lnTo>
                    <a:pt x="792119" y="1564302"/>
                  </a:lnTo>
                  <a:lnTo>
                    <a:pt x="793372" y="1558161"/>
                  </a:lnTo>
                  <a:lnTo>
                    <a:pt x="794626" y="1551863"/>
                  </a:lnTo>
                  <a:lnTo>
                    <a:pt x="795879" y="1545395"/>
                  </a:lnTo>
                  <a:lnTo>
                    <a:pt x="797132" y="1538762"/>
                  </a:lnTo>
                  <a:lnTo>
                    <a:pt x="798385" y="1531899"/>
                  </a:lnTo>
                  <a:lnTo>
                    <a:pt x="799639" y="1524776"/>
                  </a:lnTo>
                  <a:lnTo>
                    <a:pt x="800892" y="1517349"/>
                  </a:lnTo>
                  <a:lnTo>
                    <a:pt x="802145" y="1509597"/>
                  </a:lnTo>
                  <a:lnTo>
                    <a:pt x="803398" y="1501534"/>
                  </a:lnTo>
                  <a:lnTo>
                    <a:pt x="804651" y="1493166"/>
                  </a:lnTo>
                  <a:lnTo>
                    <a:pt x="805905" y="1484502"/>
                  </a:lnTo>
                  <a:lnTo>
                    <a:pt x="807158" y="1475557"/>
                  </a:lnTo>
                  <a:lnTo>
                    <a:pt x="808411" y="1466303"/>
                  </a:lnTo>
                  <a:lnTo>
                    <a:pt x="809664" y="1456773"/>
                  </a:lnTo>
                  <a:lnTo>
                    <a:pt x="810917" y="1447032"/>
                  </a:lnTo>
                  <a:lnTo>
                    <a:pt x="812171" y="1437079"/>
                  </a:lnTo>
                  <a:lnTo>
                    <a:pt x="813424" y="1426907"/>
                  </a:lnTo>
                  <a:lnTo>
                    <a:pt x="814677" y="1416491"/>
                  </a:lnTo>
                  <a:lnTo>
                    <a:pt x="815930" y="1405812"/>
                  </a:lnTo>
                  <a:lnTo>
                    <a:pt x="817184" y="1394944"/>
                  </a:lnTo>
                  <a:lnTo>
                    <a:pt x="818437" y="1383934"/>
                  </a:lnTo>
                  <a:lnTo>
                    <a:pt x="819690" y="1372863"/>
                  </a:lnTo>
                  <a:lnTo>
                    <a:pt x="820943" y="1361811"/>
                  </a:lnTo>
                  <a:lnTo>
                    <a:pt x="822196" y="1350836"/>
                  </a:lnTo>
                  <a:lnTo>
                    <a:pt x="823450" y="1339991"/>
                  </a:lnTo>
                  <a:lnTo>
                    <a:pt x="824703" y="1329327"/>
                  </a:lnTo>
                  <a:lnTo>
                    <a:pt x="825956" y="1318893"/>
                  </a:lnTo>
                  <a:lnTo>
                    <a:pt x="827209" y="1308751"/>
                  </a:lnTo>
                  <a:lnTo>
                    <a:pt x="828463" y="1298919"/>
                  </a:lnTo>
                  <a:lnTo>
                    <a:pt x="829716" y="1289403"/>
                  </a:lnTo>
                  <a:lnTo>
                    <a:pt x="830969" y="1280229"/>
                  </a:lnTo>
                  <a:lnTo>
                    <a:pt x="832222" y="1271395"/>
                  </a:lnTo>
                  <a:lnTo>
                    <a:pt x="833475" y="1262890"/>
                  </a:lnTo>
                  <a:lnTo>
                    <a:pt x="834729" y="1254749"/>
                  </a:lnTo>
                  <a:lnTo>
                    <a:pt x="835982" y="1247004"/>
                  </a:lnTo>
                  <a:lnTo>
                    <a:pt x="837235" y="1239636"/>
                  </a:lnTo>
                  <a:lnTo>
                    <a:pt x="838488" y="1232643"/>
                  </a:lnTo>
                  <a:lnTo>
                    <a:pt x="839741" y="1226004"/>
                  </a:lnTo>
                  <a:lnTo>
                    <a:pt x="840995" y="1219706"/>
                  </a:lnTo>
                  <a:lnTo>
                    <a:pt x="842248" y="1213695"/>
                  </a:lnTo>
                  <a:lnTo>
                    <a:pt x="843501" y="1207933"/>
                  </a:lnTo>
                  <a:lnTo>
                    <a:pt x="844754" y="1202418"/>
                  </a:lnTo>
                  <a:lnTo>
                    <a:pt x="846008" y="1197103"/>
                  </a:lnTo>
                  <a:lnTo>
                    <a:pt x="847261" y="1191959"/>
                  </a:lnTo>
                  <a:lnTo>
                    <a:pt x="848514" y="1186935"/>
                  </a:lnTo>
                  <a:lnTo>
                    <a:pt x="849767" y="1182018"/>
                  </a:lnTo>
                  <a:lnTo>
                    <a:pt x="851020" y="1177200"/>
                  </a:lnTo>
                  <a:lnTo>
                    <a:pt x="852274" y="1172517"/>
                  </a:lnTo>
                  <a:lnTo>
                    <a:pt x="853527" y="1167954"/>
                  </a:lnTo>
                  <a:lnTo>
                    <a:pt x="854780" y="1163478"/>
                  </a:lnTo>
                  <a:lnTo>
                    <a:pt x="856033" y="1159084"/>
                  </a:lnTo>
                  <a:lnTo>
                    <a:pt x="857287" y="1154775"/>
                  </a:lnTo>
                  <a:lnTo>
                    <a:pt x="858540" y="1150532"/>
                  </a:lnTo>
                  <a:lnTo>
                    <a:pt x="859793" y="1146371"/>
                  </a:lnTo>
                  <a:lnTo>
                    <a:pt x="861046" y="1142351"/>
                  </a:lnTo>
                  <a:lnTo>
                    <a:pt x="862299" y="1138514"/>
                  </a:lnTo>
                  <a:lnTo>
                    <a:pt x="863553" y="1134905"/>
                  </a:lnTo>
                  <a:lnTo>
                    <a:pt x="864806" y="1131603"/>
                  </a:lnTo>
                  <a:lnTo>
                    <a:pt x="866059" y="1128646"/>
                  </a:lnTo>
                  <a:lnTo>
                    <a:pt x="867312" y="1126023"/>
                  </a:lnTo>
                  <a:lnTo>
                    <a:pt x="868565" y="1123717"/>
                  </a:lnTo>
                  <a:lnTo>
                    <a:pt x="869819" y="1121713"/>
                  </a:lnTo>
                  <a:lnTo>
                    <a:pt x="871072" y="1120025"/>
                  </a:lnTo>
                  <a:lnTo>
                    <a:pt x="872325" y="1118646"/>
                  </a:lnTo>
                  <a:lnTo>
                    <a:pt x="873578" y="1117527"/>
                  </a:lnTo>
                  <a:lnTo>
                    <a:pt x="874832" y="1116662"/>
                  </a:lnTo>
                  <a:lnTo>
                    <a:pt x="876085" y="1116066"/>
                  </a:lnTo>
                  <a:lnTo>
                    <a:pt x="877338" y="1115758"/>
                  </a:lnTo>
                  <a:lnTo>
                    <a:pt x="878591" y="1115813"/>
                  </a:lnTo>
                  <a:lnTo>
                    <a:pt x="879844" y="1116250"/>
                  </a:lnTo>
                  <a:lnTo>
                    <a:pt x="881098" y="1117069"/>
                  </a:lnTo>
                  <a:lnTo>
                    <a:pt x="882351" y="1118242"/>
                  </a:lnTo>
                  <a:lnTo>
                    <a:pt x="883604" y="1119674"/>
                  </a:lnTo>
                  <a:lnTo>
                    <a:pt x="884857" y="1121317"/>
                  </a:lnTo>
                  <a:lnTo>
                    <a:pt x="886111" y="1123152"/>
                  </a:lnTo>
                  <a:lnTo>
                    <a:pt x="887364" y="1125154"/>
                  </a:lnTo>
                  <a:lnTo>
                    <a:pt x="888617" y="1127325"/>
                  </a:lnTo>
                  <a:lnTo>
                    <a:pt x="889870" y="1129651"/>
                  </a:lnTo>
                  <a:lnTo>
                    <a:pt x="891123" y="1132123"/>
                  </a:lnTo>
                  <a:lnTo>
                    <a:pt x="892377" y="1134755"/>
                  </a:lnTo>
                  <a:lnTo>
                    <a:pt x="893630" y="1137520"/>
                  </a:lnTo>
                  <a:lnTo>
                    <a:pt x="894883" y="1140414"/>
                  </a:lnTo>
                  <a:lnTo>
                    <a:pt x="896136" y="1143410"/>
                  </a:lnTo>
                  <a:lnTo>
                    <a:pt x="897389" y="1146455"/>
                  </a:lnTo>
                  <a:lnTo>
                    <a:pt x="898643" y="1149460"/>
                  </a:lnTo>
                  <a:lnTo>
                    <a:pt x="899896" y="1152393"/>
                  </a:lnTo>
                  <a:lnTo>
                    <a:pt x="901149" y="1155268"/>
                  </a:lnTo>
                  <a:lnTo>
                    <a:pt x="902402" y="1158122"/>
                  </a:lnTo>
                  <a:lnTo>
                    <a:pt x="903656" y="1160953"/>
                  </a:lnTo>
                  <a:lnTo>
                    <a:pt x="904909" y="1163783"/>
                  </a:lnTo>
                  <a:lnTo>
                    <a:pt x="906162" y="1166666"/>
                  </a:lnTo>
                  <a:lnTo>
                    <a:pt x="907415" y="1169577"/>
                  </a:lnTo>
                  <a:lnTo>
                    <a:pt x="908668" y="1172484"/>
                  </a:lnTo>
                  <a:lnTo>
                    <a:pt x="909922" y="1175404"/>
                  </a:lnTo>
                  <a:lnTo>
                    <a:pt x="911175" y="1178342"/>
                  </a:lnTo>
                  <a:lnTo>
                    <a:pt x="912428" y="1181312"/>
                  </a:lnTo>
                  <a:lnTo>
                    <a:pt x="913681" y="1184293"/>
                  </a:lnTo>
                  <a:lnTo>
                    <a:pt x="914935" y="1187283"/>
                  </a:lnTo>
                  <a:lnTo>
                    <a:pt x="916188" y="1190249"/>
                  </a:lnTo>
                  <a:lnTo>
                    <a:pt x="917441" y="1193214"/>
                  </a:lnTo>
                  <a:lnTo>
                    <a:pt x="918694" y="1196208"/>
                  </a:lnTo>
                  <a:lnTo>
                    <a:pt x="919947" y="1199189"/>
                  </a:lnTo>
                  <a:lnTo>
                    <a:pt x="921201" y="1202164"/>
                  </a:lnTo>
                  <a:lnTo>
                    <a:pt x="922454" y="1205130"/>
                  </a:lnTo>
                  <a:lnTo>
                    <a:pt x="923707" y="1208040"/>
                  </a:lnTo>
                  <a:lnTo>
                    <a:pt x="924960" y="1210853"/>
                  </a:lnTo>
                  <a:lnTo>
                    <a:pt x="926213" y="1213594"/>
                  </a:lnTo>
                  <a:lnTo>
                    <a:pt x="927467" y="1216262"/>
                  </a:lnTo>
                  <a:lnTo>
                    <a:pt x="928720" y="1218837"/>
                  </a:lnTo>
                  <a:lnTo>
                    <a:pt x="929973" y="1221353"/>
                  </a:lnTo>
                  <a:lnTo>
                    <a:pt x="931226" y="1223852"/>
                  </a:lnTo>
                  <a:lnTo>
                    <a:pt x="932480" y="1226384"/>
                  </a:lnTo>
                  <a:lnTo>
                    <a:pt x="933733" y="1228990"/>
                  </a:lnTo>
                  <a:lnTo>
                    <a:pt x="934986" y="1231666"/>
                  </a:lnTo>
                  <a:lnTo>
                    <a:pt x="936239" y="1234436"/>
                  </a:lnTo>
                  <a:lnTo>
                    <a:pt x="937492" y="1237301"/>
                  </a:lnTo>
                  <a:lnTo>
                    <a:pt x="938746" y="1240255"/>
                  </a:lnTo>
                  <a:lnTo>
                    <a:pt x="939999" y="1243326"/>
                  </a:lnTo>
                  <a:lnTo>
                    <a:pt x="941252" y="1246482"/>
                  </a:lnTo>
                  <a:lnTo>
                    <a:pt x="942505" y="1249675"/>
                  </a:lnTo>
                  <a:lnTo>
                    <a:pt x="943758" y="1252900"/>
                  </a:lnTo>
                  <a:lnTo>
                    <a:pt x="945012" y="1256145"/>
                  </a:lnTo>
                  <a:lnTo>
                    <a:pt x="946265" y="1259455"/>
                  </a:lnTo>
                  <a:lnTo>
                    <a:pt x="947518" y="1262868"/>
                  </a:lnTo>
                  <a:lnTo>
                    <a:pt x="948771" y="1266384"/>
                  </a:lnTo>
                  <a:lnTo>
                    <a:pt x="950025" y="1269989"/>
                  </a:lnTo>
                  <a:lnTo>
                    <a:pt x="951278" y="1273651"/>
                  </a:lnTo>
                  <a:lnTo>
                    <a:pt x="952531" y="1277341"/>
                  </a:lnTo>
                  <a:lnTo>
                    <a:pt x="953784" y="1281057"/>
                  </a:lnTo>
                  <a:lnTo>
                    <a:pt x="955037" y="1284794"/>
                  </a:lnTo>
                  <a:lnTo>
                    <a:pt x="956291" y="1288577"/>
                  </a:lnTo>
                  <a:lnTo>
                    <a:pt x="957544" y="1292432"/>
                  </a:lnTo>
                  <a:lnTo>
                    <a:pt x="958797" y="1296371"/>
                  </a:lnTo>
                  <a:lnTo>
                    <a:pt x="960050" y="1300440"/>
                  </a:lnTo>
                  <a:lnTo>
                    <a:pt x="961304" y="1304692"/>
                  </a:lnTo>
                  <a:lnTo>
                    <a:pt x="962557" y="1309192"/>
                  </a:lnTo>
                  <a:lnTo>
                    <a:pt x="963810" y="1313936"/>
                  </a:lnTo>
                  <a:lnTo>
                    <a:pt x="965063" y="1318895"/>
                  </a:lnTo>
                  <a:lnTo>
                    <a:pt x="966316" y="1324047"/>
                  </a:lnTo>
                  <a:lnTo>
                    <a:pt x="967570" y="1329408"/>
                  </a:lnTo>
                  <a:lnTo>
                    <a:pt x="968823" y="1334951"/>
                  </a:lnTo>
                  <a:lnTo>
                    <a:pt x="970076" y="1340680"/>
                  </a:lnTo>
                  <a:lnTo>
                    <a:pt x="971329" y="1346659"/>
                  </a:lnTo>
                  <a:lnTo>
                    <a:pt x="972582" y="1352906"/>
                  </a:lnTo>
                  <a:lnTo>
                    <a:pt x="973836" y="1359441"/>
                  </a:lnTo>
                  <a:lnTo>
                    <a:pt x="975089" y="1366264"/>
                  </a:lnTo>
                  <a:lnTo>
                    <a:pt x="976342" y="1373400"/>
                  </a:lnTo>
                  <a:lnTo>
                    <a:pt x="977595" y="1380822"/>
                  </a:lnTo>
                  <a:lnTo>
                    <a:pt x="978849" y="1388538"/>
                  </a:lnTo>
                  <a:lnTo>
                    <a:pt x="980102" y="1396550"/>
                  </a:lnTo>
                  <a:lnTo>
                    <a:pt x="981355" y="1404829"/>
                  </a:lnTo>
                  <a:lnTo>
                    <a:pt x="982608" y="1413357"/>
                  </a:lnTo>
                  <a:lnTo>
                    <a:pt x="983861" y="1422151"/>
                  </a:lnTo>
                  <a:lnTo>
                    <a:pt x="985115" y="1431185"/>
                  </a:lnTo>
                  <a:lnTo>
                    <a:pt x="986368" y="1440407"/>
                  </a:lnTo>
                  <a:lnTo>
                    <a:pt x="987621" y="1449823"/>
                  </a:lnTo>
                  <a:lnTo>
                    <a:pt x="988874" y="1459373"/>
                  </a:lnTo>
                  <a:lnTo>
                    <a:pt x="990128" y="1468963"/>
                  </a:lnTo>
                  <a:lnTo>
                    <a:pt x="991381" y="1478526"/>
                  </a:lnTo>
                  <a:lnTo>
                    <a:pt x="992634" y="1487986"/>
                  </a:lnTo>
                  <a:lnTo>
                    <a:pt x="993887" y="1497254"/>
                  </a:lnTo>
                  <a:lnTo>
                    <a:pt x="995140" y="1506279"/>
                  </a:lnTo>
                  <a:lnTo>
                    <a:pt x="996394" y="1514992"/>
                  </a:lnTo>
                  <a:lnTo>
                    <a:pt x="997647" y="1523356"/>
                  </a:lnTo>
                  <a:lnTo>
                    <a:pt x="998900" y="1531301"/>
                  </a:lnTo>
                  <a:lnTo>
                    <a:pt x="1000153" y="1538809"/>
                  </a:lnTo>
                  <a:lnTo>
                    <a:pt x="1001406" y="1545859"/>
                  </a:lnTo>
                  <a:lnTo>
                    <a:pt x="1002660" y="1552401"/>
                  </a:lnTo>
                  <a:lnTo>
                    <a:pt x="1003913" y="1558386"/>
                  </a:lnTo>
                  <a:lnTo>
                    <a:pt x="1005166" y="1563817"/>
                  </a:lnTo>
                  <a:lnTo>
                    <a:pt x="1006419" y="1568695"/>
                  </a:lnTo>
                  <a:lnTo>
                    <a:pt x="1007673" y="1573026"/>
                  </a:lnTo>
                  <a:lnTo>
                    <a:pt x="1008926" y="1576809"/>
                  </a:lnTo>
                  <a:lnTo>
                    <a:pt x="1010179" y="1580017"/>
                  </a:lnTo>
                  <a:lnTo>
                    <a:pt x="1011432" y="1582649"/>
                  </a:lnTo>
                  <a:lnTo>
                    <a:pt x="1012685" y="1584715"/>
                  </a:lnTo>
                  <a:lnTo>
                    <a:pt x="1013939" y="1586217"/>
                  </a:lnTo>
                  <a:lnTo>
                    <a:pt x="1015192" y="1587167"/>
                  </a:lnTo>
                  <a:lnTo>
                    <a:pt x="1016445" y="1587575"/>
                  </a:lnTo>
                  <a:lnTo>
                    <a:pt x="1017698" y="1587475"/>
                  </a:lnTo>
                  <a:lnTo>
                    <a:pt x="1018952" y="1586863"/>
                  </a:lnTo>
                  <a:lnTo>
                    <a:pt x="1020205" y="1585734"/>
                  </a:lnTo>
                  <a:lnTo>
                    <a:pt x="1021458" y="1584119"/>
                  </a:lnTo>
                  <a:lnTo>
                    <a:pt x="1022711" y="1582055"/>
                  </a:lnTo>
                  <a:lnTo>
                    <a:pt x="1023964" y="1579556"/>
                  </a:lnTo>
                  <a:lnTo>
                    <a:pt x="1025218" y="1576626"/>
                  </a:lnTo>
                  <a:lnTo>
                    <a:pt x="1026471" y="1573258"/>
                  </a:lnTo>
                  <a:lnTo>
                    <a:pt x="1027724" y="1569466"/>
                  </a:lnTo>
                  <a:lnTo>
                    <a:pt x="1028977" y="1565284"/>
                  </a:lnTo>
                  <a:lnTo>
                    <a:pt x="1030230" y="1560722"/>
                  </a:lnTo>
                  <a:lnTo>
                    <a:pt x="1031484" y="1555750"/>
                  </a:lnTo>
                  <a:lnTo>
                    <a:pt x="1032737" y="1550369"/>
                  </a:lnTo>
                  <a:lnTo>
                    <a:pt x="1033990" y="1544624"/>
                  </a:lnTo>
                  <a:lnTo>
                    <a:pt x="1035243" y="1538502"/>
                  </a:lnTo>
                  <a:lnTo>
                    <a:pt x="1036497" y="1531989"/>
                  </a:lnTo>
                  <a:lnTo>
                    <a:pt x="1037750" y="1525037"/>
                  </a:lnTo>
                  <a:lnTo>
                    <a:pt x="1039003" y="1517636"/>
                  </a:lnTo>
                  <a:lnTo>
                    <a:pt x="1040256" y="1509759"/>
                  </a:lnTo>
                  <a:lnTo>
                    <a:pt x="1041509" y="1501392"/>
                  </a:lnTo>
                  <a:lnTo>
                    <a:pt x="1042763" y="1492520"/>
                  </a:lnTo>
                  <a:lnTo>
                    <a:pt x="1044016" y="1483143"/>
                  </a:lnTo>
                  <a:lnTo>
                    <a:pt x="1045269" y="1473256"/>
                  </a:lnTo>
                  <a:lnTo>
                    <a:pt x="1046522" y="1462848"/>
                  </a:lnTo>
                  <a:lnTo>
                    <a:pt x="1047776" y="1451915"/>
                  </a:lnTo>
                  <a:lnTo>
                    <a:pt x="1049029" y="1440512"/>
                  </a:lnTo>
                  <a:lnTo>
                    <a:pt x="1050282" y="1428691"/>
                  </a:lnTo>
                  <a:lnTo>
                    <a:pt x="1051535" y="1416486"/>
                  </a:lnTo>
                  <a:lnTo>
                    <a:pt x="1052788" y="1403945"/>
                  </a:lnTo>
                  <a:lnTo>
                    <a:pt x="1054042" y="1391129"/>
                  </a:lnTo>
                  <a:lnTo>
                    <a:pt x="1055295" y="1378096"/>
                  </a:lnTo>
                  <a:lnTo>
                    <a:pt x="1056548" y="1364943"/>
                  </a:lnTo>
                  <a:lnTo>
                    <a:pt x="1057801" y="1351704"/>
                  </a:lnTo>
                  <a:lnTo>
                    <a:pt x="1059054" y="1338422"/>
                  </a:lnTo>
                  <a:lnTo>
                    <a:pt x="1060308" y="1325152"/>
                  </a:lnTo>
                  <a:lnTo>
                    <a:pt x="1061561" y="1311979"/>
                  </a:lnTo>
                  <a:lnTo>
                    <a:pt x="1062814" y="1298995"/>
                  </a:lnTo>
                  <a:lnTo>
                    <a:pt x="1064067" y="1286232"/>
                  </a:lnTo>
                  <a:lnTo>
                    <a:pt x="1065321" y="1273758"/>
                  </a:lnTo>
                  <a:lnTo>
                    <a:pt x="1066574" y="1261670"/>
                  </a:lnTo>
                  <a:lnTo>
                    <a:pt x="1067827" y="1250021"/>
                  </a:lnTo>
                  <a:lnTo>
                    <a:pt x="1069080" y="1238855"/>
                  </a:lnTo>
                  <a:lnTo>
                    <a:pt x="1070333" y="1228200"/>
                  </a:lnTo>
                  <a:lnTo>
                    <a:pt x="1071587" y="1218073"/>
                  </a:lnTo>
                  <a:lnTo>
                    <a:pt x="1072840" y="1208481"/>
                  </a:lnTo>
                  <a:lnTo>
                    <a:pt x="1074093" y="1199405"/>
                  </a:lnTo>
                  <a:lnTo>
                    <a:pt x="1075346" y="1190856"/>
                  </a:lnTo>
                  <a:lnTo>
                    <a:pt x="1076600" y="1182844"/>
                  </a:lnTo>
                  <a:lnTo>
                    <a:pt x="1077853" y="1175354"/>
                  </a:lnTo>
                  <a:lnTo>
                    <a:pt x="1079106" y="1168405"/>
                  </a:lnTo>
                  <a:lnTo>
                    <a:pt x="1080359" y="1161969"/>
                  </a:lnTo>
                  <a:lnTo>
                    <a:pt x="1081612" y="1155977"/>
                  </a:lnTo>
                  <a:lnTo>
                    <a:pt x="1082866" y="1150426"/>
                  </a:lnTo>
                  <a:lnTo>
                    <a:pt x="1084119" y="1145287"/>
                  </a:lnTo>
                  <a:lnTo>
                    <a:pt x="1085372" y="1140475"/>
                  </a:lnTo>
                  <a:lnTo>
                    <a:pt x="1086625" y="1135919"/>
                  </a:lnTo>
                  <a:lnTo>
                    <a:pt x="1087878" y="1131575"/>
                  </a:lnTo>
                  <a:lnTo>
                    <a:pt x="1089132" y="1127397"/>
                  </a:lnTo>
                  <a:lnTo>
                    <a:pt x="1090385" y="1123340"/>
                  </a:lnTo>
                  <a:lnTo>
                    <a:pt x="1091638" y="1119356"/>
                  </a:lnTo>
                  <a:lnTo>
                    <a:pt x="1092891" y="1115448"/>
                  </a:lnTo>
                  <a:lnTo>
                    <a:pt x="1094145" y="1111633"/>
                  </a:lnTo>
                  <a:lnTo>
                    <a:pt x="1095398" y="1107932"/>
                  </a:lnTo>
                  <a:lnTo>
                    <a:pt x="1096651" y="1104308"/>
                  </a:lnTo>
                  <a:lnTo>
                    <a:pt x="1097904" y="1100695"/>
                  </a:lnTo>
                  <a:lnTo>
                    <a:pt x="1099157" y="1097085"/>
                  </a:lnTo>
                  <a:lnTo>
                    <a:pt x="1100411" y="1093545"/>
                  </a:lnTo>
                  <a:lnTo>
                    <a:pt x="1101664" y="1090133"/>
                  </a:lnTo>
                  <a:lnTo>
                    <a:pt x="1102917" y="1086886"/>
                  </a:lnTo>
                  <a:lnTo>
                    <a:pt x="1104170" y="1083856"/>
                  </a:lnTo>
                  <a:lnTo>
                    <a:pt x="1105423" y="1081100"/>
                  </a:lnTo>
                  <a:lnTo>
                    <a:pt x="1106677" y="1078666"/>
                  </a:lnTo>
                  <a:lnTo>
                    <a:pt x="1107930" y="1076592"/>
                  </a:lnTo>
                  <a:lnTo>
                    <a:pt x="1109183" y="1074943"/>
                  </a:lnTo>
                  <a:lnTo>
                    <a:pt x="1110436" y="1073813"/>
                  </a:lnTo>
                  <a:lnTo>
                    <a:pt x="1111690" y="1073216"/>
                  </a:lnTo>
                  <a:lnTo>
                    <a:pt x="1112943" y="1073115"/>
                  </a:lnTo>
                  <a:lnTo>
                    <a:pt x="1114196" y="1073517"/>
                  </a:lnTo>
                  <a:lnTo>
                    <a:pt x="1115449" y="1074442"/>
                  </a:lnTo>
                  <a:lnTo>
                    <a:pt x="1116702" y="1075871"/>
                  </a:lnTo>
                  <a:lnTo>
                    <a:pt x="1117956" y="1077813"/>
                  </a:lnTo>
                  <a:lnTo>
                    <a:pt x="1119209" y="1080233"/>
                  </a:lnTo>
                  <a:lnTo>
                    <a:pt x="1120462" y="1083076"/>
                  </a:lnTo>
                  <a:lnTo>
                    <a:pt x="1121715" y="1086317"/>
                  </a:lnTo>
                  <a:lnTo>
                    <a:pt x="1122969" y="1089923"/>
                  </a:lnTo>
                  <a:lnTo>
                    <a:pt x="1124222" y="1093842"/>
                  </a:lnTo>
                  <a:lnTo>
                    <a:pt x="1125475" y="1097957"/>
                  </a:lnTo>
                  <a:lnTo>
                    <a:pt x="1126728" y="1102237"/>
                  </a:lnTo>
                  <a:lnTo>
                    <a:pt x="1127981" y="1106629"/>
                  </a:lnTo>
                  <a:lnTo>
                    <a:pt x="1129235" y="1111043"/>
                  </a:lnTo>
                  <a:lnTo>
                    <a:pt x="1130488" y="1115410"/>
                  </a:lnTo>
                  <a:lnTo>
                    <a:pt x="1131741" y="1119678"/>
                  </a:lnTo>
                  <a:lnTo>
                    <a:pt x="1132994" y="1123789"/>
                  </a:lnTo>
                  <a:lnTo>
                    <a:pt x="1134247" y="1127701"/>
                  </a:lnTo>
                  <a:lnTo>
                    <a:pt x="1135501" y="1131405"/>
                  </a:lnTo>
                  <a:lnTo>
                    <a:pt x="1136754" y="1134901"/>
                  </a:lnTo>
                  <a:lnTo>
                    <a:pt x="1138007" y="1138166"/>
                  </a:lnTo>
                  <a:lnTo>
                    <a:pt x="1139260" y="1141181"/>
                  </a:lnTo>
                  <a:lnTo>
                    <a:pt x="1140514" y="1143964"/>
                  </a:lnTo>
                  <a:lnTo>
                    <a:pt x="1141767" y="1146508"/>
                  </a:lnTo>
                  <a:lnTo>
                    <a:pt x="1143020" y="1148818"/>
                  </a:lnTo>
                  <a:lnTo>
                    <a:pt x="1144273" y="1150955"/>
                  </a:lnTo>
                  <a:lnTo>
                    <a:pt x="1145526" y="1152925"/>
                  </a:lnTo>
                  <a:lnTo>
                    <a:pt x="1146780" y="1154726"/>
                  </a:lnTo>
                  <a:lnTo>
                    <a:pt x="1148033" y="1156403"/>
                  </a:lnTo>
                  <a:lnTo>
                    <a:pt x="1149286" y="1157987"/>
                  </a:lnTo>
                  <a:lnTo>
                    <a:pt x="1150539" y="1159456"/>
                  </a:lnTo>
                  <a:lnTo>
                    <a:pt x="1151793" y="1160829"/>
                  </a:lnTo>
                  <a:lnTo>
                    <a:pt x="1153046" y="1162161"/>
                  </a:lnTo>
                  <a:lnTo>
                    <a:pt x="1154299" y="1163519"/>
                  </a:lnTo>
                  <a:lnTo>
                    <a:pt x="1155552" y="1164918"/>
                  </a:lnTo>
                  <a:lnTo>
                    <a:pt x="1156805" y="1166360"/>
                  </a:lnTo>
                  <a:lnTo>
                    <a:pt x="1158059" y="1167821"/>
                  </a:lnTo>
                  <a:lnTo>
                    <a:pt x="1159312" y="1169298"/>
                  </a:lnTo>
                  <a:lnTo>
                    <a:pt x="1160565" y="1170823"/>
                  </a:lnTo>
                  <a:lnTo>
                    <a:pt x="1161818" y="1172379"/>
                  </a:lnTo>
                  <a:lnTo>
                    <a:pt x="1163071" y="1173935"/>
                  </a:lnTo>
                  <a:lnTo>
                    <a:pt x="1164325" y="1175445"/>
                  </a:lnTo>
                  <a:lnTo>
                    <a:pt x="1165578" y="1176879"/>
                  </a:lnTo>
                  <a:lnTo>
                    <a:pt x="1166831" y="1178186"/>
                  </a:lnTo>
                  <a:lnTo>
                    <a:pt x="1168084" y="1179349"/>
                  </a:lnTo>
                  <a:lnTo>
                    <a:pt x="1169338" y="1180347"/>
                  </a:lnTo>
                  <a:lnTo>
                    <a:pt x="1170591" y="1181176"/>
                  </a:lnTo>
                  <a:lnTo>
                    <a:pt x="1171844" y="1181800"/>
                  </a:lnTo>
                  <a:lnTo>
                    <a:pt x="1173097" y="1182116"/>
                  </a:lnTo>
                  <a:lnTo>
                    <a:pt x="1174350" y="1182048"/>
                  </a:lnTo>
                  <a:lnTo>
                    <a:pt x="1175604" y="1181611"/>
                  </a:lnTo>
                  <a:lnTo>
                    <a:pt x="1176857" y="1180822"/>
                  </a:lnTo>
                  <a:lnTo>
                    <a:pt x="1178110" y="1179649"/>
                  </a:lnTo>
                  <a:lnTo>
                    <a:pt x="1179363" y="1178104"/>
                  </a:lnTo>
                  <a:lnTo>
                    <a:pt x="1180617" y="1176221"/>
                  </a:lnTo>
                  <a:lnTo>
                    <a:pt x="1181870" y="1174010"/>
                  </a:lnTo>
                  <a:lnTo>
                    <a:pt x="1183123" y="1171511"/>
                  </a:lnTo>
                  <a:lnTo>
                    <a:pt x="1184376" y="1168793"/>
                  </a:lnTo>
                  <a:lnTo>
                    <a:pt x="1185629" y="1165913"/>
                  </a:lnTo>
                  <a:lnTo>
                    <a:pt x="1186883" y="1162889"/>
                  </a:lnTo>
                  <a:lnTo>
                    <a:pt x="1188136" y="1159801"/>
                  </a:lnTo>
                  <a:lnTo>
                    <a:pt x="1189389" y="1156689"/>
                  </a:lnTo>
                  <a:lnTo>
                    <a:pt x="1190642" y="1153553"/>
                  </a:lnTo>
                  <a:lnTo>
                    <a:pt x="1191895" y="1150444"/>
                  </a:lnTo>
                  <a:lnTo>
                    <a:pt x="1193149" y="1147420"/>
                  </a:lnTo>
                  <a:lnTo>
                    <a:pt x="1194402" y="1144499"/>
                  </a:lnTo>
                  <a:lnTo>
                    <a:pt x="1195655" y="1141721"/>
                  </a:lnTo>
                  <a:lnTo>
                    <a:pt x="1196908" y="1139127"/>
                  </a:lnTo>
                  <a:lnTo>
                    <a:pt x="1198162" y="1136735"/>
                  </a:lnTo>
                  <a:lnTo>
                    <a:pt x="1199415" y="1134548"/>
                  </a:lnTo>
                  <a:lnTo>
                    <a:pt x="1200668" y="1132598"/>
                  </a:lnTo>
                  <a:lnTo>
                    <a:pt x="1201921" y="1130944"/>
                  </a:lnTo>
                  <a:lnTo>
                    <a:pt x="1203174" y="1129594"/>
                  </a:lnTo>
                  <a:lnTo>
                    <a:pt x="1204428" y="1128554"/>
                  </a:lnTo>
                  <a:lnTo>
                    <a:pt x="1205681" y="1127845"/>
                  </a:lnTo>
                  <a:lnTo>
                    <a:pt x="1206934" y="1127443"/>
                  </a:lnTo>
                  <a:lnTo>
                    <a:pt x="1208187" y="1127322"/>
                  </a:lnTo>
                  <a:lnTo>
                    <a:pt x="1209441" y="1127515"/>
                  </a:lnTo>
                  <a:lnTo>
                    <a:pt x="1210694" y="1128010"/>
                  </a:lnTo>
                  <a:lnTo>
                    <a:pt x="1211947" y="1128778"/>
                  </a:lnTo>
                  <a:lnTo>
                    <a:pt x="1213200" y="1129875"/>
                  </a:lnTo>
                  <a:lnTo>
                    <a:pt x="1214453" y="1131346"/>
                  </a:lnTo>
                  <a:lnTo>
                    <a:pt x="1215707" y="1133180"/>
                  </a:lnTo>
                  <a:lnTo>
                    <a:pt x="1216960" y="1135356"/>
                  </a:lnTo>
                  <a:lnTo>
                    <a:pt x="1218213" y="1137840"/>
                  </a:lnTo>
                  <a:lnTo>
                    <a:pt x="1219466" y="1140592"/>
                  </a:lnTo>
                  <a:lnTo>
                    <a:pt x="1220719" y="1143575"/>
                  </a:lnTo>
                  <a:lnTo>
                    <a:pt x="1221973" y="1146768"/>
                  </a:lnTo>
                  <a:lnTo>
                    <a:pt x="1223226" y="1150150"/>
                  </a:lnTo>
                  <a:lnTo>
                    <a:pt x="1224479" y="1153761"/>
                  </a:lnTo>
                  <a:lnTo>
                    <a:pt x="1225732" y="1157644"/>
                  </a:lnTo>
                  <a:lnTo>
                    <a:pt x="1226986" y="1161813"/>
                  </a:lnTo>
                  <a:lnTo>
                    <a:pt x="1228239" y="1166274"/>
                  </a:lnTo>
                  <a:lnTo>
                    <a:pt x="1229492" y="1171046"/>
                  </a:lnTo>
                  <a:lnTo>
                    <a:pt x="1230745" y="1176130"/>
                  </a:lnTo>
                  <a:lnTo>
                    <a:pt x="1231998" y="1181489"/>
                  </a:lnTo>
                  <a:lnTo>
                    <a:pt x="1233252" y="1187064"/>
                  </a:lnTo>
                  <a:lnTo>
                    <a:pt x="1234505" y="1192820"/>
                  </a:lnTo>
                  <a:lnTo>
                    <a:pt x="1235758" y="1198765"/>
                  </a:lnTo>
                  <a:lnTo>
                    <a:pt x="1237011" y="1204963"/>
                  </a:lnTo>
                  <a:lnTo>
                    <a:pt x="1238265" y="1211427"/>
                  </a:lnTo>
                  <a:lnTo>
                    <a:pt x="1239518" y="1218138"/>
                  </a:lnTo>
                  <a:lnTo>
                    <a:pt x="1240771" y="1225090"/>
                  </a:lnTo>
                  <a:lnTo>
                    <a:pt x="1242024" y="1232316"/>
                  </a:lnTo>
                  <a:lnTo>
                    <a:pt x="1243277" y="1239750"/>
                  </a:lnTo>
                  <a:lnTo>
                    <a:pt x="1244531" y="1247342"/>
                  </a:lnTo>
                  <a:lnTo>
                    <a:pt x="1245784" y="1255064"/>
                  </a:lnTo>
                  <a:lnTo>
                    <a:pt x="1247037" y="1262863"/>
                  </a:lnTo>
                  <a:lnTo>
                    <a:pt x="1248290" y="1270682"/>
                  </a:lnTo>
                  <a:lnTo>
                    <a:pt x="1249543" y="1278522"/>
                  </a:lnTo>
                  <a:lnTo>
                    <a:pt x="1250797" y="1286382"/>
                  </a:lnTo>
                  <a:lnTo>
                    <a:pt x="1252050" y="1294275"/>
                  </a:lnTo>
                  <a:lnTo>
                    <a:pt x="1253303" y="1302239"/>
                  </a:lnTo>
                  <a:lnTo>
                    <a:pt x="1254556" y="1310288"/>
                  </a:lnTo>
                  <a:lnTo>
                    <a:pt x="1255810" y="1318391"/>
                  </a:lnTo>
                  <a:lnTo>
                    <a:pt x="1257063" y="1326526"/>
                  </a:lnTo>
                  <a:lnTo>
                    <a:pt x="1258316" y="1334677"/>
                  </a:lnTo>
                  <a:lnTo>
                    <a:pt x="1259569" y="1342826"/>
                  </a:lnTo>
                  <a:lnTo>
                    <a:pt x="1260822" y="1350935"/>
                  </a:lnTo>
                  <a:lnTo>
                    <a:pt x="1262076" y="1359003"/>
                  </a:lnTo>
                  <a:lnTo>
                    <a:pt x="1263329" y="1367012"/>
                  </a:lnTo>
                  <a:lnTo>
                    <a:pt x="1264582" y="1374902"/>
                  </a:lnTo>
                  <a:lnTo>
                    <a:pt x="1265835" y="1382649"/>
                  </a:lnTo>
                  <a:lnTo>
                    <a:pt x="1267088" y="1390238"/>
                  </a:lnTo>
                  <a:lnTo>
                    <a:pt x="1268342" y="1397625"/>
                  </a:lnTo>
                  <a:lnTo>
                    <a:pt x="1269595" y="1404806"/>
                  </a:lnTo>
                  <a:lnTo>
                    <a:pt x="1270848" y="1411792"/>
                  </a:lnTo>
                  <a:lnTo>
                    <a:pt x="1272101" y="1418556"/>
                  </a:lnTo>
                  <a:lnTo>
                    <a:pt x="1273355" y="1425071"/>
                  </a:lnTo>
                  <a:lnTo>
                    <a:pt x="1274608" y="1431346"/>
                  </a:lnTo>
                  <a:lnTo>
                    <a:pt x="1275861" y="1437381"/>
                  </a:lnTo>
                  <a:lnTo>
                    <a:pt x="1277114" y="1443150"/>
                  </a:lnTo>
                  <a:lnTo>
                    <a:pt x="1278367" y="1448639"/>
                  </a:lnTo>
                  <a:lnTo>
                    <a:pt x="1279621" y="1453850"/>
                  </a:lnTo>
                  <a:lnTo>
                    <a:pt x="1280874" y="1458776"/>
                  </a:lnTo>
                  <a:lnTo>
                    <a:pt x="1282127" y="1463473"/>
                  </a:lnTo>
                  <a:lnTo>
                    <a:pt x="1283380" y="1468026"/>
                  </a:lnTo>
                  <a:lnTo>
                    <a:pt x="1284634" y="1472470"/>
                  </a:lnTo>
                  <a:lnTo>
                    <a:pt x="1285887" y="1476862"/>
                  </a:lnTo>
                  <a:lnTo>
                    <a:pt x="1287140" y="1481236"/>
                  </a:lnTo>
                  <a:lnTo>
                    <a:pt x="1288393" y="1485560"/>
                  </a:lnTo>
                  <a:lnTo>
                    <a:pt x="1289646" y="1489819"/>
                  </a:lnTo>
                  <a:lnTo>
                    <a:pt x="1290900" y="1494031"/>
                  </a:lnTo>
                  <a:lnTo>
                    <a:pt x="1292153" y="1498199"/>
                  </a:lnTo>
                  <a:lnTo>
                    <a:pt x="1293406" y="1502331"/>
                  </a:lnTo>
                  <a:lnTo>
                    <a:pt x="1294659" y="1506466"/>
                  </a:lnTo>
                  <a:lnTo>
                    <a:pt x="1295912" y="1510664"/>
                  </a:lnTo>
                  <a:lnTo>
                    <a:pt x="1297166" y="1514979"/>
                  </a:lnTo>
                  <a:lnTo>
                    <a:pt x="1298419" y="1519435"/>
                  </a:lnTo>
                  <a:lnTo>
                    <a:pt x="1299672" y="1524034"/>
                  </a:lnTo>
                  <a:lnTo>
                    <a:pt x="1300925" y="1528744"/>
                  </a:lnTo>
                  <a:lnTo>
                    <a:pt x="1302179" y="1533540"/>
                  </a:lnTo>
                  <a:lnTo>
                    <a:pt x="1303432" y="1538419"/>
                  </a:lnTo>
                  <a:lnTo>
                    <a:pt x="1304685" y="1543337"/>
                  </a:lnTo>
                  <a:lnTo>
                    <a:pt x="1305938" y="1548267"/>
                  </a:lnTo>
                  <a:lnTo>
                    <a:pt x="1307191" y="1553245"/>
                  </a:lnTo>
                  <a:lnTo>
                    <a:pt x="1308445" y="1558294"/>
                  </a:lnTo>
                  <a:lnTo>
                    <a:pt x="1309698" y="1563418"/>
                  </a:lnTo>
                  <a:lnTo>
                    <a:pt x="1310951" y="1568622"/>
                  </a:lnTo>
                  <a:lnTo>
                    <a:pt x="1312204" y="1573899"/>
                  </a:lnTo>
                  <a:lnTo>
                    <a:pt x="1313458" y="1579194"/>
                  </a:lnTo>
                  <a:lnTo>
                    <a:pt x="1314711" y="1584448"/>
                  </a:lnTo>
                  <a:lnTo>
                    <a:pt x="1315964" y="1589587"/>
                  </a:lnTo>
                  <a:lnTo>
                    <a:pt x="1317217" y="1594575"/>
                  </a:lnTo>
                  <a:lnTo>
                    <a:pt x="1318470" y="1599400"/>
                  </a:lnTo>
                  <a:lnTo>
                    <a:pt x="1319724" y="1604081"/>
                  </a:lnTo>
                  <a:lnTo>
                    <a:pt x="1320977" y="1608621"/>
                  </a:lnTo>
                  <a:lnTo>
                    <a:pt x="1322230" y="1613022"/>
                  </a:lnTo>
                  <a:lnTo>
                    <a:pt x="1323483" y="1617299"/>
                  </a:lnTo>
                  <a:lnTo>
                    <a:pt x="1324736" y="1621473"/>
                  </a:lnTo>
                  <a:lnTo>
                    <a:pt x="1325990" y="1625545"/>
                  </a:lnTo>
                  <a:lnTo>
                    <a:pt x="1327243" y="1629524"/>
                  </a:lnTo>
                  <a:lnTo>
                    <a:pt x="1328496" y="1633430"/>
                  </a:lnTo>
                  <a:lnTo>
                    <a:pt x="1329749" y="1637263"/>
                  </a:lnTo>
                  <a:lnTo>
                    <a:pt x="1331003" y="1641041"/>
                  </a:lnTo>
                  <a:lnTo>
                    <a:pt x="1332256" y="1644779"/>
                  </a:lnTo>
                  <a:lnTo>
                    <a:pt x="1333509" y="1648478"/>
                  </a:lnTo>
                  <a:lnTo>
                    <a:pt x="1334762" y="1652139"/>
                  </a:lnTo>
                  <a:lnTo>
                    <a:pt x="1336015" y="1655781"/>
                  </a:lnTo>
                  <a:lnTo>
                    <a:pt x="1337269" y="1659423"/>
                  </a:lnTo>
                  <a:lnTo>
                    <a:pt x="1338522" y="1663065"/>
                  </a:lnTo>
                  <a:lnTo>
                    <a:pt x="1339775" y="1666707"/>
                  </a:lnTo>
                  <a:lnTo>
                    <a:pt x="1341028" y="1670350"/>
                  </a:lnTo>
                  <a:lnTo>
                    <a:pt x="1342282" y="1673992"/>
                  </a:lnTo>
                  <a:lnTo>
                    <a:pt x="1343535" y="1677634"/>
                  </a:lnTo>
                  <a:lnTo>
                    <a:pt x="1344788" y="1681276"/>
                  </a:lnTo>
                  <a:lnTo>
                    <a:pt x="1346041" y="1684871"/>
                  </a:lnTo>
                  <a:lnTo>
                    <a:pt x="1347294" y="1688393"/>
                  </a:lnTo>
                  <a:lnTo>
                    <a:pt x="1348548" y="1691833"/>
                  </a:lnTo>
                  <a:lnTo>
                    <a:pt x="1349801" y="1695146"/>
                  </a:lnTo>
                  <a:lnTo>
                    <a:pt x="1351054" y="1698331"/>
                  </a:lnTo>
                  <a:lnTo>
                    <a:pt x="1352307" y="1701387"/>
                  </a:lnTo>
                  <a:lnTo>
                    <a:pt x="1353560" y="1704314"/>
                  </a:lnTo>
                  <a:lnTo>
                    <a:pt x="1354814" y="1707112"/>
                  </a:lnTo>
                  <a:lnTo>
                    <a:pt x="1356067" y="1709766"/>
                  </a:lnTo>
                  <a:lnTo>
                    <a:pt x="1357320" y="1712256"/>
                  </a:lnTo>
                  <a:lnTo>
                    <a:pt x="1358573" y="1714568"/>
                  </a:lnTo>
                  <a:lnTo>
                    <a:pt x="1359827" y="1716673"/>
                  </a:lnTo>
                  <a:lnTo>
                    <a:pt x="1361080" y="1718565"/>
                  </a:lnTo>
                  <a:lnTo>
                    <a:pt x="1362333" y="1720242"/>
                  </a:lnTo>
                  <a:lnTo>
                    <a:pt x="1363586" y="1721706"/>
                  </a:lnTo>
                  <a:lnTo>
                    <a:pt x="1364839" y="1722980"/>
                  </a:lnTo>
                  <a:lnTo>
                    <a:pt x="1366093" y="1724078"/>
                  </a:lnTo>
                  <a:lnTo>
                    <a:pt x="1367346" y="1725009"/>
                  </a:lnTo>
                  <a:lnTo>
                    <a:pt x="1368599" y="1725807"/>
                  </a:lnTo>
                  <a:lnTo>
                    <a:pt x="1369852" y="1726477"/>
                  </a:lnTo>
                  <a:lnTo>
                    <a:pt x="1371106" y="1727018"/>
                  </a:lnTo>
                  <a:lnTo>
                    <a:pt x="1372359" y="1727431"/>
                  </a:lnTo>
                  <a:lnTo>
                    <a:pt x="1373612" y="1727714"/>
                  </a:lnTo>
                  <a:lnTo>
                    <a:pt x="1374865" y="1727886"/>
                  </a:lnTo>
                  <a:lnTo>
                    <a:pt x="1376118" y="1727968"/>
                  </a:lnTo>
                  <a:lnTo>
                    <a:pt x="1377372" y="1727982"/>
                  </a:lnTo>
                  <a:lnTo>
                    <a:pt x="1378625" y="1727982"/>
                  </a:lnTo>
                  <a:lnTo>
                    <a:pt x="1379878" y="1727982"/>
                  </a:lnTo>
                  <a:lnTo>
                    <a:pt x="1381131" y="1727982"/>
                  </a:lnTo>
                  <a:lnTo>
                    <a:pt x="1382384" y="1727982"/>
                  </a:lnTo>
                  <a:lnTo>
                    <a:pt x="1383638" y="1727982"/>
                  </a:lnTo>
                  <a:lnTo>
                    <a:pt x="1384891" y="1727982"/>
                  </a:lnTo>
                  <a:lnTo>
                    <a:pt x="1386144" y="1727982"/>
                  </a:lnTo>
                  <a:lnTo>
                    <a:pt x="1387397" y="1727982"/>
                  </a:lnTo>
                  <a:lnTo>
                    <a:pt x="1388651" y="1727982"/>
                  </a:lnTo>
                  <a:lnTo>
                    <a:pt x="1389904" y="1727982"/>
                  </a:lnTo>
                  <a:lnTo>
                    <a:pt x="1391157" y="1727982"/>
                  </a:lnTo>
                  <a:lnTo>
                    <a:pt x="1392410" y="1727982"/>
                  </a:lnTo>
                  <a:lnTo>
                    <a:pt x="1393663" y="1727982"/>
                  </a:lnTo>
                  <a:lnTo>
                    <a:pt x="1394917" y="1727982"/>
                  </a:lnTo>
                  <a:lnTo>
                    <a:pt x="1396170" y="1727982"/>
                  </a:lnTo>
                  <a:lnTo>
                    <a:pt x="1397423" y="1727982"/>
                  </a:lnTo>
                  <a:lnTo>
                    <a:pt x="1398676" y="1727982"/>
                  </a:lnTo>
                  <a:lnTo>
                    <a:pt x="1399930" y="1727982"/>
                  </a:lnTo>
                  <a:lnTo>
                    <a:pt x="1401183" y="1727982"/>
                  </a:lnTo>
                  <a:lnTo>
                    <a:pt x="1402436" y="1727982"/>
                  </a:lnTo>
                  <a:lnTo>
                    <a:pt x="1403689" y="1727982"/>
                  </a:lnTo>
                  <a:lnTo>
                    <a:pt x="1404942" y="1727982"/>
                  </a:lnTo>
                  <a:lnTo>
                    <a:pt x="1406196" y="1727982"/>
                  </a:lnTo>
                  <a:lnTo>
                    <a:pt x="1407449" y="1727982"/>
                  </a:lnTo>
                  <a:lnTo>
                    <a:pt x="1408702" y="1727982"/>
                  </a:lnTo>
                  <a:lnTo>
                    <a:pt x="1409955" y="1727982"/>
                  </a:lnTo>
                  <a:lnTo>
                    <a:pt x="1411208" y="1727982"/>
                  </a:lnTo>
                  <a:lnTo>
                    <a:pt x="1412462" y="1727982"/>
                  </a:lnTo>
                  <a:lnTo>
                    <a:pt x="1413715" y="1727982"/>
                  </a:lnTo>
                  <a:lnTo>
                    <a:pt x="1414968" y="1727982"/>
                  </a:lnTo>
                  <a:lnTo>
                    <a:pt x="1416221" y="1727982"/>
                  </a:lnTo>
                  <a:lnTo>
                    <a:pt x="1417475" y="1727982"/>
                  </a:lnTo>
                  <a:lnTo>
                    <a:pt x="1418728" y="1727982"/>
                  </a:lnTo>
                  <a:lnTo>
                    <a:pt x="1419981" y="1727982"/>
                  </a:lnTo>
                  <a:lnTo>
                    <a:pt x="1421234" y="1727982"/>
                  </a:lnTo>
                  <a:lnTo>
                    <a:pt x="1422487" y="1727982"/>
                  </a:lnTo>
                  <a:lnTo>
                    <a:pt x="1423741" y="1727982"/>
                  </a:lnTo>
                  <a:lnTo>
                    <a:pt x="1424994" y="1727982"/>
                  </a:lnTo>
                  <a:lnTo>
                    <a:pt x="1426247" y="1727982"/>
                  </a:lnTo>
                  <a:lnTo>
                    <a:pt x="1427500" y="1727982"/>
                  </a:lnTo>
                  <a:lnTo>
                    <a:pt x="1428753" y="1727982"/>
                  </a:lnTo>
                  <a:lnTo>
                    <a:pt x="1430007" y="1727982"/>
                  </a:lnTo>
                  <a:lnTo>
                    <a:pt x="1431260" y="1727982"/>
                  </a:lnTo>
                  <a:lnTo>
                    <a:pt x="1432513" y="1727982"/>
                  </a:lnTo>
                  <a:lnTo>
                    <a:pt x="1433766" y="1727982"/>
                  </a:lnTo>
                  <a:lnTo>
                    <a:pt x="1435020" y="1727982"/>
                  </a:lnTo>
                  <a:lnTo>
                    <a:pt x="1436273" y="1727982"/>
                  </a:lnTo>
                  <a:lnTo>
                    <a:pt x="1437526" y="1727968"/>
                  </a:lnTo>
                  <a:lnTo>
                    <a:pt x="1438779" y="1727923"/>
                  </a:lnTo>
                  <a:lnTo>
                    <a:pt x="1440032" y="1727852"/>
                  </a:lnTo>
                  <a:lnTo>
                    <a:pt x="1441286" y="1727756"/>
                  </a:lnTo>
                  <a:lnTo>
                    <a:pt x="1442539" y="1727607"/>
                  </a:lnTo>
                  <a:lnTo>
                    <a:pt x="1443792" y="1727405"/>
                  </a:lnTo>
                  <a:lnTo>
                    <a:pt x="1445045" y="1727148"/>
                  </a:lnTo>
                  <a:lnTo>
                    <a:pt x="1446299" y="1726843"/>
                  </a:lnTo>
                  <a:lnTo>
                    <a:pt x="1447552" y="1726489"/>
                  </a:lnTo>
                  <a:lnTo>
                    <a:pt x="1448805" y="1726078"/>
                  </a:lnTo>
                  <a:lnTo>
                    <a:pt x="1450058" y="1725599"/>
                  </a:lnTo>
                  <a:lnTo>
                    <a:pt x="1451311" y="1725060"/>
                  </a:lnTo>
                  <a:lnTo>
                    <a:pt x="1452565" y="1724471"/>
                  </a:lnTo>
                  <a:lnTo>
                    <a:pt x="1453818" y="1723818"/>
                  </a:lnTo>
                  <a:lnTo>
                    <a:pt x="1455071" y="1723073"/>
                  </a:lnTo>
                  <a:lnTo>
                    <a:pt x="1456324" y="1722235"/>
                  </a:lnTo>
                  <a:lnTo>
                    <a:pt x="1457577" y="1721303"/>
                  </a:lnTo>
                  <a:lnTo>
                    <a:pt x="1458831" y="1720231"/>
                  </a:lnTo>
                  <a:lnTo>
                    <a:pt x="1460084" y="1718979"/>
                  </a:lnTo>
                  <a:lnTo>
                    <a:pt x="1461337" y="1717562"/>
                  </a:lnTo>
                  <a:lnTo>
                    <a:pt x="1462590" y="1715985"/>
                  </a:lnTo>
                  <a:lnTo>
                    <a:pt x="1463844" y="1714250"/>
                  </a:lnTo>
                  <a:lnTo>
                    <a:pt x="1465097" y="1712349"/>
                  </a:lnTo>
                  <a:lnTo>
                    <a:pt x="1466350" y="1710257"/>
                  </a:lnTo>
                  <a:lnTo>
                    <a:pt x="1467603" y="1707974"/>
                  </a:lnTo>
                  <a:lnTo>
                    <a:pt x="1468856" y="1705455"/>
                  </a:lnTo>
                  <a:lnTo>
                    <a:pt x="1470110" y="1702686"/>
                  </a:lnTo>
                  <a:lnTo>
                    <a:pt x="1471363" y="1699647"/>
                  </a:lnTo>
                  <a:lnTo>
                    <a:pt x="1472616" y="1696346"/>
                  </a:lnTo>
                  <a:lnTo>
                    <a:pt x="1473869" y="1692795"/>
                  </a:lnTo>
                  <a:lnTo>
                    <a:pt x="1475123" y="1688990"/>
                  </a:lnTo>
                  <a:lnTo>
                    <a:pt x="1476376" y="1684936"/>
                  </a:lnTo>
                  <a:lnTo>
                    <a:pt x="1477629" y="1680660"/>
                  </a:lnTo>
                  <a:lnTo>
                    <a:pt x="1478882" y="1676195"/>
                  </a:lnTo>
                  <a:lnTo>
                    <a:pt x="1480135" y="1671480"/>
                  </a:lnTo>
                  <a:lnTo>
                    <a:pt x="1481389" y="1666455"/>
                  </a:lnTo>
                  <a:lnTo>
                    <a:pt x="1482642" y="1661061"/>
                  </a:lnTo>
                  <a:lnTo>
                    <a:pt x="1483895" y="1655252"/>
                  </a:lnTo>
                  <a:lnTo>
                    <a:pt x="1485148" y="1649005"/>
                  </a:lnTo>
                  <a:lnTo>
                    <a:pt x="1486401" y="1642316"/>
                  </a:lnTo>
                  <a:lnTo>
                    <a:pt x="1487655" y="1635176"/>
                  </a:lnTo>
                  <a:lnTo>
                    <a:pt x="1488908" y="1627573"/>
                  </a:lnTo>
                  <a:lnTo>
                    <a:pt x="1490161" y="1619498"/>
                  </a:lnTo>
                  <a:lnTo>
                    <a:pt x="1491414" y="1610933"/>
                  </a:lnTo>
                  <a:lnTo>
                    <a:pt x="1492668" y="1601869"/>
                  </a:lnTo>
                  <a:lnTo>
                    <a:pt x="1493921" y="1592293"/>
                  </a:lnTo>
                  <a:lnTo>
                    <a:pt x="1495174" y="1582211"/>
                  </a:lnTo>
                  <a:lnTo>
                    <a:pt x="1496427" y="1571608"/>
                  </a:lnTo>
                  <a:lnTo>
                    <a:pt x="1497680" y="1560481"/>
                  </a:lnTo>
                  <a:lnTo>
                    <a:pt x="1498934" y="1548839"/>
                  </a:lnTo>
                  <a:lnTo>
                    <a:pt x="1500187" y="1536720"/>
                  </a:lnTo>
                  <a:lnTo>
                    <a:pt x="1501440" y="1524170"/>
                  </a:lnTo>
                  <a:lnTo>
                    <a:pt x="1502693" y="1511216"/>
                  </a:lnTo>
                  <a:lnTo>
                    <a:pt x="1503947" y="1497871"/>
                  </a:lnTo>
                  <a:lnTo>
                    <a:pt x="1505200" y="1484177"/>
                  </a:lnTo>
                  <a:lnTo>
                    <a:pt x="1506453" y="1470196"/>
                  </a:lnTo>
                  <a:lnTo>
                    <a:pt x="1507706" y="1455959"/>
                  </a:lnTo>
                  <a:lnTo>
                    <a:pt x="1508959" y="1441480"/>
                  </a:lnTo>
                  <a:lnTo>
                    <a:pt x="1510213" y="1426785"/>
                  </a:lnTo>
                  <a:lnTo>
                    <a:pt x="1511466" y="1411904"/>
                  </a:lnTo>
                  <a:lnTo>
                    <a:pt x="1512719" y="1396870"/>
                  </a:lnTo>
                  <a:lnTo>
                    <a:pt x="1513972" y="1381684"/>
                  </a:lnTo>
                  <a:lnTo>
                    <a:pt x="1515225" y="1366387"/>
                  </a:lnTo>
                  <a:lnTo>
                    <a:pt x="1516479" y="1351022"/>
                  </a:lnTo>
                  <a:lnTo>
                    <a:pt x="1517732" y="1335637"/>
                  </a:lnTo>
                  <a:lnTo>
                    <a:pt x="1518985" y="1320248"/>
                  </a:lnTo>
                  <a:lnTo>
                    <a:pt x="1520238" y="1304868"/>
                  </a:lnTo>
                  <a:lnTo>
                    <a:pt x="1521492" y="1289535"/>
                  </a:lnTo>
                  <a:lnTo>
                    <a:pt x="1522745" y="1274340"/>
                  </a:lnTo>
                  <a:lnTo>
                    <a:pt x="1523998" y="1259257"/>
                  </a:lnTo>
                  <a:lnTo>
                    <a:pt x="1525251" y="1244209"/>
                  </a:lnTo>
                  <a:lnTo>
                    <a:pt x="1526504" y="1229185"/>
                  </a:lnTo>
                  <a:lnTo>
                    <a:pt x="1527758" y="1214191"/>
                  </a:lnTo>
                  <a:lnTo>
                    <a:pt x="1529011" y="1199250"/>
                  </a:lnTo>
                  <a:lnTo>
                    <a:pt x="1530264" y="1184372"/>
                  </a:lnTo>
                  <a:lnTo>
                    <a:pt x="1531517" y="1169597"/>
                  </a:lnTo>
                  <a:lnTo>
                    <a:pt x="1532771" y="1154967"/>
                  </a:lnTo>
                  <a:lnTo>
                    <a:pt x="1534024" y="1140493"/>
                  </a:lnTo>
                  <a:lnTo>
                    <a:pt x="1535277" y="1126166"/>
                  </a:lnTo>
                  <a:lnTo>
                    <a:pt x="1536530" y="1111960"/>
                  </a:lnTo>
                  <a:lnTo>
                    <a:pt x="1537783" y="1097871"/>
                  </a:lnTo>
                  <a:lnTo>
                    <a:pt x="1539037" y="1083875"/>
                  </a:lnTo>
                  <a:lnTo>
                    <a:pt x="1540290" y="1069932"/>
                  </a:lnTo>
                  <a:lnTo>
                    <a:pt x="1541543" y="1055981"/>
                  </a:lnTo>
                  <a:lnTo>
                    <a:pt x="1542796" y="1042046"/>
                  </a:lnTo>
                  <a:lnTo>
                    <a:pt x="1544049" y="1028267"/>
                  </a:lnTo>
                  <a:lnTo>
                    <a:pt x="1545303" y="1014758"/>
                  </a:lnTo>
                  <a:lnTo>
                    <a:pt x="1546556" y="1001624"/>
                  </a:lnTo>
                  <a:lnTo>
                    <a:pt x="1547809" y="988910"/>
                  </a:lnTo>
                  <a:lnTo>
                    <a:pt x="1549062" y="976628"/>
                  </a:lnTo>
                  <a:lnTo>
                    <a:pt x="1550316" y="964780"/>
                  </a:lnTo>
                  <a:lnTo>
                    <a:pt x="1551569" y="953379"/>
                  </a:lnTo>
                  <a:lnTo>
                    <a:pt x="1552822" y="942446"/>
                  </a:lnTo>
                  <a:lnTo>
                    <a:pt x="1554075" y="932009"/>
                  </a:lnTo>
                  <a:lnTo>
                    <a:pt x="1555328" y="922104"/>
                  </a:lnTo>
                  <a:lnTo>
                    <a:pt x="1556582" y="912747"/>
                  </a:lnTo>
                  <a:lnTo>
                    <a:pt x="1557835" y="903933"/>
                  </a:lnTo>
                  <a:lnTo>
                    <a:pt x="1559088" y="895687"/>
                  </a:lnTo>
                  <a:lnTo>
                    <a:pt x="1560341" y="888027"/>
                  </a:lnTo>
                  <a:lnTo>
                    <a:pt x="1561595" y="880943"/>
                  </a:lnTo>
                  <a:lnTo>
                    <a:pt x="1562848" y="874426"/>
                  </a:lnTo>
                  <a:lnTo>
                    <a:pt x="1564101" y="868416"/>
                  </a:lnTo>
                  <a:lnTo>
                    <a:pt x="1565354" y="862849"/>
                  </a:lnTo>
                  <a:lnTo>
                    <a:pt x="1566607" y="857697"/>
                  </a:lnTo>
                  <a:lnTo>
                    <a:pt x="1567861" y="852940"/>
                  </a:lnTo>
                  <a:lnTo>
                    <a:pt x="1569114" y="848522"/>
                  </a:lnTo>
                  <a:lnTo>
                    <a:pt x="1570367" y="844398"/>
                  </a:lnTo>
                  <a:lnTo>
                    <a:pt x="1571620" y="840539"/>
                  </a:lnTo>
                  <a:lnTo>
                    <a:pt x="1572873" y="836916"/>
                  </a:lnTo>
                  <a:lnTo>
                    <a:pt x="1574127" y="833462"/>
                  </a:lnTo>
                  <a:lnTo>
                    <a:pt x="1575380" y="830139"/>
                  </a:lnTo>
                  <a:lnTo>
                    <a:pt x="1576633" y="826932"/>
                  </a:lnTo>
                  <a:lnTo>
                    <a:pt x="1577886" y="823773"/>
                  </a:lnTo>
                  <a:lnTo>
                    <a:pt x="1579140" y="820574"/>
                  </a:lnTo>
                  <a:lnTo>
                    <a:pt x="1580393" y="817290"/>
                  </a:lnTo>
                  <a:lnTo>
                    <a:pt x="1581646" y="813900"/>
                  </a:lnTo>
                  <a:lnTo>
                    <a:pt x="1582899" y="810394"/>
                  </a:lnTo>
                  <a:lnTo>
                    <a:pt x="1584152" y="806787"/>
                  </a:lnTo>
                  <a:lnTo>
                    <a:pt x="1585406" y="803064"/>
                  </a:lnTo>
                  <a:lnTo>
                    <a:pt x="1586659" y="799239"/>
                  </a:lnTo>
                  <a:lnTo>
                    <a:pt x="1587912" y="795418"/>
                  </a:lnTo>
                  <a:lnTo>
                    <a:pt x="1589165" y="791641"/>
                  </a:lnTo>
                  <a:lnTo>
                    <a:pt x="1590418" y="787885"/>
                  </a:lnTo>
                  <a:lnTo>
                    <a:pt x="1591672" y="784092"/>
                  </a:lnTo>
                  <a:lnTo>
                    <a:pt x="1592925" y="780239"/>
                  </a:lnTo>
                  <a:lnTo>
                    <a:pt x="1594178" y="776341"/>
                  </a:lnTo>
                  <a:lnTo>
                    <a:pt x="1595431" y="772375"/>
                  </a:lnTo>
                  <a:lnTo>
                    <a:pt x="1596685" y="768373"/>
                  </a:lnTo>
                  <a:lnTo>
                    <a:pt x="1597938" y="764366"/>
                  </a:lnTo>
                  <a:lnTo>
                    <a:pt x="1599191" y="760380"/>
                  </a:lnTo>
                  <a:lnTo>
                    <a:pt x="1600444" y="756407"/>
                  </a:lnTo>
                  <a:lnTo>
                    <a:pt x="1601697" y="752450"/>
                  </a:lnTo>
                  <a:lnTo>
                    <a:pt x="1602951" y="748539"/>
                  </a:lnTo>
                  <a:lnTo>
                    <a:pt x="1604204" y="744702"/>
                  </a:lnTo>
                  <a:lnTo>
                    <a:pt x="1605457" y="740979"/>
                  </a:lnTo>
                  <a:lnTo>
                    <a:pt x="1606710" y="737303"/>
                  </a:lnTo>
                  <a:lnTo>
                    <a:pt x="1607964" y="733612"/>
                  </a:lnTo>
                  <a:lnTo>
                    <a:pt x="1609217" y="729864"/>
                  </a:lnTo>
                  <a:lnTo>
                    <a:pt x="1610470" y="726074"/>
                  </a:lnTo>
                  <a:lnTo>
                    <a:pt x="1611723" y="722290"/>
                  </a:lnTo>
                  <a:lnTo>
                    <a:pt x="1612976" y="718528"/>
                  </a:lnTo>
                  <a:lnTo>
                    <a:pt x="1614230" y="714804"/>
                  </a:lnTo>
                  <a:lnTo>
                    <a:pt x="1615483" y="711128"/>
                  </a:lnTo>
                  <a:lnTo>
                    <a:pt x="1616736" y="707492"/>
                  </a:lnTo>
                  <a:lnTo>
                    <a:pt x="1617989" y="703873"/>
                  </a:lnTo>
                  <a:lnTo>
                    <a:pt x="1619242" y="700273"/>
                  </a:lnTo>
                  <a:lnTo>
                    <a:pt x="1620496" y="696733"/>
                  </a:lnTo>
                  <a:lnTo>
                    <a:pt x="1621749" y="693271"/>
                  </a:lnTo>
                  <a:lnTo>
                    <a:pt x="1623002" y="689889"/>
                  </a:lnTo>
                  <a:lnTo>
                    <a:pt x="1624255" y="686586"/>
                  </a:lnTo>
                  <a:lnTo>
                    <a:pt x="1625509" y="683371"/>
                  </a:lnTo>
                  <a:lnTo>
                    <a:pt x="1626762" y="680260"/>
                  </a:lnTo>
                  <a:lnTo>
                    <a:pt x="1628015" y="677304"/>
                  </a:lnTo>
                  <a:lnTo>
                    <a:pt x="1629268" y="674548"/>
                  </a:lnTo>
                  <a:lnTo>
                    <a:pt x="1630521" y="672018"/>
                  </a:lnTo>
                  <a:lnTo>
                    <a:pt x="1631775" y="669730"/>
                  </a:lnTo>
                  <a:lnTo>
                    <a:pt x="1633028" y="667700"/>
                  </a:lnTo>
                  <a:lnTo>
                    <a:pt x="1634281" y="665939"/>
                  </a:lnTo>
                  <a:lnTo>
                    <a:pt x="1635534" y="664404"/>
                  </a:lnTo>
                  <a:lnTo>
                    <a:pt x="1636788" y="663125"/>
                  </a:lnTo>
                  <a:lnTo>
                    <a:pt x="1638041" y="662163"/>
                  </a:lnTo>
                  <a:lnTo>
                    <a:pt x="1639294" y="661520"/>
                  </a:lnTo>
                  <a:lnTo>
                    <a:pt x="1640547" y="661205"/>
                  </a:lnTo>
                  <a:lnTo>
                    <a:pt x="1641800" y="661283"/>
                  </a:lnTo>
                  <a:lnTo>
                    <a:pt x="1643054" y="661777"/>
                  </a:lnTo>
                  <a:lnTo>
                    <a:pt x="1644307" y="662663"/>
                  </a:lnTo>
                  <a:lnTo>
                    <a:pt x="1645560" y="663924"/>
                  </a:lnTo>
                  <a:lnTo>
                    <a:pt x="1646813" y="665564"/>
                  </a:lnTo>
                  <a:lnTo>
                    <a:pt x="1648066" y="667528"/>
                  </a:lnTo>
                  <a:lnTo>
                    <a:pt x="1649320" y="669786"/>
                  </a:lnTo>
                  <a:lnTo>
                    <a:pt x="1650573" y="672303"/>
                  </a:lnTo>
                  <a:lnTo>
                    <a:pt x="1651826" y="675062"/>
                  </a:lnTo>
                  <a:lnTo>
                    <a:pt x="1653079" y="678121"/>
                  </a:lnTo>
                  <a:lnTo>
                    <a:pt x="1654333" y="681598"/>
                  </a:lnTo>
                  <a:lnTo>
                    <a:pt x="1655586" y="685601"/>
                  </a:lnTo>
                  <a:lnTo>
                    <a:pt x="1656839" y="690138"/>
                  </a:lnTo>
                  <a:lnTo>
                    <a:pt x="1658092" y="695213"/>
                  </a:lnTo>
                  <a:lnTo>
                    <a:pt x="1659345" y="700799"/>
                  </a:lnTo>
                  <a:lnTo>
                    <a:pt x="1660599" y="706884"/>
                  </a:lnTo>
                  <a:lnTo>
                    <a:pt x="1661852" y="713438"/>
                  </a:lnTo>
                  <a:lnTo>
                    <a:pt x="1663105" y="720479"/>
                  </a:lnTo>
                  <a:lnTo>
                    <a:pt x="1664358" y="728061"/>
                  </a:lnTo>
                  <a:lnTo>
                    <a:pt x="1665612" y="736163"/>
                  </a:lnTo>
                  <a:lnTo>
                    <a:pt x="1666865" y="744793"/>
                  </a:lnTo>
                  <a:lnTo>
                    <a:pt x="1668118" y="753910"/>
                  </a:lnTo>
                  <a:lnTo>
                    <a:pt x="1669371" y="763467"/>
                  </a:lnTo>
                  <a:lnTo>
                    <a:pt x="1670624" y="773460"/>
                  </a:lnTo>
                  <a:lnTo>
                    <a:pt x="1671878" y="783818"/>
                  </a:lnTo>
                  <a:lnTo>
                    <a:pt x="1673131" y="794443"/>
                  </a:lnTo>
                  <a:lnTo>
                    <a:pt x="1674384" y="805206"/>
                  </a:lnTo>
                  <a:lnTo>
                    <a:pt x="1675637" y="816043"/>
                  </a:lnTo>
                  <a:lnTo>
                    <a:pt x="1676890" y="826896"/>
                  </a:lnTo>
                  <a:lnTo>
                    <a:pt x="1678144" y="837710"/>
                  </a:lnTo>
                  <a:lnTo>
                    <a:pt x="1679397" y="848457"/>
                  </a:lnTo>
                  <a:lnTo>
                    <a:pt x="1680650" y="859131"/>
                  </a:lnTo>
                  <a:lnTo>
                    <a:pt x="1681903" y="869724"/>
                  </a:lnTo>
                  <a:lnTo>
                    <a:pt x="1683157" y="880165"/>
                  </a:lnTo>
                  <a:lnTo>
                    <a:pt x="1684410" y="890366"/>
                  </a:lnTo>
                  <a:lnTo>
                    <a:pt x="1685663" y="900259"/>
                  </a:lnTo>
                  <a:lnTo>
                    <a:pt x="1686916" y="909807"/>
                  </a:lnTo>
                  <a:lnTo>
                    <a:pt x="1688169" y="918973"/>
                  </a:lnTo>
                  <a:lnTo>
                    <a:pt x="1689423" y="927743"/>
                  </a:lnTo>
                  <a:lnTo>
                    <a:pt x="1690676" y="936103"/>
                  </a:lnTo>
                  <a:lnTo>
                    <a:pt x="1691929" y="944017"/>
                  </a:lnTo>
                  <a:lnTo>
                    <a:pt x="1693182" y="951459"/>
                  </a:lnTo>
                  <a:lnTo>
                    <a:pt x="1694436" y="958374"/>
                  </a:lnTo>
                  <a:lnTo>
                    <a:pt x="1695689" y="964753"/>
                  </a:lnTo>
                  <a:lnTo>
                    <a:pt x="1696942" y="970592"/>
                  </a:lnTo>
                  <a:lnTo>
                    <a:pt x="1698195" y="975921"/>
                  </a:lnTo>
                  <a:lnTo>
                    <a:pt x="1699448" y="980782"/>
                  </a:lnTo>
                  <a:lnTo>
                    <a:pt x="1700702" y="985137"/>
                  </a:lnTo>
                  <a:lnTo>
                    <a:pt x="1701955" y="988972"/>
                  </a:lnTo>
                  <a:lnTo>
                    <a:pt x="1703208" y="992314"/>
                  </a:lnTo>
                  <a:lnTo>
                    <a:pt x="1704461" y="995203"/>
                  </a:lnTo>
                  <a:lnTo>
                    <a:pt x="1705714" y="997682"/>
                  </a:lnTo>
                  <a:lnTo>
                    <a:pt x="1706968" y="999830"/>
                  </a:lnTo>
                  <a:lnTo>
                    <a:pt x="1708221" y="1001688"/>
                  </a:lnTo>
                  <a:lnTo>
                    <a:pt x="1709474" y="1003263"/>
                  </a:lnTo>
                  <a:lnTo>
                    <a:pt x="1710727" y="1004583"/>
                  </a:lnTo>
                  <a:lnTo>
                    <a:pt x="1711981" y="1005697"/>
                  </a:lnTo>
                  <a:lnTo>
                    <a:pt x="1713234" y="1006657"/>
                  </a:lnTo>
                  <a:lnTo>
                    <a:pt x="1714487" y="1007465"/>
                  </a:lnTo>
                  <a:lnTo>
                    <a:pt x="1715740" y="1008088"/>
                  </a:lnTo>
                  <a:lnTo>
                    <a:pt x="1716993" y="1008465"/>
                  </a:lnTo>
                  <a:lnTo>
                    <a:pt x="1718247" y="1008490"/>
                  </a:lnTo>
                  <a:lnTo>
                    <a:pt x="1719500" y="1008098"/>
                  </a:lnTo>
                  <a:lnTo>
                    <a:pt x="1720753" y="1007258"/>
                  </a:lnTo>
                  <a:lnTo>
                    <a:pt x="1722006" y="1005986"/>
                  </a:lnTo>
                  <a:lnTo>
                    <a:pt x="1723260" y="1004258"/>
                  </a:lnTo>
                  <a:lnTo>
                    <a:pt x="1724513" y="1002040"/>
                  </a:lnTo>
                  <a:lnTo>
                    <a:pt x="1725766" y="999351"/>
                  </a:lnTo>
                  <a:lnTo>
                    <a:pt x="1727019" y="996177"/>
                  </a:lnTo>
                  <a:lnTo>
                    <a:pt x="1728272" y="992514"/>
                  </a:lnTo>
                  <a:lnTo>
                    <a:pt x="1729526" y="988367"/>
                  </a:lnTo>
                  <a:lnTo>
                    <a:pt x="1730779" y="983756"/>
                  </a:lnTo>
                  <a:lnTo>
                    <a:pt x="1732032" y="978750"/>
                  </a:lnTo>
                  <a:lnTo>
                    <a:pt x="1733285" y="973417"/>
                  </a:lnTo>
                  <a:lnTo>
                    <a:pt x="1734538" y="967811"/>
                  </a:lnTo>
                  <a:lnTo>
                    <a:pt x="1735792" y="962034"/>
                  </a:lnTo>
                  <a:lnTo>
                    <a:pt x="1737045" y="956189"/>
                  </a:lnTo>
                  <a:lnTo>
                    <a:pt x="1738298" y="950371"/>
                  </a:lnTo>
                  <a:lnTo>
                    <a:pt x="1739551" y="944643"/>
                  </a:lnTo>
                  <a:lnTo>
                    <a:pt x="1740805" y="939080"/>
                  </a:lnTo>
                  <a:lnTo>
                    <a:pt x="1742058" y="933746"/>
                  </a:lnTo>
                  <a:lnTo>
                    <a:pt x="1743311" y="928694"/>
                  </a:lnTo>
                  <a:lnTo>
                    <a:pt x="1744564" y="923908"/>
                  </a:lnTo>
                  <a:lnTo>
                    <a:pt x="1745817" y="919400"/>
                  </a:lnTo>
                  <a:lnTo>
                    <a:pt x="1747071" y="915208"/>
                  </a:lnTo>
                  <a:lnTo>
                    <a:pt x="1748324" y="911386"/>
                  </a:lnTo>
                  <a:lnTo>
                    <a:pt x="1749577" y="908017"/>
                  </a:lnTo>
                  <a:lnTo>
                    <a:pt x="1750830" y="905142"/>
                  </a:lnTo>
                  <a:lnTo>
                    <a:pt x="1752083" y="902792"/>
                  </a:lnTo>
                  <a:lnTo>
                    <a:pt x="1753337" y="900967"/>
                  </a:lnTo>
                  <a:lnTo>
                    <a:pt x="1754590" y="899659"/>
                  </a:lnTo>
                  <a:lnTo>
                    <a:pt x="1755843" y="898880"/>
                  </a:lnTo>
                  <a:lnTo>
                    <a:pt x="1757096" y="898635"/>
                  </a:lnTo>
                  <a:lnTo>
                    <a:pt x="1758350" y="898953"/>
                  </a:lnTo>
                  <a:lnTo>
                    <a:pt x="1759603" y="899777"/>
                  </a:lnTo>
                  <a:lnTo>
                    <a:pt x="1760856" y="901095"/>
                  </a:lnTo>
                  <a:lnTo>
                    <a:pt x="1762109" y="902875"/>
                  </a:lnTo>
                  <a:lnTo>
                    <a:pt x="1763362" y="905125"/>
                  </a:lnTo>
                  <a:lnTo>
                    <a:pt x="1764616" y="907873"/>
                  </a:lnTo>
                  <a:lnTo>
                    <a:pt x="1765869" y="911124"/>
                  </a:lnTo>
                  <a:lnTo>
                    <a:pt x="1767122" y="914835"/>
                  </a:lnTo>
                  <a:lnTo>
                    <a:pt x="1768375" y="918889"/>
                  </a:lnTo>
                  <a:lnTo>
                    <a:pt x="1769629" y="923163"/>
                  </a:lnTo>
                  <a:lnTo>
                    <a:pt x="1770882" y="927582"/>
                  </a:lnTo>
                  <a:lnTo>
                    <a:pt x="1772135" y="932120"/>
                  </a:lnTo>
                  <a:lnTo>
                    <a:pt x="1773388" y="936768"/>
                  </a:lnTo>
                  <a:lnTo>
                    <a:pt x="1774641" y="941476"/>
                  </a:lnTo>
                  <a:lnTo>
                    <a:pt x="1775895" y="946192"/>
                  </a:lnTo>
                  <a:lnTo>
                    <a:pt x="1777148" y="950864"/>
                  </a:lnTo>
                  <a:lnTo>
                    <a:pt x="1778401" y="955502"/>
                  </a:lnTo>
                  <a:lnTo>
                    <a:pt x="1779654" y="960065"/>
                  </a:lnTo>
                  <a:lnTo>
                    <a:pt x="1780907" y="964546"/>
                  </a:lnTo>
                  <a:lnTo>
                    <a:pt x="1782161" y="968939"/>
                  </a:lnTo>
                  <a:lnTo>
                    <a:pt x="1783414" y="973251"/>
                  </a:lnTo>
                  <a:lnTo>
                    <a:pt x="1784667" y="977486"/>
                  </a:lnTo>
                  <a:lnTo>
                    <a:pt x="1785920" y="981629"/>
                  </a:lnTo>
                  <a:lnTo>
                    <a:pt x="1787174" y="985750"/>
                  </a:lnTo>
                  <a:lnTo>
                    <a:pt x="1788427" y="989858"/>
                  </a:lnTo>
                  <a:lnTo>
                    <a:pt x="1789680" y="993917"/>
                  </a:lnTo>
                  <a:lnTo>
                    <a:pt x="1790933" y="997901"/>
                  </a:lnTo>
                  <a:lnTo>
                    <a:pt x="1792186" y="1001781"/>
                  </a:lnTo>
                  <a:lnTo>
                    <a:pt x="1793440" y="1005566"/>
                  </a:lnTo>
                  <a:lnTo>
                    <a:pt x="1794693" y="1009219"/>
                  </a:lnTo>
                  <a:lnTo>
                    <a:pt x="1795946" y="1012680"/>
                  </a:lnTo>
                  <a:lnTo>
                    <a:pt x="1797199" y="1015927"/>
                  </a:lnTo>
                  <a:lnTo>
                    <a:pt x="1798453" y="1018951"/>
                  </a:lnTo>
                  <a:lnTo>
                    <a:pt x="1799706" y="1021738"/>
                  </a:lnTo>
                  <a:lnTo>
                    <a:pt x="1800959" y="1024281"/>
                  </a:lnTo>
                  <a:lnTo>
                    <a:pt x="1802212" y="1026568"/>
                  </a:lnTo>
                  <a:lnTo>
                    <a:pt x="1803465" y="1028573"/>
                  </a:lnTo>
                  <a:lnTo>
                    <a:pt x="1804719" y="1030267"/>
                  </a:lnTo>
                  <a:lnTo>
                    <a:pt x="1805972" y="1031599"/>
                  </a:lnTo>
                  <a:lnTo>
                    <a:pt x="1807225" y="1032570"/>
                  </a:lnTo>
                  <a:lnTo>
                    <a:pt x="1808478" y="1033206"/>
                  </a:lnTo>
                  <a:lnTo>
                    <a:pt x="1809731" y="1033556"/>
                  </a:lnTo>
                  <a:lnTo>
                    <a:pt x="1810985" y="1033654"/>
                  </a:lnTo>
                  <a:lnTo>
                    <a:pt x="1812238" y="1033520"/>
                  </a:lnTo>
                  <a:lnTo>
                    <a:pt x="1813491" y="1033147"/>
                  </a:lnTo>
                  <a:lnTo>
                    <a:pt x="1814744" y="1032517"/>
                  </a:lnTo>
                  <a:lnTo>
                    <a:pt x="1815998" y="1031615"/>
                  </a:lnTo>
                  <a:lnTo>
                    <a:pt x="1817251" y="1030404"/>
                  </a:lnTo>
                  <a:lnTo>
                    <a:pt x="1818504" y="1028837"/>
                  </a:lnTo>
                  <a:lnTo>
                    <a:pt x="1819757" y="1026927"/>
                  </a:lnTo>
                  <a:lnTo>
                    <a:pt x="1821010" y="1024648"/>
                  </a:lnTo>
                  <a:lnTo>
                    <a:pt x="1822264" y="1022023"/>
                  </a:lnTo>
                  <a:lnTo>
                    <a:pt x="1823517" y="1019113"/>
                  </a:lnTo>
                  <a:lnTo>
                    <a:pt x="1824770" y="1015932"/>
                  </a:lnTo>
                  <a:lnTo>
                    <a:pt x="1826023" y="1012461"/>
                  </a:lnTo>
                  <a:lnTo>
                    <a:pt x="1827277" y="1008683"/>
                  </a:lnTo>
                  <a:lnTo>
                    <a:pt x="1828530" y="1004534"/>
                  </a:lnTo>
                  <a:lnTo>
                    <a:pt x="1829783" y="999948"/>
                  </a:lnTo>
                  <a:lnTo>
                    <a:pt x="1831036" y="994956"/>
                  </a:lnTo>
                  <a:lnTo>
                    <a:pt x="1832289" y="989644"/>
                  </a:lnTo>
                  <a:lnTo>
                    <a:pt x="1833543" y="984112"/>
                  </a:lnTo>
                  <a:lnTo>
                    <a:pt x="1834796" y="978380"/>
                  </a:lnTo>
                  <a:lnTo>
                    <a:pt x="1836049" y="972469"/>
                  </a:lnTo>
                  <a:lnTo>
                    <a:pt x="1837302" y="966415"/>
                  </a:lnTo>
                  <a:lnTo>
                    <a:pt x="1838555" y="960222"/>
                  </a:lnTo>
                  <a:lnTo>
                    <a:pt x="1839809" y="953892"/>
                  </a:lnTo>
                  <a:lnTo>
                    <a:pt x="1841062" y="947389"/>
                  </a:lnTo>
                  <a:lnTo>
                    <a:pt x="1842315" y="940692"/>
                  </a:lnTo>
                  <a:lnTo>
                    <a:pt x="1843568" y="933820"/>
                  </a:lnTo>
                  <a:lnTo>
                    <a:pt x="1844822" y="926804"/>
                  </a:lnTo>
                  <a:lnTo>
                    <a:pt x="1846075" y="919670"/>
                  </a:lnTo>
                  <a:lnTo>
                    <a:pt x="1847328" y="912407"/>
                  </a:lnTo>
                  <a:lnTo>
                    <a:pt x="1848581" y="905042"/>
                  </a:lnTo>
                  <a:lnTo>
                    <a:pt x="1849834" y="897542"/>
                  </a:lnTo>
                  <a:lnTo>
                    <a:pt x="1851088" y="889850"/>
                  </a:lnTo>
                  <a:lnTo>
                    <a:pt x="1852341" y="881973"/>
                  </a:lnTo>
                  <a:lnTo>
                    <a:pt x="1853594" y="873934"/>
                  </a:lnTo>
                  <a:lnTo>
                    <a:pt x="1854847" y="865752"/>
                  </a:lnTo>
                  <a:lnTo>
                    <a:pt x="1856101" y="857434"/>
                  </a:lnTo>
                  <a:lnTo>
                    <a:pt x="1857354" y="848988"/>
                  </a:lnTo>
                  <a:lnTo>
                    <a:pt x="1858607" y="840438"/>
                  </a:lnTo>
                  <a:lnTo>
                    <a:pt x="1859860" y="831822"/>
                  </a:lnTo>
                  <a:lnTo>
                    <a:pt x="1861113" y="823102"/>
                  </a:lnTo>
                  <a:lnTo>
                    <a:pt x="1862367" y="814224"/>
                  </a:lnTo>
                  <a:lnTo>
                    <a:pt x="1863620" y="805151"/>
                  </a:lnTo>
                  <a:lnTo>
                    <a:pt x="1864873" y="795868"/>
                  </a:lnTo>
                  <a:lnTo>
                    <a:pt x="1866126" y="786356"/>
                  </a:lnTo>
                  <a:lnTo>
                    <a:pt x="1867379" y="776600"/>
                  </a:lnTo>
                  <a:lnTo>
                    <a:pt x="1868633" y="766610"/>
                  </a:lnTo>
                  <a:lnTo>
                    <a:pt x="1869886" y="756414"/>
                  </a:lnTo>
                  <a:lnTo>
                    <a:pt x="1871139" y="745989"/>
                  </a:lnTo>
                  <a:lnTo>
                    <a:pt x="1872392" y="735320"/>
                  </a:lnTo>
                  <a:lnTo>
                    <a:pt x="1873646" y="724376"/>
                  </a:lnTo>
                  <a:lnTo>
                    <a:pt x="1874899" y="713102"/>
                  </a:lnTo>
                  <a:lnTo>
                    <a:pt x="1876152" y="701444"/>
                  </a:lnTo>
                  <a:lnTo>
                    <a:pt x="1877405" y="689377"/>
                  </a:lnTo>
                  <a:lnTo>
                    <a:pt x="1878658" y="676920"/>
                  </a:lnTo>
                  <a:lnTo>
                    <a:pt x="1879912" y="664158"/>
                  </a:lnTo>
                  <a:lnTo>
                    <a:pt x="1881165" y="651200"/>
                  </a:lnTo>
                  <a:lnTo>
                    <a:pt x="1882418" y="638123"/>
                  </a:lnTo>
                  <a:lnTo>
                    <a:pt x="1883671" y="624951"/>
                  </a:lnTo>
                  <a:lnTo>
                    <a:pt x="1884925" y="611752"/>
                  </a:lnTo>
                  <a:lnTo>
                    <a:pt x="1886178" y="598531"/>
                  </a:lnTo>
                  <a:lnTo>
                    <a:pt x="1887431" y="585285"/>
                  </a:lnTo>
                  <a:lnTo>
                    <a:pt x="1888684" y="572008"/>
                  </a:lnTo>
                  <a:lnTo>
                    <a:pt x="1889937" y="558708"/>
                  </a:lnTo>
                  <a:lnTo>
                    <a:pt x="1891191" y="545419"/>
                  </a:lnTo>
                  <a:lnTo>
                    <a:pt x="1892444" y="532218"/>
                  </a:lnTo>
                  <a:lnTo>
                    <a:pt x="1893697" y="519177"/>
                  </a:lnTo>
                  <a:lnTo>
                    <a:pt x="1894950" y="506294"/>
                  </a:lnTo>
                  <a:lnTo>
                    <a:pt x="1896203" y="493537"/>
                  </a:lnTo>
                  <a:lnTo>
                    <a:pt x="1897457" y="480900"/>
                  </a:lnTo>
                  <a:lnTo>
                    <a:pt x="1898710" y="468371"/>
                  </a:lnTo>
                  <a:lnTo>
                    <a:pt x="1899963" y="455908"/>
                  </a:lnTo>
                  <a:lnTo>
                    <a:pt x="1901216" y="443515"/>
                  </a:lnTo>
                  <a:lnTo>
                    <a:pt x="1902470" y="431246"/>
                  </a:lnTo>
                  <a:lnTo>
                    <a:pt x="1903723" y="419129"/>
                  </a:lnTo>
                  <a:lnTo>
                    <a:pt x="1904976" y="407241"/>
                  </a:lnTo>
                  <a:lnTo>
                    <a:pt x="1906229" y="395622"/>
                  </a:lnTo>
                  <a:lnTo>
                    <a:pt x="1907482" y="384337"/>
                  </a:lnTo>
                  <a:lnTo>
                    <a:pt x="1908736" y="373414"/>
                  </a:lnTo>
                  <a:lnTo>
                    <a:pt x="1909989" y="362861"/>
                  </a:lnTo>
                  <a:lnTo>
                    <a:pt x="1911242" y="352725"/>
                  </a:lnTo>
                  <a:lnTo>
                    <a:pt x="1912495" y="343042"/>
                  </a:lnTo>
                  <a:lnTo>
                    <a:pt x="1913748" y="333898"/>
                  </a:lnTo>
                  <a:lnTo>
                    <a:pt x="1915002" y="325329"/>
                  </a:lnTo>
                  <a:lnTo>
                    <a:pt x="1916255" y="317332"/>
                  </a:lnTo>
                  <a:lnTo>
                    <a:pt x="1917508" y="309904"/>
                  </a:lnTo>
                  <a:lnTo>
                    <a:pt x="1918761" y="303087"/>
                  </a:lnTo>
                  <a:lnTo>
                    <a:pt x="1920015" y="296858"/>
                  </a:lnTo>
                  <a:lnTo>
                    <a:pt x="1921268" y="291183"/>
                  </a:lnTo>
                  <a:lnTo>
                    <a:pt x="1922521" y="286038"/>
                  </a:lnTo>
                  <a:lnTo>
                    <a:pt x="1923774" y="281417"/>
                  </a:lnTo>
                  <a:lnTo>
                    <a:pt x="1925027" y="277364"/>
                  </a:lnTo>
                  <a:lnTo>
                    <a:pt x="1926281" y="273888"/>
                  </a:lnTo>
                  <a:lnTo>
                    <a:pt x="1927534" y="270980"/>
                  </a:lnTo>
                  <a:lnTo>
                    <a:pt x="1928787" y="268622"/>
                  </a:lnTo>
                  <a:lnTo>
                    <a:pt x="1930040" y="266772"/>
                  </a:lnTo>
                  <a:lnTo>
                    <a:pt x="1931294" y="265383"/>
                  </a:lnTo>
                  <a:lnTo>
                    <a:pt x="1932547" y="264410"/>
                  </a:lnTo>
                  <a:lnTo>
                    <a:pt x="1933800" y="263858"/>
                  </a:lnTo>
                  <a:lnTo>
                    <a:pt x="1935053" y="263717"/>
                  </a:lnTo>
                  <a:lnTo>
                    <a:pt x="1936306" y="263978"/>
                  </a:lnTo>
                  <a:lnTo>
                    <a:pt x="1937560" y="264608"/>
                  </a:lnTo>
                  <a:lnTo>
                    <a:pt x="1938813" y="265653"/>
                  </a:lnTo>
                  <a:lnTo>
                    <a:pt x="1940066" y="267155"/>
                  </a:lnTo>
                  <a:lnTo>
                    <a:pt x="1941319" y="269128"/>
                  </a:lnTo>
                  <a:lnTo>
                    <a:pt x="1942572" y="271531"/>
                  </a:lnTo>
                  <a:lnTo>
                    <a:pt x="1943826" y="274272"/>
                  </a:lnTo>
                  <a:lnTo>
                    <a:pt x="1945079" y="277263"/>
                  </a:lnTo>
                  <a:lnTo>
                    <a:pt x="1946332" y="280466"/>
                  </a:lnTo>
                  <a:lnTo>
                    <a:pt x="1947585" y="283854"/>
                  </a:lnTo>
                  <a:lnTo>
                    <a:pt x="1948839" y="287409"/>
                  </a:lnTo>
                  <a:lnTo>
                    <a:pt x="1950092" y="291143"/>
                  </a:lnTo>
                  <a:lnTo>
                    <a:pt x="1951345" y="295060"/>
                  </a:lnTo>
                  <a:lnTo>
                    <a:pt x="1952598" y="299148"/>
                  </a:lnTo>
                  <a:lnTo>
                    <a:pt x="1953851" y="303389"/>
                  </a:lnTo>
                  <a:lnTo>
                    <a:pt x="1955105" y="307770"/>
                  </a:lnTo>
                  <a:lnTo>
                    <a:pt x="1956358" y="312272"/>
                  </a:lnTo>
                  <a:lnTo>
                    <a:pt x="1957611" y="316879"/>
                  </a:lnTo>
                  <a:lnTo>
                    <a:pt x="1958864" y="321593"/>
                  </a:lnTo>
                  <a:lnTo>
                    <a:pt x="1960118" y="326387"/>
                  </a:lnTo>
                  <a:lnTo>
                    <a:pt x="1961371" y="331252"/>
                  </a:lnTo>
                  <a:lnTo>
                    <a:pt x="1962624" y="336226"/>
                  </a:lnTo>
                  <a:lnTo>
                    <a:pt x="1963877" y="341303"/>
                  </a:lnTo>
                  <a:lnTo>
                    <a:pt x="1965130" y="346467"/>
                  </a:lnTo>
                  <a:lnTo>
                    <a:pt x="1966384" y="351695"/>
                  </a:lnTo>
                  <a:lnTo>
                    <a:pt x="1967637" y="357000"/>
                  </a:lnTo>
                  <a:lnTo>
                    <a:pt x="1968890" y="362340"/>
                  </a:lnTo>
                  <a:lnTo>
                    <a:pt x="1970143" y="367676"/>
                  </a:lnTo>
                  <a:lnTo>
                    <a:pt x="1971396" y="372982"/>
                  </a:lnTo>
                  <a:lnTo>
                    <a:pt x="1972650" y="378260"/>
                  </a:lnTo>
                  <a:lnTo>
                    <a:pt x="1973903" y="383479"/>
                  </a:lnTo>
                  <a:lnTo>
                    <a:pt x="1975156" y="388592"/>
                  </a:lnTo>
                  <a:lnTo>
                    <a:pt x="1976409" y="393542"/>
                  </a:lnTo>
                  <a:lnTo>
                    <a:pt x="1977663" y="398264"/>
                  </a:lnTo>
                  <a:lnTo>
                    <a:pt x="1978916" y="402782"/>
                  </a:lnTo>
                  <a:lnTo>
                    <a:pt x="1980169" y="407114"/>
                  </a:lnTo>
                  <a:lnTo>
                    <a:pt x="1981422" y="411218"/>
                  </a:lnTo>
                  <a:lnTo>
                    <a:pt x="1982675" y="415128"/>
                  </a:lnTo>
                  <a:lnTo>
                    <a:pt x="1983929" y="418889"/>
                  </a:lnTo>
                  <a:lnTo>
                    <a:pt x="1985182" y="422525"/>
                  </a:lnTo>
                  <a:lnTo>
                    <a:pt x="1986435" y="426070"/>
                  </a:lnTo>
                  <a:lnTo>
                    <a:pt x="1987688" y="429483"/>
                  </a:lnTo>
                  <a:lnTo>
                    <a:pt x="1988942" y="432731"/>
                  </a:lnTo>
                  <a:lnTo>
                    <a:pt x="1990195" y="435786"/>
                  </a:lnTo>
                  <a:lnTo>
                    <a:pt x="1991448" y="438654"/>
                  </a:lnTo>
                  <a:lnTo>
                    <a:pt x="1992701" y="441385"/>
                  </a:lnTo>
                  <a:lnTo>
                    <a:pt x="1993954" y="444054"/>
                  </a:lnTo>
                  <a:lnTo>
                    <a:pt x="1995208" y="446708"/>
                  </a:lnTo>
                  <a:lnTo>
                    <a:pt x="1996461" y="449367"/>
                  </a:lnTo>
                  <a:lnTo>
                    <a:pt x="1997714" y="451995"/>
                  </a:lnTo>
                  <a:lnTo>
                    <a:pt x="1998967" y="454576"/>
                  </a:lnTo>
                  <a:lnTo>
                    <a:pt x="2000220" y="457112"/>
                  </a:lnTo>
                  <a:lnTo>
                    <a:pt x="2001474" y="459588"/>
                  </a:lnTo>
                  <a:lnTo>
                    <a:pt x="2002727" y="461973"/>
                  </a:lnTo>
                  <a:lnTo>
                    <a:pt x="2003980" y="464241"/>
                  </a:lnTo>
                  <a:lnTo>
                    <a:pt x="2005233" y="466396"/>
                  </a:lnTo>
                  <a:lnTo>
                    <a:pt x="2006487" y="468444"/>
                  </a:lnTo>
                  <a:lnTo>
                    <a:pt x="2007740" y="470434"/>
                  </a:lnTo>
                  <a:lnTo>
                    <a:pt x="2008993" y="472390"/>
                  </a:lnTo>
                  <a:lnTo>
                    <a:pt x="2010246" y="474304"/>
                  </a:lnTo>
                  <a:lnTo>
                    <a:pt x="2011499" y="476136"/>
                  </a:lnTo>
                  <a:lnTo>
                    <a:pt x="2012753" y="477836"/>
                  </a:lnTo>
                  <a:lnTo>
                    <a:pt x="2014006" y="479381"/>
                  </a:lnTo>
                  <a:lnTo>
                    <a:pt x="2015259" y="480787"/>
                  </a:lnTo>
                  <a:lnTo>
                    <a:pt x="2016512" y="482115"/>
                  </a:lnTo>
                  <a:lnTo>
                    <a:pt x="2017766" y="483386"/>
                  </a:lnTo>
                  <a:lnTo>
                    <a:pt x="2019019" y="484584"/>
                  </a:lnTo>
                  <a:lnTo>
                    <a:pt x="2020272" y="485703"/>
                  </a:lnTo>
                  <a:lnTo>
                    <a:pt x="2021525" y="486713"/>
                  </a:lnTo>
                  <a:lnTo>
                    <a:pt x="2022778" y="487624"/>
                  </a:lnTo>
                  <a:lnTo>
                    <a:pt x="2024032" y="488451"/>
                  </a:lnTo>
                  <a:lnTo>
                    <a:pt x="2025285" y="489158"/>
                  </a:lnTo>
                  <a:lnTo>
                    <a:pt x="2026538" y="489707"/>
                  </a:lnTo>
                  <a:lnTo>
                    <a:pt x="2027791" y="490108"/>
                  </a:lnTo>
                  <a:lnTo>
                    <a:pt x="2029044" y="490347"/>
                  </a:lnTo>
                  <a:lnTo>
                    <a:pt x="2030298" y="490445"/>
                  </a:lnTo>
                  <a:lnTo>
                    <a:pt x="2031551" y="490391"/>
                  </a:lnTo>
                  <a:lnTo>
                    <a:pt x="2032804" y="490196"/>
                  </a:lnTo>
                  <a:lnTo>
                    <a:pt x="2034057" y="489836"/>
                  </a:lnTo>
                  <a:lnTo>
                    <a:pt x="2035311" y="489271"/>
                  </a:lnTo>
                  <a:lnTo>
                    <a:pt x="2036564" y="488468"/>
                  </a:lnTo>
                  <a:lnTo>
                    <a:pt x="2037817" y="487444"/>
                  </a:lnTo>
                  <a:lnTo>
                    <a:pt x="2039070" y="486188"/>
                  </a:lnTo>
                  <a:lnTo>
                    <a:pt x="2040323" y="484720"/>
                  </a:lnTo>
                  <a:lnTo>
                    <a:pt x="2041577" y="483045"/>
                  </a:lnTo>
                  <a:lnTo>
                    <a:pt x="2042830" y="481131"/>
                  </a:lnTo>
                  <a:lnTo>
                    <a:pt x="2044083" y="478982"/>
                  </a:lnTo>
                  <a:lnTo>
                    <a:pt x="2045336" y="476602"/>
                  </a:lnTo>
                  <a:lnTo>
                    <a:pt x="2046590" y="473919"/>
                  </a:lnTo>
                  <a:lnTo>
                    <a:pt x="2047843" y="470900"/>
                  </a:lnTo>
                  <a:lnTo>
                    <a:pt x="2049096" y="467500"/>
                  </a:lnTo>
                  <a:lnTo>
                    <a:pt x="2050349" y="463747"/>
                  </a:lnTo>
                  <a:lnTo>
                    <a:pt x="2051602" y="459716"/>
                  </a:lnTo>
                  <a:lnTo>
                    <a:pt x="2052856" y="455472"/>
                  </a:lnTo>
                  <a:lnTo>
                    <a:pt x="2054109" y="451075"/>
                  </a:lnTo>
                  <a:lnTo>
                    <a:pt x="2055362" y="446527"/>
                  </a:lnTo>
                  <a:lnTo>
                    <a:pt x="2056615" y="441823"/>
                  </a:lnTo>
                  <a:lnTo>
                    <a:pt x="2057868" y="436953"/>
                  </a:lnTo>
                  <a:lnTo>
                    <a:pt x="2059122" y="431936"/>
                  </a:lnTo>
                  <a:lnTo>
                    <a:pt x="2060375" y="426793"/>
                  </a:lnTo>
                  <a:lnTo>
                    <a:pt x="2061628" y="421569"/>
                  </a:lnTo>
                  <a:lnTo>
                    <a:pt x="2062881" y="416299"/>
                  </a:lnTo>
                  <a:lnTo>
                    <a:pt x="2064135" y="411032"/>
                  </a:lnTo>
                  <a:lnTo>
                    <a:pt x="2065388" y="405830"/>
                  </a:lnTo>
                  <a:lnTo>
                    <a:pt x="2066641" y="400725"/>
                  </a:lnTo>
                  <a:lnTo>
                    <a:pt x="2067894" y="395739"/>
                  </a:lnTo>
                  <a:lnTo>
                    <a:pt x="2069147" y="390870"/>
                  </a:lnTo>
                  <a:lnTo>
                    <a:pt x="2070401" y="386099"/>
                  </a:lnTo>
                  <a:lnTo>
                    <a:pt x="2071654" y="381398"/>
                  </a:lnTo>
                  <a:lnTo>
                    <a:pt x="2072907" y="376779"/>
                  </a:lnTo>
                  <a:lnTo>
                    <a:pt x="2074160" y="372270"/>
                  </a:lnTo>
                  <a:lnTo>
                    <a:pt x="2075413" y="367931"/>
                  </a:lnTo>
                  <a:lnTo>
                    <a:pt x="2076667" y="363800"/>
                  </a:lnTo>
                  <a:lnTo>
                    <a:pt x="2077920" y="359885"/>
                  </a:lnTo>
                  <a:lnTo>
                    <a:pt x="2079173" y="356172"/>
                  </a:lnTo>
                  <a:lnTo>
                    <a:pt x="2080426" y="352648"/>
                  </a:lnTo>
                  <a:lnTo>
                    <a:pt x="2081680" y="349337"/>
                  </a:lnTo>
                  <a:lnTo>
                    <a:pt x="2082933" y="346255"/>
                  </a:lnTo>
                  <a:lnTo>
                    <a:pt x="2084186" y="343413"/>
                  </a:lnTo>
                  <a:lnTo>
                    <a:pt x="2085439" y="340819"/>
                  </a:lnTo>
                  <a:lnTo>
                    <a:pt x="2086692" y="338467"/>
                  </a:lnTo>
                  <a:lnTo>
                    <a:pt x="2087946" y="336419"/>
                  </a:lnTo>
                  <a:lnTo>
                    <a:pt x="2089199" y="334731"/>
                  </a:lnTo>
                  <a:lnTo>
                    <a:pt x="2090452" y="333420"/>
                  </a:lnTo>
                  <a:lnTo>
                    <a:pt x="2091705" y="332526"/>
                  </a:lnTo>
                  <a:lnTo>
                    <a:pt x="2092959" y="332012"/>
                  </a:lnTo>
                  <a:lnTo>
                    <a:pt x="2094212" y="331836"/>
                  </a:lnTo>
                  <a:lnTo>
                    <a:pt x="2095465" y="331962"/>
                  </a:lnTo>
                  <a:lnTo>
                    <a:pt x="2096718" y="332360"/>
                  </a:lnTo>
                  <a:lnTo>
                    <a:pt x="2097971" y="333038"/>
                  </a:lnTo>
                  <a:lnTo>
                    <a:pt x="2099225" y="334012"/>
                  </a:lnTo>
                  <a:lnTo>
                    <a:pt x="2100478" y="335277"/>
                  </a:lnTo>
                  <a:lnTo>
                    <a:pt x="2101731" y="336838"/>
                  </a:lnTo>
                  <a:lnTo>
                    <a:pt x="2102984" y="338702"/>
                  </a:lnTo>
                  <a:lnTo>
                    <a:pt x="2104237" y="340842"/>
                  </a:lnTo>
                  <a:lnTo>
                    <a:pt x="2105491" y="343236"/>
                  </a:lnTo>
                  <a:lnTo>
                    <a:pt x="2106744" y="345841"/>
                  </a:lnTo>
                  <a:lnTo>
                    <a:pt x="2107997" y="348620"/>
                  </a:lnTo>
                  <a:lnTo>
                    <a:pt x="2109250" y="351602"/>
                  </a:lnTo>
                  <a:lnTo>
                    <a:pt x="2110504" y="354773"/>
                  </a:lnTo>
                  <a:lnTo>
                    <a:pt x="2111757" y="358181"/>
                  </a:lnTo>
                  <a:lnTo>
                    <a:pt x="2113010" y="361873"/>
                  </a:lnTo>
                  <a:lnTo>
                    <a:pt x="2114263" y="365777"/>
                  </a:lnTo>
                  <a:lnTo>
                    <a:pt x="2115516" y="369883"/>
                  </a:lnTo>
                  <a:lnTo>
                    <a:pt x="2116770" y="374147"/>
                  </a:lnTo>
                  <a:lnTo>
                    <a:pt x="2118023" y="378554"/>
                  </a:lnTo>
                  <a:lnTo>
                    <a:pt x="2119276" y="383075"/>
                  </a:lnTo>
                  <a:lnTo>
                    <a:pt x="2120529" y="387695"/>
                  </a:lnTo>
                  <a:lnTo>
                    <a:pt x="2121783" y="392370"/>
                  </a:lnTo>
                  <a:lnTo>
                    <a:pt x="2123036" y="397096"/>
                  </a:lnTo>
                  <a:lnTo>
                    <a:pt x="2124289" y="401867"/>
                  </a:lnTo>
                  <a:lnTo>
                    <a:pt x="2125542" y="406674"/>
                  </a:lnTo>
                  <a:lnTo>
                    <a:pt x="2126795" y="411457"/>
                  </a:lnTo>
                  <a:lnTo>
                    <a:pt x="2128049" y="416165"/>
                  </a:lnTo>
                  <a:lnTo>
                    <a:pt x="2129302" y="420752"/>
                  </a:lnTo>
                  <a:lnTo>
                    <a:pt x="2130555" y="425176"/>
                  </a:lnTo>
                  <a:lnTo>
                    <a:pt x="2131808" y="429425"/>
                  </a:lnTo>
                  <a:lnTo>
                    <a:pt x="2133061" y="433503"/>
                  </a:lnTo>
                  <a:lnTo>
                    <a:pt x="2134315" y="437439"/>
                  </a:lnTo>
                  <a:lnTo>
                    <a:pt x="2135568" y="441241"/>
                  </a:lnTo>
                  <a:lnTo>
                    <a:pt x="2136821" y="444893"/>
                  </a:lnTo>
                  <a:lnTo>
                    <a:pt x="2138074" y="448341"/>
                  </a:lnTo>
                  <a:lnTo>
                    <a:pt x="2139328" y="451532"/>
                  </a:lnTo>
                  <a:lnTo>
                    <a:pt x="2140581" y="454458"/>
                  </a:lnTo>
                  <a:lnTo>
                    <a:pt x="2141834" y="457097"/>
                  </a:lnTo>
                  <a:lnTo>
                    <a:pt x="2143087" y="459422"/>
                  </a:lnTo>
                  <a:lnTo>
                    <a:pt x="2144340" y="461374"/>
                  </a:lnTo>
                  <a:lnTo>
                    <a:pt x="2145594" y="462943"/>
                  </a:lnTo>
                  <a:lnTo>
                    <a:pt x="2146847" y="464136"/>
                  </a:lnTo>
                  <a:lnTo>
                    <a:pt x="2148100" y="464940"/>
                  </a:lnTo>
                  <a:lnTo>
                    <a:pt x="2149353" y="465371"/>
                  </a:lnTo>
                  <a:lnTo>
                    <a:pt x="2150607" y="465387"/>
                  </a:lnTo>
                  <a:lnTo>
                    <a:pt x="2151860" y="464953"/>
                  </a:lnTo>
                  <a:lnTo>
                    <a:pt x="2153113" y="464015"/>
                  </a:lnTo>
                  <a:lnTo>
                    <a:pt x="2154366" y="462555"/>
                  </a:lnTo>
                  <a:lnTo>
                    <a:pt x="2155619" y="460579"/>
                  </a:lnTo>
                  <a:lnTo>
                    <a:pt x="2156873" y="458152"/>
                  </a:lnTo>
                  <a:lnTo>
                    <a:pt x="2158126" y="455313"/>
                  </a:lnTo>
                  <a:lnTo>
                    <a:pt x="2159379" y="452090"/>
                  </a:lnTo>
                  <a:lnTo>
                    <a:pt x="2160632" y="448517"/>
                  </a:lnTo>
                  <a:lnTo>
                    <a:pt x="2161885" y="444611"/>
                  </a:lnTo>
                  <a:lnTo>
                    <a:pt x="2163139" y="440395"/>
                  </a:lnTo>
                  <a:lnTo>
                    <a:pt x="2164392" y="435889"/>
                  </a:lnTo>
                  <a:lnTo>
                    <a:pt x="2165645" y="431113"/>
                  </a:lnTo>
                  <a:lnTo>
                    <a:pt x="2166898" y="426113"/>
                  </a:lnTo>
                  <a:lnTo>
                    <a:pt x="2168152" y="420933"/>
                  </a:lnTo>
                  <a:lnTo>
                    <a:pt x="2169405" y="415628"/>
                  </a:lnTo>
                  <a:lnTo>
                    <a:pt x="2170658" y="410232"/>
                  </a:lnTo>
                  <a:lnTo>
                    <a:pt x="2171911" y="404780"/>
                  </a:lnTo>
                  <a:lnTo>
                    <a:pt x="2173164" y="399300"/>
                  </a:lnTo>
                  <a:lnTo>
                    <a:pt x="2174418" y="393781"/>
                  </a:lnTo>
                  <a:lnTo>
                    <a:pt x="2175671" y="388158"/>
                  </a:lnTo>
                  <a:lnTo>
                    <a:pt x="2176924" y="382460"/>
                  </a:lnTo>
                  <a:lnTo>
                    <a:pt x="2178177" y="376681"/>
                  </a:lnTo>
                  <a:lnTo>
                    <a:pt x="2179431" y="370823"/>
                  </a:lnTo>
                  <a:lnTo>
                    <a:pt x="2180684" y="364895"/>
                  </a:lnTo>
                  <a:lnTo>
                    <a:pt x="2181937" y="358903"/>
                  </a:lnTo>
                  <a:lnTo>
                    <a:pt x="2183190" y="352861"/>
                  </a:lnTo>
                  <a:lnTo>
                    <a:pt x="2184443" y="346783"/>
                  </a:lnTo>
                  <a:lnTo>
                    <a:pt x="2185697" y="340696"/>
                  </a:lnTo>
                  <a:lnTo>
                    <a:pt x="2186950" y="334577"/>
                  </a:lnTo>
                  <a:lnTo>
                    <a:pt x="2188203" y="328416"/>
                  </a:lnTo>
                  <a:lnTo>
                    <a:pt x="2189456" y="322214"/>
                  </a:lnTo>
                  <a:lnTo>
                    <a:pt x="2190709" y="316006"/>
                  </a:lnTo>
                  <a:lnTo>
                    <a:pt x="2191963" y="309779"/>
                  </a:lnTo>
                  <a:lnTo>
                    <a:pt x="2193216" y="303550"/>
                  </a:lnTo>
                  <a:lnTo>
                    <a:pt x="2194469" y="297361"/>
                  </a:lnTo>
                  <a:lnTo>
                    <a:pt x="2195722" y="291197"/>
                  </a:lnTo>
                  <a:lnTo>
                    <a:pt x="2196976" y="285061"/>
                  </a:lnTo>
                  <a:lnTo>
                    <a:pt x="2198229" y="278944"/>
                  </a:lnTo>
                  <a:lnTo>
                    <a:pt x="2199482" y="272843"/>
                  </a:lnTo>
                  <a:lnTo>
                    <a:pt x="2200735" y="266796"/>
                  </a:lnTo>
                  <a:lnTo>
                    <a:pt x="2201988" y="260858"/>
                  </a:lnTo>
                  <a:lnTo>
                    <a:pt x="2203242" y="255046"/>
                  </a:lnTo>
                  <a:lnTo>
                    <a:pt x="2204495" y="249358"/>
                  </a:lnTo>
                  <a:lnTo>
                    <a:pt x="2205748" y="243795"/>
                  </a:lnTo>
                  <a:lnTo>
                    <a:pt x="2207001" y="238380"/>
                  </a:lnTo>
                  <a:lnTo>
                    <a:pt x="2208255" y="233131"/>
                  </a:lnTo>
                  <a:lnTo>
                    <a:pt x="2209508" y="228034"/>
                  </a:lnTo>
                  <a:lnTo>
                    <a:pt x="2210761" y="223100"/>
                  </a:lnTo>
                  <a:lnTo>
                    <a:pt x="2212014" y="218318"/>
                  </a:lnTo>
                  <a:lnTo>
                    <a:pt x="2213267" y="213681"/>
                  </a:lnTo>
                  <a:lnTo>
                    <a:pt x="2214521" y="209212"/>
                  </a:lnTo>
                  <a:lnTo>
                    <a:pt x="2215774" y="204946"/>
                  </a:lnTo>
                  <a:lnTo>
                    <a:pt x="2217027" y="200885"/>
                  </a:lnTo>
                  <a:lnTo>
                    <a:pt x="2218280" y="197028"/>
                  </a:lnTo>
                  <a:lnTo>
                    <a:pt x="2219533" y="193310"/>
                  </a:lnTo>
                  <a:lnTo>
                    <a:pt x="2220787" y="189696"/>
                  </a:lnTo>
                  <a:lnTo>
                    <a:pt x="2222040" y="186183"/>
                  </a:lnTo>
                  <a:lnTo>
                    <a:pt x="2223293" y="182789"/>
                  </a:lnTo>
                  <a:lnTo>
                    <a:pt x="2224546" y="179515"/>
                  </a:lnTo>
                  <a:lnTo>
                    <a:pt x="2225800" y="176355"/>
                  </a:lnTo>
                  <a:lnTo>
                    <a:pt x="2227053" y="173318"/>
                  </a:lnTo>
                  <a:lnTo>
                    <a:pt x="2228306" y="170384"/>
                  </a:lnTo>
                  <a:lnTo>
                    <a:pt x="2229559" y="167516"/>
                  </a:lnTo>
                  <a:lnTo>
                    <a:pt x="2230812" y="164707"/>
                  </a:lnTo>
                  <a:lnTo>
                    <a:pt x="2232066" y="161933"/>
                  </a:lnTo>
                  <a:lnTo>
                    <a:pt x="2233319" y="159180"/>
                  </a:lnTo>
                  <a:lnTo>
                    <a:pt x="2234572" y="156440"/>
                  </a:lnTo>
                  <a:lnTo>
                    <a:pt x="2235825" y="153714"/>
                  </a:lnTo>
                  <a:lnTo>
                    <a:pt x="2237078" y="150999"/>
                  </a:lnTo>
                  <a:lnTo>
                    <a:pt x="2238332" y="148341"/>
                  </a:lnTo>
                  <a:lnTo>
                    <a:pt x="2239585" y="145757"/>
                  </a:lnTo>
                  <a:lnTo>
                    <a:pt x="2240838" y="143219"/>
                  </a:lnTo>
                  <a:lnTo>
                    <a:pt x="2242091" y="140722"/>
                  </a:lnTo>
                  <a:lnTo>
                    <a:pt x="2243345" y="138245"/>
                  </a:lnTo>
                  <a:lnTo>
                    <a:pt x="2244598" y="135784"/>
                  </a:lnTo>
                  <a:lnTo>
                    <a:pt x="2245851" y="133340"/>
                  </a:lnTo>
                  <a:lnTo>
                    <a:pt x="2247104" y="130899"/>
                  </a:lnTo>
                  <a:lnTo>
                    <a:pt x="2248357" y="128439"/>
                  </a:lnTo>
                  <a:lnTo>
                    <a:pt x="2249611" y="125974"/>
                  </a:lnTo>
                  <a:lnTo>
                    <a:pt x="2250864" y="123503"/>
                  </a:lnTo>
                  <a:lnTo>
                    <a:pt x="2252117" y="121051"/>
                  </a:lnTo>
                  <a:lnTo>
                    <a:pt x="2253370" y="118618"/>
                  </a:lnTo>
                  <a:lnTo>
                    <a:pt x="2254624" y="116239"/>
                  </a:lnTo>
                  <a:lnTo>
                    <a:pt x="2255877" y="113963"/>
                  </a:lnTo>
                  <a:lnTo>
                    <a:pt x="2257130" y="111791"/>
                  </a:lnTo>
                  <a:lnTo>
                    <a:pt x="2258383" y="109726"/>
                  </a:lnTo>
                  <a:lnTo>
                    <a:pt x="2259636" y="107779"/>
                  </a:lnTo>
                  <a:lnTo>
                    <a:pt x="2260890" y="105950"/>
                  </a:lnTo>
                  <a:lnTo>
                    <a:pt x="2262143" y="104265"/>
                  </a:lnTo>
                  <a:lnTo>
                    <a:pt x="2263396" y="102748"/>
                  </a:lnTo>
                  <a:lnTo>
                    <a:pt x="2264649" y="101403"/>
                  </a:lnTo>
                  <a:lnTo>
                    <a:pt x="2265902" y="100256"/>
                  </a:lnTo>
                  <a:lnTo>
                    <a:pt x="2267156" y="99311"/>
                  </a:lnTo>
                  <a:lnTo>
                    <a:pt x="2268409" y="98548"/>
                  </a:lnTo>
                  <a:lnTo>
                    <a:pt x="2269662" y="97984"/>
                  </a:lnTo>
                  <a:lnTo>
                    <a:pt x="2270915" y="97626"/>
                  </a:lnTo>
                  <a:lnTo>
                    <a:pt x="2272169" y="97484"/>
                  </a:lnTo>
                  <a:lnTo>
                    <a:pt x="2273422" y="97523"/>
                  </a:lnTo>
                  <a:lnTo>
                    <a:pt x="2274675" y="97728"/>
                  </a:lnTo>
                  <a:lnTo>
                    <a:pt x="2275928" y="98108"/>
                  </a:lnTo>
                  <a:lnTo>
                    <a:pt x="2277181" y="98644"/>
                  </a:lnTo>
                  <a:lnTo>
                    <a:pt x="2278435" y="99315"/>
                  </a:lnTo>
                  <a:lnTo>
                    <a:pt x="2279688" y="100081"/>
                  </a:lnTo>
                  <a:lnTo>
                    <a:pt x="2280941" y="100948"/>
                  </a:lnTo>
                  <a:lnTo>
                    <a:pt x="2282194" y="101935"/>
                  </a:lnTo>
                  <a:lnTo>
                    <a:pt x="2283448" y="103078"/>
                  </a:lnTo>
                  <a:lnTo>
                    <a:pt x="2284701" y="104396"/>
                  </a:lnTo>
                  <a:lnTo>
                    <a:pt x="2285954" y="105866"/>
                  </a:lnTo>
                  <a:lnTo>
                    <a:pt x="2287207" y="107474"/>
                  </a:lnTo>
                  <a:lnTo>
                    <a:pt x="2288460" y="109215"/>
                  </a:lnTo>
                  <a:lnTo>
                    <a:pt x="2289714" y="111065"/>
                  </a:lnTo>
                  <a:lnTo>
                    <a:pt x="2290967" y="112997"/>
                  </a:lnTo>
                  <a:lnTo>
                    <a:pt x="2292220" y="115019"/>
                  </a:lnTo>
                  <a:lnTo>
                    <a:pt x="2293473" y="117112"/>
                  </a:lnTo>
                  <a:lnTo>
                    <a:pt x="2294726" y="119254"/>
                  </a:lnTo>
                  <a:lnTo>
                    <a:pt x="2295980" y="121453"/>
                  </a:lnTo>
                  <a:lnTo>
                    <a:pt x="2297233" y="123692"/>
                  </a:lnTo>
                  <a:lnTo>
                    <a:pt x="2298486" y="125989"/>
                  </a:lnTo>
                  <a:lnTo>
                    <a:pt x="2299739" y="128326"/>
                  </a:lnTo>
                  <a:lnTo>
                    <a:pt x="2300993" y="130681"/>
                  </a:lnTo>
                  <a:lnTo>
                    <a:pt x="2302246" y="133025"/>
                  </a:lnTo>
                  <a:lnTo>
                    <a:pt x="2303499" y="135386"/>
                  </a:lnTo>
                  <a:lnTo>
                    <a:pt x="2304752" y="137768"/>
                  </a:lnTo>
                  <a:lnTo>
                    <a:pt x="2306005" y="140212"/>
                  </a:lnTo>
                  <a:lnTo>
                    <a:pt x="2307259" y="142701"/>
                  </a:lnTo>
                  <a:lnTo>
                    <a:pt x="2308512" y="145218"/>
                  </a:lnTo>
                  <a:lnTo>
                    <a:pt x="2309765" y="147761"/>
                  </a:lnTo>
                  <a:lnTo>
                    <a:pt x="2311018" y="150369"/>
                  </a:lnTo>
                  <a:lnTo>
                    <a:pt x="2312272" y="153045"/>
                  </a:lnTo>
                  <a:lnTo>
                    <a:pt x="2313525" y="155787"/>
                  </a:lnTo>
                  <a:lnTo>
                    <a:pt x="2314778" y="158605"/>
                  </a:lnTo>
                  <a:lnTo>
                    <a:pt x="2316031" y="161481"/>
                  </a:lnTo>
                  <a:lnTo>
                    <a:pt x="2317284" y="164388"/>
                  </a:lnTo>
                  <a:lnTo>
                    <a:pt x="2318538" y="167269"/>
                  </a:lnTo>
                  <a:lnTo>
                    <a:pt x="2319791" y="170080"/>
                  </a:lnTo>
                  <a:lnTo>
                    <a:pt x="2321044" y="172834"/>
                  </a:lnTo>
                  <a:lnTo>
                    <a:pt x="2322297" y="175506"/>
                  </a:lnTo>
                  <a:lnTo>
                    <a:pt x="2323550" y="178083"/>
                  </a:lnTo>
                  <a:lnTo>
                    <a:pt x="2324804" y="180544"/>
                  </a:lnTo>
                  <a:lnTo>
                    <a:pt x="2326057" y="182835"/>
                  </a:lnTo>
                  <a:lnTo>
                    <a:pt x="2327310" y="184910"/>
                  </a:lnTo>
                  <a:lnTo>
                    <a:pt x="2328563" y="186714"/>
                  </a:lnTo>
                  <a:lnTo>
                    <a:pt x="2329817" y="188214"/>
                  </a:lnTo>
                  <a:lnTo>
                    <a:pt x="2331070" y="189435"/>
                  </a:lnTo>
                  <a:lnTo>
                    <a:pt x="2332323" y="190419"/>
                  </a:lnTo>
                  <a:lnTo>
                    <a:pt x="2333576" y="191159"/>
                  </a:lnTo>
                  <a:lnTo>
                    <a:pt x="2334829" y="191634"/>
                  </a:lnTo>
                  <a:lnTo>
                    <a:pt x="2336083" y="191903"/>
                  </a:lnTo>
                  <a:lnTo>
                    <a:pt x="2337336" y="192007"/>
                  </a:lnTo>
                  <a:lnTo>
                    <a:pt x="2338589" y="191989"/>
                  </a:lnTo>
                  <a:lnTo>
                    <a:pt x="2339842" y="191880"/>
                  </a:lnTo>
                  <a:lnTo>
                    <a:pt x="2341096" y="191721"/>
                  </a:lnTo>
                  <a:lnTo>
                    <a:pt x="2342349" y="191570"/>
                  </a:lnTo>
                  <a:lnTo>
                    <a:pt x="2343602" y="191418"/>
                  </a:lnTo>
                  <a:lnTo>
                    <a:pt x="2344855" y="191318"/>
                  </a:lnTo>
                  <a:lnTo>
                    <a:pt x="2346108" y="191269"/>
                  </a:lnTo>
                  <a:lnTo>
                    <a:pt x="2347362" y="191279"/>
                  </a:lnTo>
                  <a:lnTo>
                    <a:pt x="2348615" y="191324"/>
                  </a:lnTo>
                  <a:lnTo>
                    <a:pt x="2349868" y="191408"/>
                  </a:lnTo>
                  <a:lnTo>
                    <a:pt x="2351121" y="191511"/>
                  </a:lnTo>
                  <a:lnTo>
                    <a:pt x="2352374" y="191614"/>
                  </a:lnTo>
                  <a:lnTo>
                    <a:pt x="2353628" y="191758"/>
                  </a:lnTo>
                  <a:lnTo>
                    <a:pt x="2354881" y="191932"/>
                  </a:lnTo>
                  <a:lnTo>
                    <a:pt x="2356134" y="192125"/>
                  </a:lnTo>
                  <a:lnTo>
                    <a:pt x="2357387" y="192359"/>
                  </a:lnTo>
                  <a:lnTo>
                    <a:pt x="2358641" y="192638"/>
                  </a:lnTo>
                  <a:lnTo>
                    <a:pt x="2359894" y="192929"/>
                  </a:lnTo>
                  <a:lnTo>
                    <a:pt x="2361147" y="193215"/>
                  </a:lnTo>
                  <a:lnTo>
                    <a:pt x="2362400" y="193489"/>
                  </a:lnTo>
                  <a:lnTo>
                    <a:pt x="2363653" y="193752"/>
                  </a:lnTo>
                  <a:lnTo>
                    <a:pt x="2364907" y="194020"/>
                  </a:lnTo>
                  <a:lnTo>
                    <a:pt x="2366160" y="194281"/>
                  </a:lnTo>
                  <a:lnTo>
                    <a:pt x="2367413" y="194517"/>
                  </a:lnTo>
                  <a:lnTo>
                    <a:pt x="2368666" y="194708"/>
                  </a:lnTo>
                  <a:lnTo>
                    <a:pt x="2369920" y="194859"/>
                  </a:lnTo>
                  <a:lnTo>
                    <a:pt x="2371173" y="195020"/>
                  </a:lnTo>
                  <a:lnTo>
                    <a:pt x="2372426" y="195207"/>
                  </a:lnTo>
                  <a:lnTo>
                    <a:pt x="2373679" y="195397"/>
                  </a:lnTo>
                  <a:lnTo>
                    <a:pt x="2374932" y="195590"/>
                  </a:lnTo>
                  <a:lnTo>
                    <a:pt x="2376186" y="195777"/>
                  </a:lnTo>
                  <a:lnTo>
                    <a:pt x="2377439" y="195923"/>
                  </a:lnTo>
                  <a:lnTo>
                    <a:pt x="2378692" y="196042"/>
                  </a:lnTo>
                  <a:lnTo>
                    <a:pt x="2379945" y="196150"/>
                  </a:lnTo>
                  <a:lnTo>
                    <a:pt x="2381198" y="196283"/>
                  </a:lnTo>
                  <a:lnTo>
                    <a:pt x="2382452" y="196466"/>
                  </a:lnTo>
                  <a:lnTo>
                    <a:pt x="2383705" y="196700"/>
                  </a:lnTo>
                  <a:lnTo>
                    <a:pt x="2384958" y="196958"/>
                  </a:lnTo>
                  <a:lnTo>
                    <a:pt x="2386211" y="197241"/>
                  </a:lnTo>
                  <a:lnTo>
                    <a:pt x="2387465" y="197546"/>
                  </a:lnTo>
                  <a:lnTo>
                    <a:pt x="2388718" y="197870"/>
                  </a:lnTo>
                  <a:lnTo>
                    <a:pt x="2389971" y="198242"/>
                  </a:lnTo>
                  <a:lnTo>
                    <a:pt x="2391224" y="198676"/>
                  </a:lnTo>
                  <a:lnTo>
                    <a:pt x="2392477" y="199207"/>
                  </a:lnTo>
                  <a:lnTo>
                    <a:pt x="2393731" y="199845"/>
                  </a:lnTo>
                  <a:lnTo>
                    <a:pt x="2394984" y="200583"/>
                  </a:lnTo>
                  <a:lnTo>
                    <a:pt x="2396237" y="201391"/>
                  </a:lnTo>
                  <a:lnTo>
                    <a:pt x="2397490" y="202280"/>
                  </a:lnTo>
                  <a:lnTo>
                    <a:pt x="2398743" y="203254"/>
                  </a:lnTo>
                  <a:lnTo>
                    <a:pt x="2399997" y="204249"/>
                  </a:lnTo>
                  <a:lnTo>
                    <a:pt x="2401250" y="205243"/>
                  </a:lnTo>
                  <a:lnTo>
                    <a:pt x="2402503" y="206201"/>
                  </a:lnTo>
                  <a:lnTo>
                    <a:pt x="2403756" y="207122"/>
                  </a:lnTo>
                  <a:lnTo>
                    <a:pt x="2405010" y="208002"/>
                  </a:lnTo>
                  <a:lnTo>
                    <a:pt x="2406263" y="208830"/>
                  </a:lnTo>
                  <a:lnTo>
                    <a:pt x="2407516" y="209589"/>
                  </a:lnTo>
                  <a:lnTo>
                    <a:pt x="2408769" y="210246"/>
                  </a:lnTo>
                  <a:lnTo>
                    <a:pt x="2410022" y="210788"/>
                  </a:lnTo>
                  <a:lnTo>
                    <a:pt x="2411276" y="211206"/>
                  </a:lnTo>
                  <a:lnTo>
                    <a:pt x="2412529" y="211496"/>
                  </a:lnTo>
                  <a:lnTo>
                    <a:pt x="2413782" y="211673"/>
                  </a:lnTo>
                  <a:lnTo>
                    <a:pt x="2415035" y="211760"/>
                  </a:lnTo>
                  <a:lnTo>
                    <a:pt x="2416289" y="211765"/>
                  </a:lnTo>
                  <a:lnTo>
                    <a:pt x="2417542" y="211666"/>
                  </a:lnTo>
                  <a:lnTo>
                    <a:pt x="2418795" y="211502"/>
                  </a:lnTo>
                  <a:lnTo>
                    <a:pt x="2420048" y="211293"/>
                  </a:lnTo>
                  <a:lnTo>
                    <a:pt x="2421301" y="211047"/>
                  </a:lnTo>
                  <a:lnTo>
                    <a:pt x="2422555" y="210779"/>
                  </a:lnTo>
                  <a:lnTo>
                    <a:pt x="2423808" y="210515"/>
                  </a:lnTo>
                  <a:lnTo>
                    <a:pt x="2425061" y="210288"/>
                  </a:lnTo>
                  <a:lnTo>
                    <a:pt x="2426314" y="210096"/>
                  </a:lnTo>
                  <a:lnTo>
                    <a:pt x="2427567" y="209941"/>
                  </a:lnTo>
                  <a:lnTo>
                    <a:pt x="2428821" y="209815"/>
                  </a:lnTo>
                  <a:lnTo>
                    <a:pt x="2430074" y="209742"/>
                  </a:lnTo>
                  <a:lnTo>
                    <a:pt x="2431327" y="209741"/>
                  </a:lnTo>
                  <a:lnTo>
                    <a:pt x="2432580" y="209814"/>
                  </a:lnTo>
                  <a:lnTo>
                    <a:pt x="2433834" y="209940"/>
                  </a:lnTo>
                  <a:lnTo>
                    <a:pt x="2435087" y="210078"/>
                  </a:lnTo>
                  <a:lnTo>
                    <a:pt x="2436340" y="210260"/>
                  </a:lnTo>
                  <a:lnTo>
                    <a:pt x="2437593" y="210492"/>
                  </a:lnTo>
                  <a:lnTo>
                    <a:pt x="2438846" y="210773"/>
                  </a:lnTo>
                  <a:lnTo>
                    <a:pt x="2440100" y="211125"/>
                  </a:lnTo>
                  <a:lnTo>
                    <a:pt x="2441353" y="211565"/>
                  </a:lnTo>
                  <a:lnTo>
                    <a:pt x="2442606" y="212073"/>
                  </a:lnTo>
                  <a:lnTo>
                    <a:pt x="2443859" y="212618"/>
                  </a:lnTo>
                  <a:lnTo>
                    <a:pt x="2445113" y="213194"/>
                  </a:lnTo>
                  <a:lnTo>
                    <a:pt x="2446366" y="213788"/>
                  </a:lnTo>
                  <a:lnTo>
                    <a:pt x="2447619" y="214431"/>
                  </a:lnTo>
                  <a:lnTo>
                    <a:pt x="2448872" y="215141"/>
                  </a:lnTo>
                  <a:lnTo>
                    <a:pt x="2450125" y="215926"/>
                  </a:lnTo>
                  <a:lnTo>
                    <a:pt x="2451379" y="216832"/>
                  </a:lnTo>
                  <a:lnTo>
                    <a:pt x="2452632" y="217861"/>
                  </a:lnTo>
                  <a:lnTo>
                    <a:pt x="2453885" y="219027"/>
                  </a:lnTo>
                  <a:lnTo>
                    <a:pt x="2455138" y="220328"/>
                  </a:lnTo>
                  <a:lnTo>
                    <a:pt x="2456391" y="221755"/>
                  </a:lnTo>
                  <a:lnTo>
                    <a:pt x="2457645" y="223274"/>
                  </a:lnTo>
                  <a:lnTo>
                    <a:pt x="2458898" y="224884"/>
                  </a:lnTo>
                  <a:lnTo>
                    <a:pt x="2460151" y="226620"/>
                  </a:lnTo>
                  <a:lnTo>
                    <a:pt x="2461404" y="228446"/>
                  </a:lnTo>
                  <a:lnTo>
                    <a:pt x="2462658" y="230380"/>
                  </a:lnTo>
                  <a:lnTo>
                    <a:pt x="2463911" y="232449"/>
                  </a:lnTo>
                  <a:lnTo>
                    <a:pt x="2465164" y="234685"/>
                  </a:lnTo>
                  <a:lnTo>
                    <a:pt x="2466417" y="237117"/>
                  </a:lnTo>
                  <a:lnTo>
                    <a:pt x="2467670" y="239766"/>
                  </a:lnTo>
                  <a:lnTo>
                    <a:pt x="2468924" y="242603"/>
                  </a:lnTo>
                  <a:lnTo>
                    <a:pt x="2470177" y="245619"/>
                  </a:lnTo>
                  <a:lnTo>
                    <a:pt x="2471430" y="248841"/>
                  </a:lnTo>
                  <a:lnTo>
                    <a:pt x="2472683" y="252273"/>
                  </a:lnTo>
                  <a:lnTo>
                    <a:pt x="2473937" y="255939"/>
                  </a:lnTo>
                  <a:lnTo>
                    <a:pt x="2475190" y="259852"/>
                  </a:lnTo>
                  <a:lnTo>
                    <a:pt x="2476443" y="264040"/>
                  </a:lnTo>
                  <a:lnTo>
                    <a:pt x="2477696" y="268517"/>
                  </a:lnTo>
                  <a:lnTo>
                    <a:pt x="2478949" y="273285"/>
                  </a:lnTo>
                  <a:lnTo>
                    <a:pt x="2480203" y="278426"/>
                  </a:lnTo>
                  <a:lnTo>
                    <a:pt x="2481456" y="283936"/>
                  </a:lnTo>
                  <a:lnTo>
                    <a:pt x="2482709" y="289785"/>
                  </a:lnTo>
                  <a:lnTo>
                    <a:pt x="2483962" y="295962"/>
                  </a:lnTo>
                  <a:lnTo>
                    <a:pt x="2485215" y="302443"/>
                  </a:lnTo>
                  <a:lnTo>
                    <a:pt x="2486469" y="309212"/>
                  </a:lnTo>
                  <a:lnTo>
                    <a:pt x="2487722" y="316271"/>
                  </a:lnTo>
                  <a:lnTo>
                    <a:pt x="2488975" y="323620"/>
                  </a:lnTo>
                  <a:lnTo>
                    <a:pt x="2490228" y="331255"/>
                  </a:lnTo>
                  <a:lnTo>
                    <a:pt x="2491482" y="339189"/>
                  </a:lnTo>
                  <a:lnTo>
                    <a:pt x="2492735" y="347400"/>
                  </a:lnTo>
                  <a:lnTo>
                    <a:pt x="2493988" y="355812"/>
                  </a:lnTo>
                  <a:lnTo>
                    <a:pt x="2495241" y="364390"/>
                  </a:lnTo>
                  <a:lnTo>
                    <a:pt x="2496494" y="373062"/>
                  </a:lnTo>
                  <a:lnTo>
                    <a:pt x="2497748" y="381816"/>
                  </a:lnTo>
                  <a:lnTo>
                    <a:pt x="2499001" y="390601"/>
                  </a:lnTo>
                  <a:lnTo>
                    <a:pt x="2500254" y="399358"/>
                  </a:lnTo>
                  <a:lnTo>
                    <a:pt x="2501507" y="408079"/>
                  </a:lnTo>
                  <a:lnTo>
                    <a:pt x="2502761" y="416762"/>
                  </a:lnTo>
                  <a:lnTo>
                    <a:pt x="2504014" y="425386"/>
                  </a:lnTo>
                  <a:lnTo>
                    <a:pt x="2505267" y="433940"/>
                  </a:lnTo>
                  <a:lnTo>
                    <a:pt x="2506520" y="442430"/>
                  </a:lnTo>
                  <a:lnTo>
                    <a:pt x="2507773" y="450877"/>
                  </a:lnTo>
                  <a:lnTo>
                    <a:pt x="2509027" y="459280"/>
                  </a:lnTo>
                  <a:lnTo>
                    <a:pt x="2510280" y="467644"/>
                  </a:lnTo>
                  <a:lnTo>
                    <a:pt x="2511533" y="475952"/>
                  </a:lnTo>
                  <a:lnTo>
                    <a:pt x="2512786" y="484209"/>
                  </a:lnTo>
                  <a:lnTo>
                    <a:pt x="2514039" y="492405"/>
                  </a:lnTo>
                  <a:lnTo>
                    <a:pt x="2515293" y="500552"/>
                  </a:lnTo>
                  <a:lnTo>
                    <a:pt x="2516546" y="508648"/>
                  </a:lnTo>
                  <a:lnTo>
                    <a:pt x="2517799" y="516693"/>
                  </a:lnTo>
                  <a:lnTo>
                    <a:pt x="2519052" y="524692"/>
                  </a:lnTo>
                  <a:lnTo>
                    <a:pt x="2520306" y="532651"/>
                  </a:lnTo>
                  <a:lnTo>
                    <a:pt x="2521559" y="540560"/>
                  </a:lnTo>
                  <a:lnTo>
                    <a:pt x="2522812" y="548369"/>
                  </a:lnTo>
                  <a:lnTo>
                    <a:pt x="2524065" y="556070"/>
                  </a:lnTo>
                  <a:lnTo>
                    <a:pt x="2525318" y="563677"/>
                  </a:lnTo>
                  <a:lnTo>
                    <a:pt x="2526572" y="571157"/>
                  </a:lnTo>
                  <a:lnTo>
                    <a:pt x="2527825" y="578495"/>
                  </a:lnTo>
                  <a:lnTo>
                    <a:pt x="2529078" y="585607"/>
                  </a:lnTo>
                  <a:lnTo>
                    <a:pt x="2530331" y="592416"/>
                  </a:lnTo>
                  <a:lnTo>
                    <a:pt x="2531585" y="598898"/>
                  </a:lnTo>
                  <a:lnTo>
                    <a:pt x="2532838" y="605074"/>
                  </a:lnTo>
                  <a:lnTo>
                    <a:pt x="2534091" y="610939"/>
                  </a:lnTo>
                  <a:lnTo>
                    <a:pt x="2535344" y="616505"/>
                  </a:lnTo>
                  <a:lnTo>
                    <a:pt x="2536597" y="621785"/>
                  </a:lnTo>
                  <a:lnTo>
                    <a:pt x="2537851" y="626755"/>
                  </a:lnTo>
                  <a:lnTo>
                    <a:pt x="2539104" y="631382"/>
                  </a:lnTo>
                  <a:lnTo>
                    <a:pt x="2540357" y="635649"/>
                  </a:lnTo>
                  <a:lnTo>
                    <a:pt x="2541610" y="639545"/>
                  </a:lnTo>
                  <a:lnTo>
                    <a:pt x="2542863" y="643000"/>
                  </a:lnTo>
                  <a:lnTo>
                    <a:pt x="2544117" y="645948"/>
                  </a:lnTo>
                  <a:lnTo>
                    <a:pt x="2545370" y="648412"/>
                  </a:lnTo>
                  <a:lnTo>
                    <a:pt x="2546623" y="650378"/>
                  </a:lnTo>
                  <a:lnTo>
                    <a:pt x="2547876" y="651889"/>
                  </a:lnTo>
                  <a:lnTo>
                    <a:pt x="2549130" y="652969"/>
                  </a:lnTo>
                  <a:lnTo>
                    <a:pt x="2550383" y="653603"/>
                  </a:lnTo>
                  <a:lnTo>
                    <a:pt x="2551636" y="653770"/>
                  </a:lnTo>
                  <a:lnTo>
                    <a:pt x="2552889" y="653443"/>
                  </a:lnTo>
                  <a:lnTo>
                    <a:pt x="2554142" y="652636"/>
                  </a:lnTo>
                  <a:lnTo>
                    <a:pt x="2555396" y="651351"/>
                  </a:lnTo>
                  <a:lnTo>
                    <a:pt x="2556649" y="649676"/>
                  </a:lnTo>
                  <a:lnTo>
                    <a:pt x="2557902" y="647699"/>
                  </a:lnTo>
                  <a:lnTo>
                    <a:pt x="2559155" y="645520"/>
                  </a:lnTo>
                  <a:lnTo>
                    <a:pt x="2560408" y="643225"/>
                  </a:lnTo>
                  <a:lnTo>
                    <a:pt x="2561662" y="640875"/>
                  </a:lnTo>
                  <a:lnTo>
                    <a:pt x="2562915" y="638523"/>
                  </a:lnTo>
                  <a:lnTo>
                    <a:pt x="2564168" y="636188"/>
                  </a:lnTo>
                  <a:lnTo>
                    <a:pt x="2565421" y="633860"/>
                  </a:lnTo>
                  <a:lnTo>
                    <a:pt x="2566675" y="631501"/>
                  </a:lnTo>
                  <a:lnTo>
                    <a:pt x="2567928" y="629117"/>
                  </a:lnTo>
                  <a:lnTo>
                    <a:pt x="2569181" y="626712"/>
                  </a:lnTo>
                  <a:lnTo>
                    <a:pt x="2570434" y="624286"/>
                  </a:lnTo>
                  <a:lnTo>
                    <a:pt x="2571687" y="621832"/>
                  </a:lnTo>
                  <a:lnTo>
                    <a:pt x="2572941" y="619346"/>
                  </a:lnTo>
                  <a:lnTo>
                    <a:pt x="2574194" y="616832"/>
                  </a:lnTo>
                  <a:lnTo>
                    <a:pt x="2575447" y="614293"/>
                  </a:lnTo>
                  <a:lnTo>
                    <a:pt x="2576700" y="611707"/>
                  </a:lnTo>
                  <a:lnTo>
                    <a:pt x="2577954" y="609056"/>
                  </a:lnTo>
                  <a:lnTo>
                    <a:pt x="2579207" y="606290"/>
                  </a:lnTo>
                  <a:lnTo>
                    <a:pt x="2580460" y="603410"/>
                  </a:lnTo>
                  <a:lnTo>
                    <a:pt x="2581713" y="600393"/>
                  </a:lnTo>
                  <a:lnTo>
                    <a:pt x="2582966" y="597245"/>
                  </a:lnTo>
                  <a:lnTo>
                    <a:pt x="2584220" y="593992"/>
                  </a:lnTo>
                  <a:lnTo>
                    <a:pt x="2585473" y="590688"/>
                  </a:lnTo>
                  <a:lnTo>
                    <a:pt x="2586726" y="587380"/>
                  </a:lnTo>
                  <a:lnTo>
                    <a:pt x="2587979" y="584072"/>
                  </a:lnTo>
                  <a:lnTo>
                    <a:pt x="2589232" y="580772"/>
                  </a:lnTo>
                  <a:lnTo>
                    <a:pt x="2590486" y="577481"/>
                  </a:lnTo>
                  <a:lnTo>
                    <a:pt x="2591739" y="574187"/>
                  </a:lnTo>
                  <a:lnTo>
                    <a:pt x="2592992" y="570965"/>
                  </a:lnTo>
                  <a:lnTo>
                    <a:pt x="2594245" y="567840"/>
                  </a:lnTo>
                  <a:lnTo>
                    <a:pt x="2595499" y="564797"/>
                  </a:lnTo>
                  <a:lnTo>
                    <a:pt x="2596752" y="561831"/>
                  </a:lnTo>
                  <a:lnTo>
                    <a:pt x="2598005" y="558930"/>
                  </a:lnTo>
                  <a:lnTo>
                    <a:pt x="2599258" y="556069"/>
                  </a:lnTo>
                  <a:lnTo>
                    <a:pt x="2600511" y="553252"/>
                  </a:lnTo>
                  <a:lnTo>
                    <a:pt x="2601765" y="550477"/>
                  </a:lnTo>
                  <a:lnTo>
                    <a:pt x="2603018" y="547765"/>
                  </a:lnTo>
                  <a:lnTo>
                    <a:pt x="2604271" y="545110"/>
                  </a:lnTo>
                  <a:lnTo>
                    <a:pt x="2605524" y="542501"/>
                  </a:lnTo>
                  <a:lnTo>
                    <a:pt x="2606778" y="540029"/>
                  </a:lnTo>
                  <a:lnTo>
                    <a:pt x="2608031" y="537684"/>
                  </a:lnTo>
                  <a:lnTo>
                    <a:pt x="2609284" y="535471"/>
                  </a:lnTo>
                  <a:lnTo>
                    <a:pt x="2610537" y="533405"/>
                  </a:lnTo>
                  <a:lnTo>
                    <a:pt x="2611790" y="531441"/>
                  </a:lnTo>
                  <a:lnTo>
                    <a:pt x="2613044" y="529560"/>
                  </a:lnTo>
                  <a:lnTo>
                    <a:pt x="2614297" y="527780"/>
                  </a:lnTo>
                  <a:lnTo>
                    <a:pt x="2615550" y="526135"/>
                  </a:lnTo>
                  <a:lnTo>
                    <a:pt x="2616803" y="524629"/>
                  </a:lnTo>
                  <a:lnTo>
                    <a:pt x="2618056" y="523226"/>
                  </a:lnTo>
                  <a:lnTo>
                    <a:pt x="2619310" y="521896"/>
                  </a:lnTo>
                  <a:lnTo>
                    <a:pt x="2620563" y="520574"/>
                  </a:lnTo>
                  <a:lnTo>
                    <a:pt x="2621816" y="519215"/>
                  </a:lnTo>
                  <a:lnTo>
                    <a:pt x="2623069" y="517741"/>
                  </a:lnTo>
                  <a:lnTo>
                    <a:pt x="2624323" y="516139"/>
                  </a:lnTo>
                  <a:lnTo>
                    <a:pt x="2625576" y="514385"/>
                  </a:lnTo>
                  <a:lnTo>
                    <a:pt x="2626829" y="512523"/>
                  </a:lnTo>
                  <a:lnTo>
                    <a:pt x="2628082" y="510598"/>
                  </a:lnTo>
                  <a:lnTo>
                    <a:pt x="2629335" y="508661"/>
                  </a:lnTo>
                  <a:lnTo>
                    <a:pt x="2630589" y="506764"/>
                  </a:lnTo>
                  <a:lnTo>
                    <a:pt x="2631842" y="504951"/>
                  </a:lnTo>
                  <a:lnTo>
                    <a:pt x="2633095" y="503212"/>
                  </a:lnTo>
                  <a:lnTo>
                    <a:pt x="2634348" y="501556"/>
                  </a:lnTo>
                  <a:lnTo>
                    <a:pt x="2635602" y="499973"/>
                  </a:lnTo>
                  <a:lnTo>
                    <a:pt x="2636855" y="498495"/>
                  </a:lnTo>
                  <a:lnTo>
                    <a:pt x="2638108" y="497124"/>
                  </a:lnTo>
                  <a:lnTo>
                    <a:pt x="2639361" y="495878"/>
                  </a:lnTo>
                  <a:lnTo>
                    <a:pt x="2640614" y="494762"/>
                  </a:lnTo>
                  <a:lnTo>
                    <a:pt x="2641868" y="493812"/>
                  </a:lnTo>
                  <a:lnTo>
                    <a:pt x="2643121" y="493016"/>
                  </a:lnTo>
                  <a:lnTo>
                    <a:pt x="2644374" y="492381"/>
                  </a:lnTo>
                  <a:lnTo>
                    <a:pt x="2645627" y="491867"/>
                  </a:lnTo>
                  <a:lnTo>
                    <a:pt x="2646880" y="491443"/>
                  </a:lnTo>
                  <a:lnTo>
                    <a:pt x="2648134" y="491052"/>
                  </a:lnTo>
                  <a:lnTo>
                    <a:pt x="2649387" y="490663"/>
                  </a:lnTo>
                  <a:lnTo>
                    <a:pt x="2650640" y="490238"/>
                  </a:lnTo>
                  <a:lnTo>
                    <a:pt x="2651893" y="489772"/>
                  </a:lnTo>
                  <a:lnTo>
                    <a:pt x="2653147" y="489256"/>
                  </a:lnTo>
                  <a:lnTo>
                    <a:pt x="2654400" y="488749"/>
                  </a:lnTo>
                  <a:lnTo>
                    <a:pt x="2655653" y="488215"/>
                  </a:lnTo>
                  <a:lnTo>
                    <a:pt x="2656906" y="487686"/>
                  </a:lnTo>
                  <a:lnTo>
                    <a:pt x="2658159" y="487174"/>
                  </a:lnTo>
                  <a:lnTo>
                    <a:pt x="2659413" y="486697"/>
                  </a:lnTo>
                  <a:lnTo>
                    <a:pt x="2660666" y="486242"/>
                  </a:lnTo>
                  <a:lnTo>
                    <a:pt x="2661919" y="485844"/>
                  </a:lnTo>
                  <a:lnTo>
                    <a:pt x="2663172" y="485538"/>
                  </a:lnTo>
                  <a:lnTo>
                    <a:pt x="2664426" y="485358"/>
                  </a:lnTo>
                  <a:lnTo>
                    <a:pt x="2665679" y="485349"/>
                  </a:lnTo>
                  <a:lnTo>
                    <a:pt x="2666932" y="485538"/>
                  </a:lnTo>
                  <a:lnTo>
                    <a:pt x="2668185" y="485980"/>
                  </a:lnTo>
                  <a:lnTo>
                    <a:pt x="2669438" y="486712"/>
                  </a:lnTo>
                  <a:lnTo>
                    <a:pt x="2670692" y="487729"/>
                  </a:lnTo>
                  <a:lnTo>
                    <a:pt x="2671945" y="489083"/>
                  </a:lnTo>
                  <a:lnTo>
                    <a:pt x="2673198" y="490768"/>
                  </a:lnTo>
                  <a:lnTo>
                    <a:pt x="2674451" y="492776"/>
                  </a:lnTo>
                  <a:lnTo>
                    <a:pt x="2675704" y="495168"/>
                  </a:lnTo>
                  <a:lnTo>
                    <a:pt x="2676958" y="497955"/>
                  </a:lnTo>
                  <a:lnTo>
                    <a:pt x="2678211" y="501152"/>
                  </a:lnTo>
                  <a:lnTo>
                    <a:pt x="2679464" y="504735"/>
                  </a:lnTo>
                  <a:lnTo>
                    <a:pt x="2680717" y="508729"/>
                  </a:lnTo>
                  <a:lnTo>
                    <a:pt x="2681971" y="513140"/>
                  </a:lnTo>
                  <a:lnTo>
                    <a:pt x="2683224" y="517930"/>
                  </a:lnTo>
                  <a:lnTo>
                    <a:pt x="2684477" y="523052"/>
                  </a:lnTo>
                  <a:lnTo>
                    <a:pt x="2685730" y="528492"/>
                  </a:lnTo>
                  <a:lnTo>
                    <a:pt x="2686983" y="534247"/>
                  </a:lnTo>
                  <a:lnTo>
                    <a:pt x="2688237" y="540319"/>
                  </a:lnTo>
                  <a:lnTo>
                    <a:pt x="2689490" y="546661"/>
                  </a:lnTo>
                  <a:lnTo>
                    <a:pt x="2690743" y="553195"/>
                  </a:lnTo>
                  <a:lnTo>
                    <a:pt x="2691996" y="559871"/>
                  </a:lnTo>
                  <a:lnTo>
                    <a:pt x="2693250" y="566661"/>
                  </a:lnTo>
                  <a:lnTo>
                    <a:pt x="2694503" y="573514"/>
                  </a:lnTo>
                  <a:lnTo>
                    <a:pt x="2695756" y="580399"/>
                  </a:lnTo>
                  <a:lnTo>
                    <a:pt x="2697009" y="587320"/>
                  </a:lnTo>
                  <a:lnTo>
                    <a:pt x="2698262" y="594268"/>
                  </a:lnTo>
                  <a:lnTo>
                    <a:pt x="2699516" y="601218"/>
                  </a:lnTo>
                  <a:lnTo>
                    <a:pt x="2700769" y="608117"/>
                  </a:lnTo>
                  <a:lnTo>
                    <a:pt x="2702022" y="614958"/>
                  </a:lnTo>
                  <a:lnTo>
                    <a:pt x="2703275" y="621752"/>
                  </a:lnTo>
                  <a:lnTo>
                    <a:pt x="2704528" y="628507"/>
                  </a:lnTo>
                  <a:lnTo>
                    <a:pt x="2705782" y="635215"/>
                  </a:lnTo>
                  <a:lnTo>
                    <a:pt x="2707035" y="641881"/>
                  </a:lnTo>
                  <a:lnTo>
                    <a:pt x="2708288" y="648552"/>
                  </a:lnTo>
                  <a:lnTo>
                    <a:pt x="2709541" y="655296"/>
                  </a:lnTo>
                  <a:lnTo>
                    <a:pt x="2710795" y="662167"/>
                  </a:lnTo>
                  <a:lnTo>
                    <a:pt x="2712048" y="669178"/>
                  </a:lnTo>
                  <a:lnTo>
                    <a:pt x="2713301" y="676344"/>
                  </a:lnTo>
                  <a:lnTo>
                    <a:pt x="2714554" y="683687"/>
                  </a:lnTo>
                  <a:lnTo>
                    <a:pt x="2715807" y="691205"/>
                  </a:lnTo>
                  <a:lnTo>
                    <a:pt x="2717061" y="698892"/>
                  </a:lnTo>
                  <a:lnTo>
                    <a:pt x="2718314" y="706746"/>
                  </a:lnTo>
                  <a:lnTo>
                    <a:pt x="2719567" y="714780"/>
                  </a:lnTo>
                  <a:lnTo>
                    <a:pt x="2720820" y="722952"/>
                  </a:lnTo>
                  <a:lnTo>
                    <a:pt x="2722073" y="731240"/>
                  </a:lnTo>
                  <a:lnTo>
                    <a:pt x="2723327" y="739672"/>
                  </a:lnTo>
                  <a:lnTo>
                    <a:pt x="2724580" y="748242"/>
                  </a:lnTo>
                  <a:lnTo>
                    <a:pt x="2725833" y="756931"/>
                  </a:lnTo>
                  <a:lnTo>
                    <a:pt x="2727086" y="765675"/>
                  </a:lnTo>
                  <a:lnTo>
                    <a:pt x="2728340" y="774344"/>
                  </a:lnTo>
                  <a:lnTo>
                    <a:pt x="2729593" y="782842"/>
                  </a:lnTo>
                  <a:lnTo>
                    <a:pt x="2730846" y="791105"/>
                  </a:lnTo>
                  <a:lnTo>
                    <a:pt x="2732099" y="799037"/>
                  </a:lnTo>
                  <a:lnTo>
                    <a:pt x="2733352" y="806585"/>
                  </a:lnTo>
                  <a:lnTo>
                    <a:pt x="2734606" y="813691"/>
                  </a:lnTo>
                  <a:lnTo>
                    <a:pt x="2735859" y="820292"/>
                  </a:lnTo>
                  <a:lnTo>
                    <a:pt x="2737112" y="826389"/>
                  </a:lnTo>
                  <a:lnTo>
                    <a:pt x="2738365" y="831984"/>
                  </a:lnTo>
                  <a:lnTo>
                    <a:pt x="2739619" y="837060"/>
                  </a:lnTo>
                  <a:lnTo>
                    <a:pt x="2740872" y="841613"/>
                  </a:lnTo>
                  <a:lnTo>
                    <a:pt x="2742125" y="845617"/>
                  </a:lnTo>
                  <a:lnTo>
                    <a:pt x="2743378" y="849108"/>
                  </a:lnTo>
                  <a:lnTo>
                    <a:pt x="2744631" y="852110"/>
                  </a:lnTo>
                  <a:lnTo>
                    <a:pt x="2745885" y="854711"/>
                  </a:lnTo>
                  <a:lnTo>
                    <a:pt x="2747138" y="857073"/>
                  </a:lnTo>
                  <a:lnTo>
                    <a:pt x="2748391" y="859354"/>
                  </a:lnTo>
                  <a:lnTo>
                    <a:pt x="2749644" y="861626"/>
                  </a:lnTo>
                  <a:lnTo>
                    <a:pt x="2750897" y="863923"/>
                  </a:lnTo>
                  <a:lnTo>
                    <a:pt x="2752151" y="866261"/>
                  </a:lnTo>
                  <a:lnTo>
                    <a:pt x="2753404" y="868692"/>
                  </a:lnTo>
                  <a:lnTo>
                    <a:pt x="2754657" y="871299"/>
                  </a:lnTo>
                  <a:lnTo>
                    <a:pt x="2755910" y="874133"/>
                  </a:lnTo>
                  <a:lnTo>
                    <a:pt x="2757164" y="877198"/>
                  </a:lnTo>
                  <a:lnTo>
                    <a:pt x="2758417" y="880530"/>
                  </a:lnTo>
                  <a:lnTo>
                    <a:pt x="2759670" y="884140"/>
                  </a:lnTo>
                  <a:lnTo>
                    <a:pt x="2760923" y="888059"/>
                  </a:lnTo>
                  <a:lnTo>
                    <a:pt x="2762176" y="892279"/>
                  </a:lnTo>
                  <a:lnTo>
                    <a:pt x="2763430" y="896806"/>
                  </a:lnTo>
                  <a:lnTo>
                    <a:pt x="2764683" y="901660"/>
                  </a:lnTo>
                  <a:lnTo>
                    <a:pt x="2765936" y="906831"/>
                  </a:lnTo>
                  <a:lnTo>
                    <a:pt x="2767189" y="912279"/>
                  </a:lnTo>
                  <a:lnTo>
                    <a:pt x="2768443" y="918014"/>
                  </a:lnTo>
                  <a:lnTo>
                    <a:pt x="2769696" y="924027"/>
                  </a:lnTo>
                  <a:lnTo>
                    <a:pt x="2770949" y="930278"/>
                  </a:lnTo>
                  <a:lnTo>
                    <a:pt x="2772202" y="936726"/>
                  </a:lnTo>
                  <a:lnTo>
                    <a:pt x="2773455" y="943341"/>
                  </a:lnTo>
                  <a:lnTo>
                    <a:pt x="2774709" y="950077"/>
                  </a:lnTo>
                  <a:lnTo>
                    <a:pt x="2775962" y="956895"/>
                  </a:lnTo>
                  <a:lnTo>
                    <a:pt x="2777215" y="963754"/>
                  </a:lnTo>
                  <a:lnTo>
                    <a:pt x="2778468" y="970637"/>
                  </a:lnTo>
                  <a:lnTo>
                    <a:pt x="2779721" y="977510"/>
                  </a:lnTo>
                  <a:lnTo>
                    <a:pt x="2780975" y="984381"/>
                  </a:lnTo>
                  <a:lnTo>
                    <a:pt x="2782228" y="991176"/>
                  </a:lnTo>
                  <a:lnTo>
                    <a:pt x="2783481" y="997870"/>
                  </a:lnTo>
                  <a:lnTo>
                    <a:pt x="2784734" y="1004414"/>
                  </a:lnTo>
                  <a:lnTo>
                    <a:pt x="2785988" y="1010749"/>
                  </a:lnTo>
                  <a:lnTo>
                    <a:pt x="2787241" y="1016776"/>
                  </a:lnTo>
                  <a:lnTo>
                    <a:pt x="2788494" y="1022461"/>
                  </a:lnTo>
                  <a:lnTo>
                    <a:pt x="2789747" y="1027811"/>
                  </a:lnTo>
                  <a:lnTo>
                    <a:pt x="2791000" y="1032884"/>
                  </a:lnTo>
                  <a:lnTo>
                    <a:pt x="2792254" y="1037753"/>
                  </a:lnTo>
                  <a:lnTo>
                    <a:pt x="2793507" y="1042452"/>
                  </a:lnTo>
                  <a:lnTo>
                    <a:pt x="2794760" y="1046998"/>
                  </a:lnTo>
                  <a:lnTo>
                    <a:pt x="2796013" y="1051435"/>
                  </a:lnTo>
                  <a:lnTo>
                    <a:pt x="2797267" y="1055767"/>
                  </a:lnTo>
                  <a:lnTo>
                    <a:pt x="2798520" y="1060037"/>
                  </a:lnTo>
                  <a:lnTo>
                    <a:pt x="2799773" y="1064248"/>
                  </a:lnTo>
                  <a:lnTo>
                    <a:pt x="2801026" y="1068366"/>
                  </a:lnTo>
                  <a:lnTo>
                    <a:pt x="2802279" y="1072363"/>
                  </a:lnTo>
                  <a:lnTo>
                    <a:pt x="2803533" y="1076166"/>
                  </a:lnTo>
                  <a:lnTo>
                    <a:pt x="2804786" y="1079799"/>
                  </a:lnTo>
                  <a:lnTo>
                    <a:pt x="2806039" y="1083275"/>
                  </a:lnTo>
                  <a:lnTo>
                    <a:pt x="2807292" y="1086540"/>
                  </a:lnTo>
                  <a:lnTo>
                    <a:pt x="2808545" y="1089531"/>
                  </a:lnTo>
                  <a:lnTo>
                    <a:pt x="2809799" y="1092113"/>
                  </a:lnTo>
                  <a:lnTo>
                    <a:pt x="2811052" y="1094137"/>
                  </a:lnTo>
                  <a:lnTo>
                    <a:pt x="2812305" y="1095466"/>
                  </a:lnTo>
                  <a:lnTo>
                    <a:pt x="2813558" y="1096024"/>
                  </a:lnTo>
                  <a:lnTo>
                    <a:pt x="2814812" y="1095764"/>
                  </a:lnTo>
                  <a:lnTo>
                    <a:pt x="2816065" y="1094662"/>
                  </a:lnTo>
                  <a:lnTo>
                    <a:pt x="2817318" y="1092628"/>
                  </a:lnTo>
                  <a:lnTo>
                    <a:pt x="2818571" y="1089600"/>
                  </a:lnTo>
                  <a:lnTo>
                    <a:pt x="2819824" y="1085551"/>
                  </a:lnTo>
                  <a:lnTo>
                    <a:pt x="2821078" y="1080495"/>
                  </a:lnTo>
                  <a:lnTo>
                    <a:pt x="2822331" y="1074454"/>
                  </a:lnTo>
                  <a:lnTo>
                    <a:pt x="2823584" y="1067406"/>
                  </a:lnTo>
                  <a:lnTo>
                    <a:pt x="2824837" y="1059353"/>
                  </a:lnTo>
                  <a:lnTo>
                    <a:pt x="2826091" y="1050364"/>
                  </a:lnTo>
                  <a:lnTo>
                    <a:pt x="2827344" y="1040474"/>
                  </a:lnTo>
                  <a:lnTo>
                    <a:pt x="2828597" y="1029693"/>
                  </a:lnTo>
                  <a:lnTo>
                    <a:pt x="2829850" y="1018037"/>
                  </a:lnTo>
                  <a:lnTo>
                    <a:pt x="2831103" y="1005529"/>
                  </a:lnTo>
                  <a:lnTo>
                    <a:pt x="2832357" y="992226"/>
                  </a:lnTo>
                  <a:lnTo>
                    <a:pt x="2833610" y="978220"/>
                  </a:lnTo>
                  <a:lnTo>
                    <a:pt x="2834863" y="963606"/>
                  </a:lnTo>
                  <a:lnTo>
                    <a:pt x="2836116" y="948459"/>
                  </a:lnTo>
                  <a:lnTo>
                    <a:pt x="2837369" y="932810"/>
                  </a:lnTo>
                  <a:lnTo>
                    <a:pt x="2838623" y="916732"/>
                  </a:lnTo>
                  <a:lnTo>
                    <a:pt x="2839876" y="900286"/>
                  </a:lnTo>
                  <a:lnTo>
                    <a:pt x="2841129" y="883496"/>
                  </a:lnTo>
                  <a:lnTo>
                    <a:pt x="2842382" y="866403"/>
                  </a:lnTo>
                  <a:lnTo>
                    <a:pt x="2843636" y="849031"/>
                  </a:lnTo>
                  <a:lnTo>
                    <a:pt x="2844889" y="831426"/>
                  </a:lnTo>
                  <a:lnTo>
                    <a:pt x="2846142" y="813668"/>
                  </a:lnTo>
                  <a:lnTo>
                    <a:pt x="2847395" y="795840"/>
                  </a:lnTo>
                  <a:lnTo>
                    <a:pt x="2848648" y="778030"/>
                  </a:lnTo>
                  <a:lnTo>
                    <a:pt x="2849902" y="760319"/>
                  </a:lnTo>
                  <a:lnTo>
                    <a:pt x="2851155" y="742748"/>
                  </a:lnTo>
                  <a:lnTo>
                    <a:pt x="2852408" y="725326"/>
                  </a:lnTo>
                  <a:lnTo>
                    <a:pt x="2853661" y="708035"/>
                  </a:lnTo>
                  <a:lnTo>
                    <a:pt x="2854915" y="690839"/>
                  </a:lnTo>
                  <a:lnTo>
                    <a:pt x="2856168" y="673739"/>
                  </a:lnTo>
                  <a:lnTo>
                    <a:pt x="2857421" y="656764"/>
                  </a:lnTo>
                  <a:lnTo>
                    <a:pt x="2858674" y="639931"/>
                  </a:lnTo>
                  <a:lnTo>
                    <a:pt x="2859927" y="623267"/>
                  </a:lnTo>
                  <a:lnTo>
                    <a:pt x="2861181" y="606775"/>
                  </a:lnTo>
                  <a:lnTo>
                    <a:pt x="2862434" y="590441"/>
                  </a:lnTo>
                  <a:lnTo>
                    <a:pt x="2863687" y="574267"/>
                  </a:lnTo>
                  <a:lnTo>
                    <a:pt x="2864940" y="558272"/>
                  </a:lnTo>
                  <a:lnTo>
                    <a:pt x="2866193" y="542508"/>
                  </a:lnTo>
                  <a:lnTo>
                    <a:pt x="2867447" y="526998"/>
                  </a:lnTo>
                  <a:lnTo>
                    <a:pt x="2868700" y="511724"/>
                  </a:lnTo>
                  <a:lnTo>
                    <a:pt x="2869953" y="496694"/>
                  </a:lnTo>
                  <a:lnTo>
                    <a:pt x="2871206" y="481955"/>
                  </a:lnTo>
                  <a:lnTo>
                    <a:pt x="2872460" y="467563"/>
                  </a:lnTo>
                  <a:lnTo>
                    <a:pt x="2873713" y="453580"/>
                  </a:lnTo>
                  <a:lnTo>
                    <a:pt x="2874966" y="440065"/>
                  </a:lnTo>
                  <a:lnTo>
                    <a:pt x="2876219" y="427073"/>
                  </a:lnTo>
                  <a:lnTo>
                    <a:pt x="2877472" y="414664"/>
                  </a:lnTo>
                  <a:lnTo>
                    <a:pt x="2878726" y="402855"/>
                  </a:lnTo>
                  <a:lnTo>
                    <a:pt x="2879979" y="391698"/>
                  </a:lnTo>
                  <a:lnTo>
                    <a:pt x="2881232" y="381280"/>
                  </a:lnTo>
                  <a:lnTo>
                    <a:pt x="2882485" y="371634"/>
                  </a:lnTo>
                  <a:lnTo>
                    <a:pt x="2883738" y="362781"/>
                  </a:lnTo>
                  <a:lnTo>
                    <a:pt x="2884992" y="354705"/>
                  </a:lnTo>
                  <a:lnTo>
                    <a:pt x="2886245" y="347427"/>
                  </a:lnTo>
                  <a:lnTo>
                    <a:pt x="2887498" y="340972"/>
                  </a:lnTo>
                  <a:lnTo>
                    <a:pt x="2888751" y="335297"/>
                  </a:lnTo>
                  <a:lnTo>
                    <a:pt x="2890005" y="330343"/>
                  </a:lnTo>
                  <a:lnTo>
                    <a:pt x="2891258" y="326099"/>
                  </a:lnTo>
                  <a:lnTo>
                    <a:pt x="2892511" y="322603"/>
                  </a:lnTo>
                  <a:lnTo>
                    <a:pt x="2893764" y="319839"/>
                  </a:lnTo>
                  <a:lnTo>
                    <a:pt x="2895017" y="317756"/>
                  </a:lnTo>
                  <a:lnTo>
                    <a:pt x="2896271" y="316260"/>
                  </a:lnTo>
                  <a:lnTo>
                    <a:pt x="2897524" y="315225"/>
                  </a:lnTo>
                  <a:lnTo>
                    <a:pt x="2898777" y="314514"/>
                  </a:lnTo>
                  <a:lnTo>
                    <a:pt x="2900030" y="314054"/>
                  </a:lnTo>
                  <a:lnTo>
                    <a:pt x="2901284" y="313836"/>
                  </a:lnTo>
                  <a:lnTo>
                    <a:pt x="2902537" y="313819"/>
                  </a:lnTo>
                  <a:lnTo>
                    <a:pt x="2903790" y="314023"/>
                  </a:lnTo>
                  <a:lnTo>
                    <a:pt x="2905043" y="314444"/>
                  </a:lnTo>
                  <a:lnTo>
                    <a:pt x="2906296" y="315049"/>
                  </a:lnTo>
                  <a:lnTo>
                    <a:pt x="2907550" y="315856"/>
                  </a:lnTo>
                  <a:lnTo>
                    <a:pt x="2908803" y="316807"/>
                  </a:lnTo>
                  <a:lnTo>
                    <a:pt x="2910056" y="317844"/>
                  </a:lnTo>
                  <a:lnTo>
                    <a:pt x="2911309" y="318928"/>
                  </a:lnTo>
                  <a:lnTo>
                    <a:pt x="2912562" y="320022"/>
                  </a:lnTo>
                  <a:lnTo>
                    <a:pt x="2913816" y="321104"/>
                  </a:lnTo>
                  <a:lnTo>
                    <a:pt x="2915069" y="322194"/>
                  </a:lnTo>
                  <a:lnTo>
                    <a:pt x="2916322" y="323358"/>
                  </a:lnTo>
                  <a:lnTo>
                    <a:pt x="2917575" y="324668"/>
                  </a:lnTo>
                  <a:lnTo>
                    <a:pt x="2918829" y="326162"/>
                  </a:lnTo>
                  <a:lnTo>
                    <a:pt x="2920082" y="327853"/>
                  </a:lnTo>
                  <a:lnTo>
                    <a:pt x="2921335" y="329729"/>
                  </a:lnTo>
                  <a:lnTo>
                    <a:pt x="2922588" y="331747"/>
                  </a:lnTo>
                  <a:lnTo>
                    <a:pt x="2923841" y="333864"/>
                  </a:lnTo>
                  <a:lnTo>
                    <a:pt x="2925095" y="336102"/>
                  </a:lnTo>
                  <a:lnTo>
                    <a:pt x="2926348" y="338475"/>
                  </a:lnTo>
                  <a:lnTo>
                    <a:pt x="2927601" y="341015"/>
                  </a:lnTo>
                  <a:lnTo>
                    <a:pt x="2928854" y="343752"/>
                  </a:lnTo>
                  <a:lnTo>
                    <a:pt x="2930108" y="346678"/>
                  </a:lnTo>
                  <a:lnTo>
                    <a:pt x="2931361" y="349810"/>
                  </a:lnTo>
                  <a:lnTo>
                    <a:pt x="2932614" y="353174"/>
                  </a:lnTo>
                  <a:lnTo>
                    <a:pt x="2933867" y="356758"/>
                  </a:lnTo>
                  <a:lnTo>
                    <a:pt x="2935120" y="360504"/>
                  </a:lnTo>
                  <a:lnTo>
                    <a:pt x="2936374" y="364349"/>
                  </a:lnTo>
                  <a:lnTo>
                    <a:pt x="2937627" y="368257"/>
                  </a:lnTo>
                  <a:lnTo>
                    <a:pt x="2938880" y="372184"/>
                  </a:lnTo>
                  <a:lnTo>
                    <a:pt x="2940133" y="376098"/>
                  </a:lnTo>
                  <a:lnTo>
                    <a:pt x="2941386" y="379998"/>
                  </a:lnTo>
                  <a:lnTo>
                    <a:pt x="2942640" y="383888"/>
                  </a:lnTo>
                  <a:lnTo>
                    <a:pt x="2943893" y="387717"/>
                  </a:lnTo>
                  <a:lnTo>
                    <a:pt x="2945146" y="391444"/>
                  </a:lnTo>
                  <a:lnTo>
                    <a:pt x="2946399" y="395000"/>
                  </a:lnTo>
                  <a:lnTo>
                    <a:pt x="2947653" y="398335"/>
                  </a:lnTo>
                  <a:lnTo>
                    <a:pt x="2948906" y="401401"/>
                  </a:lnTo>
                  <a:lnTo>
                    <a:pt x="2950159" y="404140"/>
                  </a:lnTo>
                  <a:lnTo>
                    <a:pt x="2951412" y="406561"/>
                  </a:lnTo>
                  <a:lnTo>
                    <a:pt x="2952665" y="408686"/>
                  </a:lnTo>
                  <a:lnTo>
                    <a:pt x="2953919" y="410535"/>
                  </a:lnTo>
                  <a:lnTo>
                    <a:pt x="2955172" y="412084"/>
                  </a:lnTo>
                  <a:lnTo>
                    <a:pt x="2956425" y="413329"/>
                  </a:lnTo>
                  <a:lnTo>
                    <a:pt x="2957678" y="414302"/>
                  </a:lnTo>
                  <a:lnTo>
                    <a:pt x="2958932" y="415050"/>
                  </a:lnTo>
                  <a:lnTo>
                    <a:pt x="2960185" y="415629"/>
                  </a:lnTo>
                  <a:lnTo>
                    <a:pt x="2961438" y="416107"/>
                  </a:lnTo>
                  <a:lnTo>
                    <a:pt x="2962691" y="416590"/>
                  </a:lnTo>
                  <a:lnTo>
                    <a:pt x="2963944" y="417061"/>
                  </a:lnTo>
                  <a:lnTo>
                    <a:pt x="2965198" y="417520"/>
                  </a:lnTo>
                  <a:lnTo>
                    <a:pt x="2966451" y="417941"/>
                  </a:lnTo>
                  <a:lnTo>
                    <a:pt x="2967704" y="418272"/>
                  </a:lnTo>
                  <a:lnTo>
                    <a:pt x="2968957" y="418540"/>
                  </a:lnTo>
                  <a:lnTo>
                    <a:pt x="2970210" y="418728"/>
                  </a:lnTo>
                  <a:lnTo>
                    <a:pt x="2971464" y="418830"/>
                  </a:lnTo>
                  <a:lnTo>
                    <a:pt x="2972717" y="418882"/>
                  </a:lnTo>
                  <a:lnTo>
                    <a:pt x="2973970" y="418910"/>
                  </a:lnTo>
                  <a:lnTo>
                    <a:pt x="2975223" y="418972"/>
                  </a:lnTo>
                  <a:lnTo>
                    <a:pt x="2976477" y="419109"/>
                  </a:lnTo>
                  <a:lnTo>
                    <a:pt x="2977730" y="419345"/>
                  </a:lnTo>
                  <a:lnTo>
                    <a:pt x="2978983" y="419668"/>
                  </a:lnTo>
                  <a:lnTo>
                    <a:pt x="2980236" y="420020"/>
                  </a:lnTo>
                  <a:lnTo>
                    <a:pt x="2981489" y="420312"/>
                  </a:lnTo>
                  <a:lnTo>
                    <a:pt x="2982743" y="420508"/>
                  </a:lnTo>
                  <a:lnTo>
                    <a:pt x="2983996" y="420594"/>
                  </a:lnTo>
                  <a:lnTo>
                    <a:pt x="2985249" y="420611"/>
                  </a:lnTo>
                  <a:lnTo>
                    <a:pt x="2986502" y="420627"/>
                  </a:lnTo>
                  <a:lnTo>
                    <a:pt x="2987756" y="420659"/>
                  </a:lnTo>
                  <a:lnTo>
                    <a:pt x="2989009" y="420691"/>
                  </a:lnTo>
                  <a:lnTo>
                    <a:pt x="2990262" y="420686"/>
                  </a:lnTo>
                  <a:lnTo>
                    <a:pt x="2991515" y="420599"/>
                  </a:lnTo>
                  <a:lnTo>
                    <a:pt x="2992768" y="420397"/>
                  </a:lnTo>
                  <a:lnTo>
                    <a:pt x="2994022" y="420041"/>
                  </a:lnTo>
                  <a:lnTo>
                    <a:pt x="2995275" y="419499"/>
                  </a:lnTo>
                  <a:lnTo>
                    <a:pt x="2996528" y="418726"/>
                  </a:lnTo>
                  <a:lnTo>
                    <a:pt x="2997781" y="417750"/>
                  </a:lnTo>
                  <a:lnTo>
                    <a:pt x="2999034" y="416636"/>
                  </a:lnTo>
                  <a:lnTo>
                    <a:pt x="3000288" y="415428"/>
                  </a:lnTo>
                  <a:lnTo>
                    <a:pt x="3001541" y="414189"/>
                  </a:lnTo>
                  <a:lnTo>
                    <a:pt x="3002794" y="412920"/>
                  </a:lnTo>
                  <a:lnTo>
                    <a:pt x="3004047" y="411622"/>
                  </a:lnTo>
                  <a:lnTo>
                    <a:pt x="3005301" y="410263"/>
                  </a:lnTo>
                  <a:lnTo>
                    <a:pt x="3006554" y="408805"/>
                  </a:lnTo>
                  <a:lnTo>
                    <a:pt x="3007807" y="407257"/>
                  </a:lnTo>
                  <a:lnTo>
                    <a:pt x="3009060" y="405646"/>
                  </a:lnTo>
                  <a:lnTo>
                    <a:pt x="3010313" y="404009"/>
                  </a:lnTo>
                  <a:lnTo>
                    <a:pt x="3011567" y="402379"/>
                  </a:lnTo>
                  <a:lnTo>
                    <a:pt x="3012820" y="400781"/>
                  </a:lnTo>
                  <a:lnTo>
                    <a:pt x="3014073" y="399211"/>
                  </a:lnTo>
                  <a:lnTo>
                    <a:pt x="3015326" y="397630"/>
                  </a:lnTo>
                  <a:lnTo>
                    <a:pt x="3016580" y="396011"/>
                  </a:lnTo>
                  <a:lnTo>
                    <a:pt x="3017833" y="394303"/>
                  </a:lnTo>
                  <a:lnTo>
                    <a:pt x="3019086" y="392497"/>
                  </a:lnTo>
                  <a:lnTo>
                    <a:pt x="3020339" y="390509"/>
                  </a:lnTo>
                  <a:lnTo>
                    <a:pt x="3021592" y="388310"/>
                  </a:lnTo>
                  <a:lnTo>
                    <a:pt x="3022846" y="385856"/>
                  </a:lnTo>
                  <a:lnTo>
                    <a:pt x="3024099" y="383117"/>
                  </a:lnTo>
                  <a:lnTo>
                    <a:pt x="3025352" y="380054"/>
                  </a:lnTo>
                  <a:lnTo>
                    <a:pt x="3026605" y="376660"/>
                  </a:lnTo>
                  <a:lnTo>
                    <a:pt x="3027858" y="372935"/>
                  </a:lnTo>
                  <a:lnTo>
                    <a:pt x="3029112" y="368857"/>
                  </a:lnTo>
                  <a:lnTo>
                    <a:pt x="3030365" y="364457"/>
                  </a:lnTo>
                  <a:lnTo>
                    <a:pt x="3031618" y="359759"/>
                  </a:lnTo>
                  <a:lnTo>
                    <a:pt x="3032871" y="354757"/>
                  </a:lnTo>
                  <a:lnTo>
                    <a:pt x="3034125" y="349501"/>
                  </a:lnTo>
                  <a:lnTo>
                    <a:pt x="3035378" y="344003"/>
                  </a:lnTo>
                  <a:lnTo>
                    <a:pt x="3036631" y="338266"/>
                  </a:lnTo>
                  <a:lnTo>
                    <a:pt x="3037884" y="332282"/>
                  </a:lnTo>
                  <a:lnTo>
                    <a:pt x="3039137" y="326012"/>
                  </a:lnTo>
                  <a:lnTo>
                    <a:pt x="3040391" y="319432"/>
                  </a:lnTo>
                  <a:lnTo>
                    <a:pt x="3041644" y="312537"/>
                  </a:lnTo>
                  <a:lnTo>
                    <a:pt x="3042897" y="305354"/>
                  </a:lnTo>
                  <a:lnTo>
                    <a:pt x="3044150" y="297938"/>
                  </a:lnTo>
                  <a:lnTo>
                    <a:pt x="3045403" y="290346"/>
                  </a:lnTo>
                  <a:lnTo>
                    <a:pt x="3046657" y="282628"/>
                  </a:lnTo>
                  <a:lnTo>
                    <a:pt x="3047910" y="274792"/>
                  </a:lnTo>
                  <a:lnTo>
                    <a:pt x="3049163" y="266810"/>
                  </a:lnTo>
                  <a:lnTo>
                    <a:pt x="3050416" y="258672"/>
                  </a:lnTo>
                  <a:lnTo>
                    <a:pt x="3051670" y="250395"/>
                  </a:lnTo>
                  <a:lnTo>
                    <a:pt x="3052923" y="242008"/>
                  </a:lnTo>
                  <a:lnTo>
                    <a:pt x="3054176" y="233567"/>
                  </a:lnTo>
                  <a:lnTo>
                    <a:pt x="3055429" y="225088"/>
                  </a:lnTo>
                  <a:lnTo>
                    <a:pt x="3056682" y="216594"/>
                  </a:lnTo>
                  <a:lnTo>
                    <a:pt x="3057936" y="208141"/>
                  </a:lnTo>
                  <a:lnTo>
                    <a:pt x="3059189" y="199794"/>
                  </a:lnTo>
                  <a:lnTo>
                    <a:pt x="3060442" y="191586"/>
                  </a:lnTo>
                  <a:lnTo>
                    <a:pt x="3061695" y="183494"/>
                  </a:lnTo>
                  <a:lnTo>
                    <a:pt x="3062949" y="175511"/>
                  </a:lnTo>
                  <a:lnTo>
                    <a:pt x="3064202" y="167594"/>
                  </a:lnTo>
                  <a:lnTo>
                    <a:pt x="3065455" y="159733"/>
                  </a:lnTo>
                  <a:lnTo>
                    <a:pt x="3066708" y="151946"/>
                  </a:lnTo>
                  <a:lnTo>
                    <a:pt x="3067961" y="144232"/>
                  </a:lnTo>
                  <a:lnTo>
                    <a:pt x="3069215" y="136628"/>
                  </a:lnTo>
                  <a:lnTo>
                    <a:pt x="3070468" y="129142"/>
                  </a:lnTo>
                  <a:lnTo>
                    <a:pt x="3071721" y="121763"/>
                  </a:lnTo>
                  <a:lnTo>
                    <a:pt x="3072974" y="114475"/>
                  </a:lnTo>
                  <a:lnTo>
                    <a:pt x="3074227" y="107287"/>
                  </a:lnTo>
                  <a:lnTo>
                    <a:pt x="3075481" y="100183"/>
                  </a:lnTo>
                  <a:lnTo>
                    <a:pt x="3076734" y="93147"/>
                  </a:lnTo>
                  <a:lnTo>
                    <a:pt x="3077987" y="86182"/>
                  </a:lnTo>
                  <a:lnTo>
                    <a:pt x="3079240" y="79298"/>
                  </a:lnTo>
                  <a:lnTo>
                    <a:pt x="3080494" y="72532"/>
                  </a:lnTo>
                  <a:lnTo>
                    <a:pt x="3081747" y="65918"/>
                  </a:lnTo>
                  <a:lnTo>
                    <a:pt x="3083000" y="59516"/>
                  </a:lnTo>
                  <a:lnTo>
                    <a:pt x="3084253" y="53373"/>
                  </a:lnTo>
                  <a:lnTo>
                    <a:pt x="3085506" y="47505"/>
                  </a:lnTo>
                  <a:lnTo>
                    <a:pt x="3086760" y="41938"/>
                  </a:lnTo>
                  <a:lnTo>
                    <a:pt x="3088013" y="36681"/>
                  </a:lnTo>
                  <a:lnTo>
                    <a:pt x="3089266" y="31748"/>
                  </a:lnTo>
                  <a:lnTo>
                    <a:pt x="3090519" y="27142"/>
                  </a:lnTo>
                  <a:lnTo>
                    <a:pt x="3091773" y="22896"/>
                  </a:lnTo>
                  <a:lnTo>
                    <a:pt x="3093026" y="19025"/>
                  </a:lnTo>
                  <a:lnTo>
                    <a:pt x="3094279" y="15515"/>
                  </a:lnTo>
                  <a:lnTo>
                    <a:pt x="3095532" y="12379"/>
                  </a:lnTo>
                  <a:lnTo>
                    <a:pt x="3096785" y="9621"/>
                  </a:lnTo>
                  <a:lnTo>
                    <a:pt x="3098039" y="7237"/>
                  </a:lnTo>
                  <a:lnTo>
                    <a:pt x="3099292" y="5193"/>
                  </a:lnTo>
                  <a:lnTo>
                    <a:pt x="3100545" y="3482"/>
                  </a:lnTo>
                  <a:lnTo>
                    <a:pt x="3101798" y="2103"/>
                  </a:lnTo>
                  <a:lnTo>
                    <a:pt x="3103051" y="1055"/>
                  </a:lnTo>
                  <a:lnTo>
                    <a:pt x="3104305" y="355"/>
                  </a:lnTo>
                  <a:lnTo>
                    <a:pt x="3105558" y="7"/>
                  </a:lnTo>
                  <a:lnTo>
                    <a:pt x="3106811" y="0"/>
                  </a:lnTo>
                  <a:lnTo>
                    <a:pt x="3108064" y="318"/>
                  </a:lnTo>
                  <a:lnTo>
                    <a:pt x="3109318" y="912"/>
                  </a:lnTo>
                  <a:lnTo>
                    <a:pt x="3110571" y="1725"/>
                  </a:lnTo>
                  <a:lnTo>
                    <a:pt x="3111824" y="2762"/>
                  </a:lnTo>
                  <a:lnTo>
                    <a:pt x="3113077" y="4035"/>
                  </a:lnTo>
                  <a:lnTo>
                    <a:pt x="3114330" y="5534"/>
                  </a:lnTo>
                  <a:lnTo>
                    <a:pt x="3115584" y="7240"/>
                  </a:lnTo>
                  <a:lnTo>
                    <a:pt x="3116837" y="9115"/>
                  </a:lnTo>
                  <a:lnTo>
                    <a:pt x="3118090" y="11134"/>
                  </a:lnTo>
                  <a:lnTo>
                    <a:pt x="3119343" y="13284"/>
                  </a:lnTo>
                  <a:lnTo>
                    <a:pt x="3120597" y="15519"/>
                  </a:lnTo>
                  <a:lnTo>
                    <a:pt x="3121850" y="17769"/>
                  </a:lnTo>
                  <a:lnTo>
                    <a:pt x="3123103" y="19980"/>
                  </a:lnTo>
                  <a:lnTo>
                    <a:pt x="3124356" y="22127"/>
                  </a:lnTo>
                  <a:lnTo>
                    <a:pt x="3125609" y="24182"/>
                  </a:lnTo>
                  <a:lnTo>
                    <a:pt x="3126863" y="26143"/>
                  </a:lnTo>
                  <a:lnTo>
                    <a:pt x="3128116" y="28072"/>
                  </a:lnTo>
                  <a:lnTo>
                    <a:pt x="3129369" y="29971"/>
                  </a:lnTo>
                  <a:lnTo>
                    <a:pt x="3130622" y="31849"/>
                  </a:lnTo>
                  <a:lnTo>
                    <a:pt x="3131875" y="33698"/>
                  </a:lnTo>
                  <a:lnTo>
                    <a:pt x="3133129" y="35512"/>
                  </a:lnTo>
                  <a:lnTo>
                    <a:pt x="3134382" y="37316"/>
                  </a:lnTo>
                  <a:lnTo>
                    <a:pt x="3135635" y="39140"/>
                  </a:lnTo>
                  <a:lnTo>
                    <a:pt x="3136888" y="40997"/>
                  </a:lnTo>
                  <a:lnTo>
                    <a:pt x="3138142" y="42915"/>
                  </a:lnTo>
                  <a:lnTo>
                    <a:pt x="3139395" y="44943"/>
                  </a:lnTo>
                  <a:lnTo>
                    <a:pt x="3140648" y="47137"/>
                  </a:lnTo>
                  <a:lnTo>
                    <a:pt x="3141901" y="49524"/>
                  </a:lnTo>
                  <a:lnTo>
                    <a:pt x="3143154" y="52099"/>
                  </a:lnTo>
                  <a:lnTo>
                    <a:pt x="3144408" y="54858"/>
                  </a:lnTo>
                  <a:lnTo>
                    <a:pt x="3145661" y="57789"/>
                  </a:lnTo>
                  <a:lnTo>
                    <a:pt x="3146914" y="60851"/>
                  </a:lnTo>
                  <a:lnTo>
                    <a:pt x="3148167" y="64026"/>
                  </a:lnTo>
                  <a:lnTo>
                    <a:pt x="3149421" y="67308"/>
                  </a:lnTo>
                  <a:lnTo>
                    <a:pt x="3150674" y="70706"/>
                  </a:lnTo>
                  <a:lnTo>
                    <a:pt x="3151927" y="74201"/>
                  </a:lnTo>
                  <a:lnTo>
                    <a:pt x="3153180" y="77774"/>
                  </a:lnTo>
                  <a:lnTo>
                    <a:pt x="3154433" y="81429"/>
                  </a:lnTo>
                  <a:lnTo>
                    <a:pt x="3155687" y="85133"/>
                  </a:lnTo>
                  <a:lnTo>
                    <a:pt x="3156940" y="88867"/>
                  </a:lnTo>
                  <a:lnTo>
                    <a:pt x="3158193" y="92621"/>
                  </a:lnTo>
                  <a:lnTo>
                    <a:pt x="3159446" y="96387"/>
                  </a:lnTo>
                  <a:lnTo>
                    <a:pt x="3160699" y="100143"/>
                  </a:lnTo>
                  <a:lnTo>
                    <a:pt x="3161953" y="103884"/>
                  </a:lnTo>
                  <a:lnTo>
                    <a:pt x="3163206" y="107610"/>
                  </a:lnTo>
                  <a:lnTo>
                    <a:pt x="3164459" y="111313"/>
                  </a:lnTo>
                  <a:lnTo>
                    <a:pt x="3165712" y="115000"/>
                  </a:lnTo>
                  <a:lnTo>
                    <a:pt x="3166966" y="118667"/>
                  </a:lnTo>
                  <a:lnTo>
                    <a:pt x="3168219" y="122291"/>
                  </a:lnTo>
                  <a:lnTo>
                    <a:pt x="3169472" y="125875"/>
                  </a:lnTo>
                  <a:lnTo>
                    <a:pt x="3170725" y="129423"/>
                  </a:lnTo>
                  <a:lnTo>
                    <a:pt x="3171978" y="132979"/>
                  </a:lnTo>
                  <a:lnTo>
                    <a:pt x="3173232" y="136632"/>
                  </a:lnTo>
                  <a:lnTo>
                    <a:pt x="3174485" y="140444"/>
                  </a:lnTo>
                  <a:lnTo>
                    <a:pt x="3175738" y="144443"/>
                  </a:lnTo>
                  <a:lnTo>
                    <a:pt x="3176991" y="148612"/>
                  </a:lnTo>
                  <a:lnTo>
                    <a:pt x="3178244" y="152941"/>
                  </a:lnTo>
                  <a:lnTo>
                    <a:pt x="3179498" y="157423"/>
                  </a:lnTo>
                  <a:lnTo>
                    <a:pt x="3180751" y="162076"/>
                  </a:lnTo>
                  <a:lnTo>
                    <a:pt x="3182004" y="166911"/>
                  </a:lnTo>
                  <a:lnTo>
                    <a:pt x="3183257" y="171946"/>
                  </a:lnTo>
                  <a:lnTo>
                    <a:pt x="3184511" y="177245"/>
                  </a:lnTo>
                  <a:lnTo>
                    <a:pt x="3185764" y="182874"/>
                  </a:lnTo>
                  <a:lnTo>
                    <a:pt x="3187017" y="188853"/>
                  </a:lnTo>
                  <a:lnTo>
                    <a:pt x="3188270" y="195173"/>
                  </a:lnTo>
                  <a:lnTo>
                    <a:pt x="3189523" y="201809"/>
                  </a:lnTo>
                  <a:lnTo>
                    <a:pt x="3190777" y="208670"/>
                  </a:lnTo>
                  <a:lnTo>
                    <a:pt x="3192030" y="215682"/>
                  </a:lnTo>
                  <a:lnTo>
                    <a:pt x="3193283" y="222812"/>
                  </a:lnTo>
                  <a:lnTo>
                    <a:pt x="3194536" y="230033"/>
                  </a:lnTo>
                  <a:lnTo>
                    <a:pt x="3195790" y="237353"/>
                  </a:lnTo>
                  <a:lnTo>
                    <a:pt x="3197043" y="244769"/>
                  </a:lnTo>
                  <a:lnTo>
                    <a:pt x="3198296" y="252246"/>
                  </a:lnTo>
                  <a:lnTo>
                    <a:pt x="3199549" y="259756"/>
                  </a:lnTo>
                  <a:lnTo>
                    <a:pt x="3200802" y="267281"/>
                  </a:lnTo>
                  <a:lnTo>
                    <a:pt x="3202056" y="274783"/>
                  </a:lnTo>
                  <a:lnTo>
                    <a:pt x="3203309" y="282210"/>
                  </a:lnTo>
                  <a:lnTo>
                    <a:pt x="3204562" y="289508"/>
                  </a:lnTo>
                  <a:lnTo>
                    <a:pt x="3205815" y="296656"/>
                  </a:lnTo>
                  <a:lnTo>
                    <a:pt x="3207068" y="303657"/>
                  </a:lnTo>
                  <a:lnTo>
                    <a:pt x="3208322" y="310522"/>
                  </a:lnTo>
                  <a:lnTo>
                    <a:pt x="3209575" y="317284"/>
                  </a:lnTo>
                  <a:lnTo>
                    <a:pt x="3210828" y="323981"/>
                  </a:lnTo>
                  <a:lnTo>
                    <a:pt x="3212081" y="330636"/>
                  </a:lnTo>
                  <a:lnTo>
                    <a:pt x="3213335" y="337252"/>
                  </a:lnTo>
                  <a:lnTo>
                    <a:pt x="3214588" y="343829"/>
                  </a:lnTo>
                  <a:lnTo>
                    <a:pt x="3215841" y="350394"/>
                  </a:lnTo>
                  <a:lnTo>
                    <a:pt x="3217094" y="356958"/>
                  </a:lnTo>
                  <a:lnTo>
                    <a:pt x="3218347" y="363507"/>
                  </a:lnTo>
                  <a:lnTo>
                    <a:pt x="3219601" y="370067"/>
                  </a:lnTo>
                  <a:lnTo>
                    <a:pt x="3220854" y="376641"/>
                  </a:lnTo>
                  <a:lnTo>
                    <a:pt x="3222107" y="383209"/>
                  </a:lnTo>
                  <a:lnTo>
                    <a:pt x="3223360" y="389780"/>
                  </a:lnTo>
                  <a:lnTo>
                    <a:pt x="3224614" y="396379"/>
                  </a:lnTo>
                  <a:lnTo>
                    <a:pt x="3225867" y="403000"/>
                  </a:lnTo>
                  <a:lnTo>
                    <a:pt x="3227120" y="409654"/>
                  </a:lnTo>
                  <a:lnTo>
                    <a:pt x="3228373" y="416347"/>
                  </a:lnTo>
                  <a:lnTo>
                    <a:pt x="3229626" y="423063"/>
                  </a:lnTo>
                  <a:lnTo>
                    <a:pt x="3230880" y="429787"/>
                  </a:lnTo>
                  <a:lnTo>
                    <a:pt x="3232133" y="436541"/>
                  </a:lnTo>
                  <a:lnTo>
                    <a:pt x="3233386" y="443288"/>
                  </a:lnTo>
                  <a:lnTo>
                    <a:pt x="3234639" y="449979"/>
                  </a:lnTo>
                  <a:lnTo>
                    <a:pt x="3235892" y="456521"/>
                  </a:lnTo>
                  <a:lnTo>
                    <a:pt x="3237146" y="462813"/>
                  </a:lnTo>
                  <a:lnTo>
                    <a:pt x="3238399" y="468780"/>
                  </a:lnTo>
                  <a:lnTo>
                    <a:pt x="3239652" y="474376"/>
                  </a:lnTo>
                  <a:lnTo>
                    <a:pt x="3240905" y="479615"/>
                  </a:lnTo>
                  <a:lnTo>
                    <a:pt x="3242159" y="484474"/>
                  </a:lnTo>
                  <a:lnTo>
                    <a:pt x="3243412" y="488921"/>
                  </a:lnTo>
                  <a:lnTo>
                    <a:pt x="3244665" y="492932"/>
                  </a:lnTo>
                  <a:lnTo>
                    <a:pt x="3245918" y="496480"/>
                  </a:lnTo>
                  <a:lnTo>
                    <a:pt x="3247171" y="499529"/>
                  </a:lnTo>
                  <a:lnTo>
                    <a:pt x="3248425" y="502021"/>
                  </a:lnTo>
                  <a:lnTo>
                    <a:pt x="3249678" y="503947"/>
                  </a:lnTo>
                  <a:lnTo>
                    <a:pt x="3250931" y="505340"/>
                  </a:lnTo>
                  <a:lnTo>
                    <a:pt x="3252184" y="506288"/>
                  </a:lnTo>
                  <a:lnTo>
                    <a:pt x="3253438" y="506882"/>
                  </a:lnTo>
                  <a:lnTo>
                    <a:pt x="3254691" y="507219"/>
                  </a:lnTo>
                  <a:lnTo>
                    <a:pt x="3255944" y="507357"/>
                  </a:lnTo>
                  <a:lnTo>
                    <a:pt x="3257197" y="507316"/>
                  </a:lnTo>
                  <a:lnTo>
                    <a:pt x="3258450" y="507136"/>
                  </a:lnTo>
                  <a:lnTo>
                    <a:pt x="3259704" y="506832"/>
                  </a:lnTo>
                  <a:lnTo>
                    <a:pt x="3260957" y="506435"/>
                  </a:lnTo>
                  <a:lnTo>
                    <a:pt x="3262210" y="506009"/>
                  </a:lnTo>
                  <a:lnTo>
                    <a:pt x="3263463" y="505600"/>
                  </a:lnTo>
                  <a:lnTo>
                    <a:pt x="3264716" y="505242"/>
                  </a:lnTo>
                  <a:lnTo>
                    <a:pt x="3265970" y="504976"/>
                  </a:lnTo>
                  <a:lnTo>
                    <a:pt x="3267223" y="504837"/>
                  </a:lnTo>
                  <a:lnTo>
                    <a:pt x="3268476" y="504846"/>
                  </a:lnTo>
                  <a:lnTo>
                    <a:pt x="3269729" y="504990"/>
                  </a:lnTo>
                  <a:lnTo>
                    <a:pt x="3270983" y="505249"/>
                  </a:lnTo>
                  <a:lnTo>
                    <a:pt x="3272236" y="505597"/>
                  </a:lnTo>
                  <a:lnTo>
                    <a:pt x="3273489" y="506029"/>
                  </a:lnTo>
                  <a:lnTo>
                    <a:pt x="3274742" y="506531"/>
                  </a:lnTo>
                  <a:lnTo>
                    <a:pt x="3275995" y="507102"/>
                  </a:lnTo>
                  <a:lnTo>
                    <a:pt x="3277249" y="507731"/>
                  </a:lnTo>
                  <a:lnTo>
                    <a:pt x="3278502" y="508405"/>
                  </a:lnTo>
                  <a:lnTo>
                    <a:pt x="3279755" y="509057"/>
                  </a:lnTo>
                  <a:lnTo>
                    <a:pt x="3281008" y="509686"/>
                  </a:lnTo>
                  <a:lnTo>
                    <a:pt x="3282262" y="510266"/>
                  </a:lnTo>
                  <a:lnTo>
                    <a:pt x="3283515" y="510781"/>
                  </a:lnTo>
                  <a:lnTo>
                    <a:pt x="3284768" y="511240"/>
                  </a:lnTo>
                  <a:lnTo>
                    <a:pt x="3286021" y="511656"/>
                  </a:lnTo>
                  <a:lnTo>
                    <a:pt x="3287274" y="512005"/>
                  </a:lnTo>
                  <a:lnTo>
                    <a:pt x="3288528" y="512244"/>
                  </a:lnTo>
                  <a:lnTo>
                    <a:pt x="3289781" y="512332"/>
                  </a:lnTo>
                  <a:lnTo>
                    <a:pt x="3291034" y="512226"/>
                  </a:lnTo>
                  <a:lnTo>
                    <a:pt x="3292287" y="511873"/>
                  </a:lnTo>
                  <a:lnTo>
                    <a:pt x="3293540" y="511253"/>
                  </a:lnTo>
                  <a:lnTo>
                    <a:pt x="3294794" y="510329"/>
                  </a:lnTo>
                  <a:lnTo>
                    <a:pt x="3296047" y="509072"/>
                  </a:lnTo>
                  <a:lnTo>
                    <a:pt x="3297300" y="507491"/>
                  </a:lnTo>
                  <a:lnTo>
                    <a:pt x="3298553" y="505621"/>
                  </a:lnTo>
                  <a:lnTo>
                    <a:pt x="3299807" y="503499"/>
                  </a:lnTo>
                  <a:lnTo>
                    <a:pt x="3301060" y="501165"/>
                  </a:lnTo>
                  <a:lnTo>
                    <a:pt x="3302313" y="498642"/>
                  </a:lnTo>
                  <a:lnTo>
                    <a:pt x="3303566" y="495950"/>
                  </a:lnTo>
                  <a:lnTo>
                    <a:pt x="3304819" y="493103"/>
                  </a:lnTo>
                  <a:lnTo>
                    <a:pt x="3306073" y="490205"/>
                  </a:lnTo>
                  <a:lnTo>
                    <a:pt x="3307326" y="487343"/>
                  </a:lnTo>
                  <a:lnTo>
                    <a:pt x="3308579" y="484591"/>
                  </a:lnTo>
                  <a:lnTo>
                    <a:pt x="3309832" y="482008"/>
                  </a:lnTo>
                  <a:lnTo>
                    <a:pt x="3311086" y="479676"/>
                  </a:lnTo>
                  <a:lnTo>
                    <a:pt x="3312339" y="477646"/>
                  </a:lnTo>
                  <a:lnTo>
                    <a:pt x="3313592" y="475899"/>
                  </a:lnTo>
                  <a:lnTo>
                    <a:pt x="3314845" y="474398"/>
                  </a:lnTo>
                  <a:lnTo>
                    <a:pt x="3316098" y="473076"/>
                  </a:lnTo>
                  <a:lnTo>
                    <a:pt x="3317352" y="471874"/>
                  </a:lnTo>
                  <a:lnTo>
                    <a:pt x="3318605" y="470769"/>
                  </a:lnTo>
                  <a:lnTo>
                    <a:pt x="3319858" y="469757"/>
                  </a:lnTo>
                  <a:lnTo>
                    <a:pt x="3321111" y="468845"/>
                  </a:lnTo>
                  <a:lnTo>
                    <a:pt x="3322364" y="468001"/>
                  </a:lnTo>
                  <a:lnTo>
                    <a:pt x="3323618" y="467196"/>
                  </a:lnTo>
                  <a:lnTo>
                    <a:pt x="3324871" y="466363"/>
                  </a:lnTo>
                  <a:lnTo>
                    <a:pt x="3326124" y="465426"/>
                  </a:lnTo>
                  <a:lnTo>
                    <a:pt x="3327377" y="464345"/>
                  </a:lnTo>
                  <a:lnTo>
                    <a:pt x="3328631" y="463059"/>
                  </a:lnTo>
                  <a:lnTo>
                    <a:pt x="3329884" y="461530"/>
                  </a:lnTo>
                  <a:lnTo>
                    <a:pt x="3331137" y="459754"/>
                  </a:lnTo>
                  <a:lnTo>
                    <a:pt x="3332390" y="457766"/>
                  </a:lnTo>
                  <a:lnTo>
                    <a:pt x="3333643" y="455626"/>
                  </a:lnTo>
                  <a:lnTo>
                    <a:pt x="3334897" y="453359"/>
                  </a:lnTo>
                  <a:lnTo>
                    <a:pt x="3336150" y="450954"/>
                  </a:lnTo>
                  <a:lnTo>
                    <a:pt x="3337403" y="448400"/>
                  </a:lnTo>
                  <a:lnTo>
                    <a:pt x="3338656" y="445685"/>
                  </a:lnTo>
                  <a:lnTo>
                    <a:pt x="3339909" y="442822"/>
                  </a:lnTo>
                  <a:lnTo>
                    <a:pt x="3341163" y="439826"/>
                  </a:lnTo>
                  <a:lnTo>
                    <a:pt x="3342416" y="436768"/>
                  </a:lnTo>
                  <a:lnTo>
                    <a:pt x="3343669" y="433726"/>
                  </a:lnTo>
                  <a:lnTo>
                    <a:pt x="3344922" y="430711"/>
                  </a:lnTo>
                  <a:lnTo>
                    <a:pt x="3346176" y="427771"/>
                  </a:lnTo>
                  <a:lnTo>
                    <a:pt x="3347429" y="424930"/>
                  </a:lnTo>
                  <a:lnTo>
                    <a:pt x="3348682" y="422180"/>
                  </a:lnTo>
                  <a:lnTo>
                    <a:pt x="3349935" y="419520"/>
                  </a:lnTo>
                  <a:lnTo>
                    <a:pt x="3351188" y="416968"/>
                  </a:lnTo>
                  <a:lnTo>
                    <a:pt x="3352442" y="414565"/>
                  </a:lnTo>
                  <a:lnTo>
                    <a:pt x="3353695" y="412359"/>
                  </a:lnTo>
                  <a:lnTo>
                    <a:pt x="3354948" y="410421"/>
                  </a:lnTo>
                  <a:lnTo>
                    <a:pt x="3356201" y="408808"/>
                  </a:lnTo>
                  <a:lnTo>
                    <a:pt x="3357455" y="407550"/>
                  </a:lnTo>
                  <a:lnTo>
                    <a:pt x="3358708" y="406676"/>
                  </a:lnTo>
                  <a:lnTo>
                    <a:pt x="3359961" y="406186"/>
                  </a:lnTo>
                  <a:lnTo>
                    <a:pt x="3361214" y="406083"/>
                  </a:lnTo>
                  <a:lnTo>
                    <a:pt x="3362467" y="406357"/>
                  </a:lnTo>
                  <a:lnTo>
                    <a:pt x="3363721" y="406995"/>
                  </a:lnTo>
                  <a:lnTo>
                    <a:pt x="3364974" y="408016"/>
                  </a:lnTo>
                  <a:lnTo>
                    <a:pt x="3366227" y="409387"/>
                  </a:lnTo>
                  <a:lnTo>
                    <a:pt x="3367480" y="411120"/>
                  </a:lnTo>
                  <a:lnTo>
                    <a:pt x="3368733" y="413168"/>
                  </a:lnTo>
                  <a:lnTo>
                    <a:pt x="3369987" y="415454"/>
                  </a:lnTo>
                  <a:lnTo>
                    <a:pt x="3371240" y="417908"/>
                  </a:lnTo>
                  <a:lnTo>
                    <a:pt x="3372493" y="420471"/>
                  </a:lnTo>
                  <a:lnTo>
                    <a:pt x="3373746" y="423052"/>
                  </a:lnTo>
                  <a:lnTo>
                    <a:pt x="3375000" y="425570"/>
                  </a:lnTo>
                  <a:lnTo>
                    <a:pt x="3376253" y="428008"/>
                  </a:lnTo>
                  <a:lnTo>
                    <a:pt x="3377506" y="430365"/>
                  </a:lnTo>
                  <a:lnTo>
                    <a:pt x="3378759" y="432663"/>
                  </a:lnTo>
                  <a:lnTo>
                    <a:pt x="3380012" y="434927"/>
                  </a:lnTo>
                  <a:lnTo>
                    <a:pt x="3381266" y="437179"/>
                  </a:lnTo>
                  <a:lnTo>
                    <a:pt x="3382519" y="439409"/>
                  </a:lnTo>
                  <a:lnTo>
                    <a:pt x="3383772" y="441592"/>
                  </a:lnTo>
                  <a:lnTo>
                    <a:pt x="3385025" y="443716"/>
                  </a:lnTo>
                  <a:lnTo>
                    <a:pt x="3386279" y="445786"/>
                  </a:lnTo>
                  <a:lnTo>
                    <a:pt x="3387532" y="447807"/>
                  </a:lnTo>
                  <a:lnTo>
                    <a:pt x="3388785" y="449807"/>
                  </a:lnTo>
                  <a:lnTo>
                    <a:pt x="3390038" y="451820"/>
                  </a:lnTo>
                  <a:lnTo>
                    <a:pt x="3391291" y="453868"/>
                  </a:lnTo>
                  <a:lnTo>
                    <a:pt x="3392545" y="456009"/>
                  </a:lnTo>
                  <a:lnTo>
                    <a:pt x="3393798" y="458272"/>
                  </a:lnTo>
                  <a:lnTo>
                    <a:pt x="3395051" y="460624"/>
                  </a:lnTo>
                  <a:lnTo>
                    <a:pt x="3396304" y="463023"/>
                  </a:lnTo>
                  <a:lnTo>
                    <a:pt x="3397557" y="465427"/>
                  </a:lnTo>
                  <a:lnTo>
                    <a:pt x="3398811" y="467835"/>
                  </a:lnTo>
                  <a:lnTo>
                    <a:pt x="3400064" y="470250"/>
                  </a:lnTo>
                  <a:lnTo>
                    <a:pt x="3401317" y="472673"/>
                  </a:lnTo>
                  <a:lnTo>
                    <a:pt x="3402570" y="475097"/>
                  </a:lnTo>
                  <a:lnTo>
                    <a:pt x="3403824" y="477516"/>
                  </a:lnTo>
                  <a:lnTo>
                    <a:pt x="3405077" y="479915"/>
                  </a:lnTo>
                  <a:lnTo>
                    <a:pt x="3406330" y="482236"/>
                  </a:lnTo>
                  <a:lnTo>
                    <a:pt x="3407583" y="484469"/>
                  </a:lnTo>
                  <a:lnTo>
                    <a:pt x="3408836" y="486591"/>
                  </a:lnTo>
                  <a:lnTo>
                    <a:pt x="3410090" y="488586"/>
                  </a:lnTo>
                  <a:lnTo>
                    <a:pt x="3411343" y="490421"/>
                  </a:lnTo>
                  <a:lnTo>
                    <a:pt x="3412596" y="492093"/>
                  </a:lnTo>
                  <a:lnTo>
                    <a:pt x="3413849" y="493611"/>
                  </a:lnTo>
                  <a:lnTo>
                    <a:pt x="3415103" y="494970"/>
                  </a:lnTo>
                  <a:lnTo>
                    <a:pt x="3416356" y="496157"/>
                  </a:lnTo>
                  <a:lnTo>
                    <a:pt x="3417609" y="497131"/>
                  </a:lnTo>
                  <a:lnTo>
                    <a:pt x="3418862" y="497862"/>
                  </a:lnTo>
                  <a:lnTo>
                    <a:pt x="3420115" y="498341"/>
                  </a:lnTo>
                  <a:lnTo>
                    <a:pt x="3421369" y="498552"/>
                  </a:lnTo>
                  <a:lnTo>
                    <a:pt x="3422622" y="498487"/>
                  </a:lnTo>
                  <a:lnTo>
                    <a:pt x="3423875" y="498151"/>
                  </a:lnTo>
                  <a:lnTo>
                    <a:pt x="3425128" y="497556"/>
                  </a:lnTo>
                  <a:lnTo>
                    <a:pt x="3426381" y="496709"/>
                  </a:lnTo>
                  <a:lnTo>
                    <a:pt x="3427635" y="495614"/>
                  </a:lnTo>
                  <a:lnTo>
                    <a:pt x="3428888" y="494252"/>
                  </a:lnTo>
                  <a:lnTo>
                    <a:pt x="3430141" y="492674"/>
                  </a:lnTo>
                  <a:lnTo>
                    <a:pt x="3431394" y="490853"/>
                  </a:lnTo>
                  <a:lnTo>
                    <a:pt x="3432648" y="488785"/>
                  </a:lnTo>
                  <a:lnTo>
                    <a:pt x="3433901" y="486459"/>
                  </a:lnTo>
                  <a:lnTo>
                    <a:pt x="3435154" y="483909"/>
                  </a:lnTo>
                  <a:lnTo>
                    <a:pt x="3436407" y="481146"/>
                  </a:lnTo>
                  <a:lnTo>
                    <a:pt x="3437660" y="478220"/>
                  </a:lnTo>
                  <a:lnTo>
                    <a:pt x="3438914" y="475147"/>
                  </a:lnTo>
                  <a:lnTo>
                    <a:pt x="3440167" y="471930"/>
                  </a:lnTo>
                  <a:lnTo>
                    <a:pt x="3441420" y="468558"/>
                  </a:lnTo>
                  <a:lnTo>
                    <a:pt x="3442673" y="465020"/>
                  </a:lnTo>
                  <a:lnTo>
                    <a:pt x="3443927" y="461297"/>
                  </a:lnTo>
                  <a:lnTo>
                    <a:pt x="3445180" y="457408"/>
                  </a:lnTo>
                  <a:lnTo>
                    <a:pt x="3446433" y="453356"/>
                  </a:lnTo>
                  <a:lnTo>
                    <a:pt x="3447686" y="449162"/>
                  </a:lnTo>
                  <a:lnTo>
                    <a:pt x="3448939" y="444830"/>
                  </a:lnTo>
                  <a:lnTo>
                    <a:pt x="3450193" y="440388"/>
                  </a:lnTo>
                  <a:lnTo>
                    <a:pt x="3451446" y="435870"/>
                  </a:lnTo>
                  <a:lnTo>
                    <a:pt x="3452699" y="431285"/>
                  </a:lnTo>
                  <a:lnTo>
                    <a:pt x="3453952" y="426651"/>
                  </a:lnTo>
                  <a:lnTo>
                    <a:pt x="3455205" y="421953"/>
                  </a:lnTo>
                  <a:lnTo>
                    <a:pt x="3456459" y="417177"/>
                  </a:lnTo>
                  <a:lnTo>
                    <a:pt x="3457712" y="412332"/>
                  </a:lnTo>
                  <a:lnTo>
                    <a:pt x="3458965" y="407439"/>
                  </a:lnTo>
                  <a:lnTo>
                    <a:pt x="3460218" y="402509"/>
                  </a:lnTo>
                  <a:lnTo>
                    <a:pt x="3461472" y="397555"/>
                  </a:lnTo>
                  <a:lnTo>
                    <a:pt x="3462725" y="392583"/>
                  </a:lnTo>
                  <a:lnTo>
                    <a:pt x="3463978" y="387601"/>
                  </a:lnTo>
                  <a:lnTo>
                    <a:pt x="3465231" y="382617"/>
                  </a:lnTo>
                  <a:lnTo>
                    <a:pt x="3466484" y="377630"/>
                  </a:lnTo>
                  <a:lnTo>
                    <a:pt x="3467738" y="372647"/>
                  </a:lnTo>
                  <a:lnTo>
                    <a:pt x="3468991" y="367672"/>
                  </a:lnTo>
                  <a:lnTo>
                    <a:pt x="3470244" y="362704"/>
                  </a:lnTo>
                  <a:lnTo>
                    <a:pt x="3471497" y="357754"/>
                  </a:lnTo>
                  <a:lnTo>
                    <a:pt x="3472751" y="352827"/>
                  </a:lnTo>
                  <a:lnTo>
                    <a:pt x="3474004" y="347932"/>
                  </a:lnTo>
                  <a:lnTo>
                    <a:pt x="3475257" y="343082"/>
                  </a:lnTo>
                  <a:lnTo>
                    <a:pt x="3476510" y="338280"/>
                  </a:lnTo>
                  <a:lnTo>
                    <a:pt x="3477763" y="333528"/>
                  </a:lnTo>
                  <a:lnTo>
                    <a:pt x="3479017" y="328829"/>
                  </a:lnTo>
                  <a:lnTo>
                    <a:pt x="3480270" y="324199"/>
                  </a:lnTo>
                  <a:lnTo>
                    <a:pt x="3481523" y="319664"/>
                  </a:lnTo>
                  <a:lnTo>
                    <a:pt x="3482776" y="315215"/>
                  </a:lnTo>
                  <a:lnTo>
                    <a:pt x="3484029" y="310873"/>
                  </a:lnTo>
                  <a:lnTo>
                    <a:pt x="3485283" y="306672"/>
                  </a:lnTo>
                  <a:lnTo>
                    <a:pt x="3486536" y="302616"/>
                  </a:lnTo>
                  <a:lnTo>
                    <a:pt x="3487789" y="298700"/>
                  </a:lnTo>
                  <a:lnTo>
                    <a:pt x="3489042" y="294899"/>
                  </a:lnTo>
                  <a:lnTo>
                    <a:pt x="3490296" y="291216"/>
                  </a:lnTo>
                  <a:lnTo>
                    <a:pt x="3491549" y="287681"/>
                  </a:lnTo>
                  <a:lnTo>
                    <a:pt x="3492802" y="284279"/>
                  </a:lnTo>
                  <a:lnTo>
                    <a:pt x="3494055" y="280997"/>
                  </a:lnTo>
                  <a:lnTo>
                    <a:pt x="3495308" y="277853"/>
                  </a:lnTo>
                  <a:lnTo>
                    <a:pt x="3496562" y="274886"/>
                  </a:lnTo>
                  <a:lnTo>
                    <a:pt x="3497815" y="272094"/>
                  </a:lnTo>
                  <a:lnTo>
                    <a:pt x="3499068" y="269454"/>
                  </a:lnTo>
                  <a:lnTo>
                    <a:pt x="3500321" y="266947"/>
                  </a:lnTo>
                  <a:lnTo>
                    <a:pt x="3501574" y="264559"/>
                  </a:lnTo>
                  <a:lnTo>
                    <a:pt x="3502828" y="262281"/>
                  </a:lnTo>
                  <a:lnTo>
                    <a:pt x="3504081" y="260093"/>
                  </a:lnTo>
                  <a:lnTo>
                    <a:pt x="3505334" y="258011"/>
                  </a:lnTo>
                  <a:lnTo>
                    <a:pt x="3506587" y="256006"/>
                  </a:lnTo>
                  <a:lnTo>
                    <a:pt x="3507841" y="254079"/>
                  </a:lnTo>
                  <a:lnTo>
                    <a:pt x="3509094" y="252197"/>
                  </a:lnTo>
                  <a:lnTo>
                    <a:pt x="3510347" y="250355"/>
                  </a:lnTo>
                  <a:lnTo>
                    <a:pt x="3511600" y="248550"/>
                  </a:lnTo>
                  <a:lnTo>
                    <a:pt x="3512853" y="246767"/>
                  </a:lnTo>
                  <a:lnTo>
                    <a:pt x="3514107" y="244969"/>
                  </a:lnTo>
                  <a:lnTo>
                    <a:pt x="3515360" y="243119"/>
                  </a:lnTo>
                  <a:lnTo>
                    <a:pt x="3516613" y="241186"/>
                  </a:lnTo>
                  <a:lnTo>
                    <a:pt x="3517866" y="239150"/>
                  </a:lnTo>
                  <a:lnTo>
                    <a:pt x="3519120" y="236991"/>
                  </a:lnTo>
                  <a:lnTo>
                    <a:pt x="3520373" y="234691"/>
                  </a:lnTo>
                  <a:lnTo>
                    <a:pt x="3521626" y="232224"/>
                  </a:lnTo>
                  <a:lnTo>
                    <a:pt x="3522879" y="229588"/>
                  </a:lnTo>
                  <a:lnTo>
                    <a:pt x="3524132" y="226782"/>
                  </a:lnTo>
                  <a:lnTo>
                    <a:pt x="3525386" y="223808"/>
                  </a:lnTo>
                  <a:lnTo>
                    <a:pt x="3526639" y="220668"/>
                  </a:lnTo>
                  <a:lnTo>
                    <a:pt x="3527892" y="217359"/>
                  </a:lnTo>
                  <a:lnTo>
                    <a:pt x="3529145" y="213872"/>
                  </a:lnTo>
                  <a:lnTo>
                    <a:pt x="3530398" y="210200"/>
                  </a:lnTo>
                  <a:lnTo>
                    <a:pt x="3531652" y="206331"/>
                  </a:lnTo>
                  <a:lnTo>
                    <a:pt x="3532905" y="202275"/>
                  </a:lnTo>
                  <a:lnTo>
                    <a:pt x="3534158" y="198020"/>
                  </a:lnTo>
                  <a:lnTo>
                    <a:pt x="3535411" y="193566"/>
                  </a:lnTo>
                  <a:lnTo>
                    <a:pt x="3536665" y="188950"/>
                  </a:lnTo>
                  <a:lnTo>
                    <a:pt x="3537918" y="184187"/>
                  </a:lnTo>
                  <a:lnTo>
                    <a:pt x="3539171" y="179294"/>
                  </a:lnTo>
                  <a:lnTo>
                    <a:pt x="3540424" y="174305"/>
                  </a:lnTo>
                  <a:lnTo>
                    <a:pt x="3541677" y="169225"/>
                  </a:lnTo>
                  <a:lnTo>
                    <a:pt x="3542931" y="164047"/>
                  </a:lnTo>
                  <a:lnTo>
                    <a:pt x="3544184" y="158751"/>
                  </a:lnTo>
                  <a:lnTo>
                    <a:pt x="3545437" y="153350"/>
                  </a:lnTo>
                  <a:lnTo>
                    <a:pt x="3546690" y="147862"/>
                  </a:lnTo>
                  <a:lnTo>
                    <a:pt x="3547944" y="142293"/>
                  </a:lnTo>
                  <a:lnTo>
                    <a:pt x="3549197" y="136673"/>
                  </a:lnTo>
                  <a:lnTo>
                    <a:pt x="3550450" y="131042"/>
                  </a:lnTo>
                  <a:lnTo>
                    <a:pt x="3551703" y="125443"/>
                  </a:lnTo>
                  <a:lnTo>
                    <a:pt x="3552956" y="119926"/>
                  </a:lnTo>
                  <a:lnTo>
                    <a:pt x="3554210" y="114491"/>
                  </a:lnTo>
                  <a:lnTo>
                    <a:pt x="3555463" y="109083"/>
                  </a:lnTo>
                  <a:lnTo>
                    <a:pt x="3556716" y="103733"/>
                  </a:lnTo>
                  <a:lnTo>
                    <a:pt x="3557969" y="98446"/>
                  </a:lnTo>
                  <a:lnTo>
                    <a:pt x="3559222" y="93233"/>
                  </a:lnTo>
                  <a:lnTo>
                    <a:pt x="3560476" y="88110"/>
                  </a:lnTo>
                  <a:lnTo>
                    <a:pt x="3561729" y="83118"/>
                  </a:lnTo>
                  <a:lnTo>
                    <a:pt x="3562982" y="78304"/>
                  </a:lnTo>
                  <a:lnTo>
                    <a:pt x="3564235" y="73710"/>
                  </a:lnTo>
                  <a:lnTo>
                    <a:pt x="3565489" y="69372"/>
                  </a:lnTo>
                  <a:lnTo>
                    <a:pt x="3566742" y="65313"/>
                  </a:lnTo>
                  <a:lnTo>
                    <a:pt x="3567995" y="61516"/>
                  </a:lnTo>
                  <a:lnTo>
                    <a:pt x="3569248" y="57997"/>
                  </a:lnTo>
                  <a:lnTo>
                    <a:pt x="3570501" y="54758"/>
                  </a:lnTo>
                  <a:lnTo>
                    <a:pt x="3571755" y="51816"/>
                  </a:lnTo>
                  <a:lnTo>
                    <a:pt x="3573008" y="49208"/>
                  </a:lnTo>
                  <a:lnTo>
                    <a:pt x="3574261" y="46982"/>
                  </a:lnTo>
                  <a:lnTo>
                    <a:pt x="3575514" y="45164"/>
                  </a:lnTo>
                  <a:lnTo>
                    <a:pt x="3576768" y="43802"/>
                  </a:lnTo>
                  <a:lnTo>
                    <a:pt x="3578021" y="42912"/>
                  </a:lnTo>
                  <a:lnTo>
                    <a:pt x="3579274" y="42510"/>
                  </a:lnTo>
                  <a:lnTo>
                    <a:pt x="3580527" y="42618"/>
                  </a:lnTo>
                  <a:lnTo>
                    <a:pt x="3581780" y="43227"/>
                  </a:lnTo>
                  <a:lnTo>
                    <a:pt x="3583034" y="44354"/>
                  </a:lnTo>
                  <a:lnTo>
                    <a:pt x="3584287" y="46014"/>
                  </a:lnTo>
                  <a:lnTo>
                    <a:pt x="3585540" y="48232"/>
                  </a:lnTo>
                  <a:lnTo>
                    <a:pt x="3586793" y="51001"/>
                  </a:lnTo>
                  <a:lnTo>
                    <a:pt x="3588046" y="54305"/>
                  </a:lnTo>
                  <a:lnTo>
                    <a:pt x="3589300" y="58125"/>
                  </a:lnTo>
                  <a:lnTo>
                    <a:pt x="3590553" y="62454"/>
                  </a:lnTo>
                  <a:lnTo>
                    <a:pt x="3591806" y="67286"/>
                  </a:lnTo>
                  <a:lnTo>
                    <a:pt x="3593059" y="72586"/>
                  </a:lnTo>
                  <a:lnTo>
                    <a:pt x="3594313" y="78355"/>
                  </a:lnTo>
                  <a:lnTo>
                    <a:pt x="3595566" y="84594"/>
                  </a:lnTo>
                  <a:lnTo>
                    <a:pt x="3596819" y="91290"/>
                  </a:lnTo>
                  <a:lnTo>
                    <a:pt x="3598072" y="98439"/>
                  </a:lnTo>
                  <a:lnTo>
                    <a:pt x="3599325" y="105991"/>
                  </a:lnTo>
                  <a:lnTo>
                    <a:pt x="3600579" y="113903"/>
                  </a:lnTo>
                  <a:lnTo>
                    <a:pt x="3601832" y="122144"/>
                  </a:lnTo>
                  <a:lnTo>
                    <a:pt x="3603085" y="130668"/>
                  </a:lnTo>
                  <a:lnTo>
                    <a:pt x="3604338" y="139443"/>
                  </a:lnTo>
                  <a:lnTo>
                    <a:pt x="3605592" y="148471"/>
                  </a:lnTo>
                  <a:lnTo>
                    <a:pt x="3606845" y="157761"/>
                  </a:lnTo>
                  <a:lnTo>
                    <a:pt x="3608098" y="167320"/>
                  </a:lnTo>
                  <a:lnTo>
                    <a:pt x="3609351" y="177128"/>
                  </a:lnTo>
                  <a:lnTo>
                    <a:pt x="3610604" y="187166"/>
                  </a:lnTo>
                  <a:lnTo>
                    <a:pt x="3611858" y="197388"/>
                  </a:lnTo>
                  <a:lnTo>
                    <a:pt x="3613111" y="207749"/>
                  </a:lnTo>
                  <a:lnTo>
                    <a:pt x="3614364" y="218216"/>
                  </a:lnTo>
                  <a:lnTo>
                    <a:pt x="3615617" y="228756"/>
                  </a:lnTo>
                  <a:lnTo>
                    <a:pt x="3616870" y="239356"/>
                  </a:lnTo>
                  <a:lnTo>
                    <a:pt x="3618124" y="250073"/>
                  </a:lnTo>
                  <a:lnTo>
                    <a:pt x="3619377" y="260979"/>
                  </a:lnTo>
                  <a:lnTo>
                    <a:pt x="3620630" y="272076"/>
                  </a:lnTo>
                  <a:lnTo>
                    <a:pt x="3621883" y="283400"/>
                  </a:lnTo>
                  <a:lnTo>
                    <a:pt x="3623137" y="294967"/>
                  </a:lnTo>
                  <a:lnTo>
                    <a:pt x="3624390" y="306838"/>
                  </a:lnTo>
                  <a:lnTo>
                    <a:pt x="3625643" y="318980"/>
                  </a:lnTo>
                  <a:lnTo>
                    <a:pt x="3626896" y="331356"/>
                  </a:lnTo>
                  <a:lnTo>
                    <a:pt x="3628149" y="343876"/>
                  </a:lnTo>
                  <a:lnTo>
                    <a:pt x="3629403" y="356502"/>
                  </a:lnTo>
                  <a:lnTo>
                    <a:pt x="3630656" y="369193"/>
                  </a:lnTo>
                  <a:lnTo>
                    <a:pt x="3631909" y="381963"/>
                  </a:lnTo>
                  <a:lnTo>
                    <a:pt x="3633162" y="394781"/>
                  </a:lnTo>
                  <a:lnTo>
                    <a:pt x="3634416" y="407654"/>
                  </a:lnTo>
                  <a:lnTo>
                    <a:pt x="3635669" y="420512"/>
                  </a:lnTo>
                  <a:lnTo>
                    <a:pt x="3636922" y="433225"/>
                  </a:lnTo>
                  <a:lnTo>
                    <a:pt x="3638175" y="445697"/>
                  </a:lnTo>
                  <a:lnTo>
                    <a:pt x="3639428" y="457798"/>
                  </a:lnTo>
                  <a:lnTo>
                    <a:pt x="3640682" y="469433"/>
                  </a:lnTo>
                  <a:lnTo>
                    <a:pt x="3641935" y="480581"/>
                  </a:lnTo>
                  <a:lnTo>
                    <a:pt x="3643188" y="491209"/>
                  </a:lnTo>
                  <a:lnTo>
                    <a:pt x="3644441" y="501316"/>
                  </a:lnTo>
                  <a:lnTo>
                    <a:pt x="3645694" y="510911"/>
                  </a:lnTo>
                  <a:lnTo>
                    <a:pt x="3646948" y="519971"/>
                  </a:lnTo>
                  <a:lnTo>
                    <a:pt x="3648201" y="528453"/>
                  </a:lnTo>
                  <a:lnTo>
                    <a:pt x="3649454" y="536310"/>
                  </a:lnTo>
                  <a:lnTo>
                    <a:pt x="3650707" y="543556"/>
                  </a:lnTo>
                  <a:lnTo>
                    <a:pt x="3651961" y="550218"/>
                  </a:lnTo>
                  <a:lnTo>
                    <a:pt x="3653214" y="556315"/>
                  </a:lnTo>
                  <a:lnTo>
                    <a:pt x="3654467" y="561857"/>
                  </a:lnTo>
                  <a:lnTo>
                    <a:pt x="3655720" y="566887"/>
                  </a:lnTo>
                  <a:lnTo>
                    <a:pt x="3656973" y="571442"/>
                  </a:lnTo>
                  <a:lnTo>
                    <a:pt x="3658227" y="575537"/>
                  </a:lnTo>
                  <a:lnTo>
                    <a:pt x="3659480" y="579210"/>
                  </a:lnTo>
                  <a:lnTo>
                    <a:pt x="3660733" y="582477"/>
                  </a:lnTo>
                  <a:lnTo>
                    <a:pt x="3661986" y="585390"/>
                  </a:lnTo>
                  <a:lnTo>
                    <a:pt x="3663239" y="588003"/>
                  </a:lnTo>
                  <a:lnTo>
                    <a:pt x="3664493" y="590355"/>
                  </a:lnTo>
                  <a:lnTo>
                    <a:pt x="3665746" y="592480"/>
                  </a:lnTo>
                  <a:lnTo>
                    <a:pt x="3666999" y="594412"/>
                  </a:lnTo>
                  <a:lnTo>
                    <a:pt x="3668252" y="596164"/>
                  </a:lnTo>
                  <a:lnTo>
                    <a:pt x="3669506" y="597709"/>
                  </a:lnTo>
                  <a:lnTo>
                    <a:pt x="3670759" y="599001"/>
                  </a:lnTo>
                  <a:lnTo>
                    <a:pt x="3672012" y="600011"/>
                  </a:lnTo>
                  <a:lnTo>
                    <a:pt x="3673265" y="600752"/>
                  </a:lnTo>
                  <a:lnTo>
                    <a:pt x="3674518" y="601232"/>
                  </a:lnTo>
                  <a:lnTo>
                    <a:pt x="3675772" y="601460"/>
                  </a:lnTo>
                  <a:lnTo>
                    <a:pt x="3677025" y="601434"/>
                  </a:lnTo>
                  <a:lnTo>
                    <a:pt x="3678278" y="601123"/>
                  </a:lnTo>
                  <a:lnTo>
                    <a:pt x="3679531" y="600503"/>
                  </a:lnTo>
                  <a:lnTo>
                    <a:pt x="3680785" y="599523"/>
                  </a:lnTo>
                  <a:lnTo>
                    <a:pt x="3682038" y="598059"/>
                  </a:lnTo>
                  <a:lnTo>
                    <a:pt x="3683291" y="596041"/>
                  </a:lnTo>
                  <a:lnTo>
                    <a:pt x="3684544" y="593387"/>
                  </a:lnTo>
                  <a:lnTo>
                    <a:pt x="3685797" y="590012"/>
                  </a:lnTo>
                  <a:lnTo>
                    <a:pt x="3687051" y="585812"/>
                  </a:lnTo>
                  <a:lnTo>
                    <a:pt x="3688304" y="580695"/>
                  </a:lnTo>
                  <a:lnTo>
                    <a:pt x="3689557" y="574697"/>
                  </a:lnTo>
                  <a:lnTo>
                    <a:pt x="3690810" y="567892"/>
                  </a:lnTo>
                  <a:lnTo>
                    <a:pt x="3692063" y="560370"/>
                  </a:lnTo>
                  <a:lnTo>
                    <a:pt x="3693317" y="552192"/>
                  </a:lnTo>
                  <a:lnTo>
                    <a:pt x="3694570" y="543420"/>
                  </a:lnTo>
                  <a:lnTo>
                    <a:pt x="3695823" y="534064"/>
                  </a:lnTo>
                  <a:lnTo>
                    <a:pt x="3697076" y="524143"/>
                  </a:lnTo>
                  <a:lnTo>
                    <a:pt x="3698330" y="513697"/>
                  </a:lnTo>
                  <a:lnTo>
                    <a:pt x="3699583" y="502830"/>
                  </a:lnTo>
                  <a:lnTo>
                    <a:pt x="3700836" y="491684"/>
                  </a:lnTo>
                  <a:lnTo>
                    <a:pt x="3702089" y="480389"/>
                  </a:lnTo>
                  <a:lnTo>
                    <a:pt x="3703342" y="469123"/>
                  </a:lnTo>
                  <a:lnTo>
                    <a:pt x="3704596" y="457974"/>
                  </a:lnTo>
                  <a:lnTo>
                    <a:pt x="3705849" y="446972"/>
                  </a:lnTo>
                  <a:lnTo>
                    <a:pt x="3707102" y="436195"/>
                  </a:lnTo>
                  <a:lnTo>
                    <a:pt x="3708355" y="425646"/>
                  </a:lnTo>
                  <a:lnTo>
                    <a:pt x="3709609" y="415349"/>
                  </a:lnTo>
                  <a:lnTo>
                    <a:pt x="3710862" y="405349"/>
                  </a:lnTo>
                  <a:lnTo>
                    <a:pt x="3712115" y="395720"/>
                  </a:lnTo>
                  <a:lnTo>
                    <a:pt x="3713368" y="386481"/>
                  </a:lnTo>
                  <a:lnTo>
                    <a:pt x="3714621" y="377641"/>
                  </a:lnTo>
                  <a:lnTo>
                    <a:pt x="3715875" y="369220"/>
                  </a:lnTo>
                  <a:lnTo>
                    <a:pt x="3717128" y="361217"/>
                  </a:lnTo>
                  <a:lnTo>
                    <a:pt x="3718381" y="353617"/>
                  </a:lnTo>
                  <a:lnTo>
                    <a:pt x="3719634" y="346390"/>
                  </a:lnTo>
                  <a:lnTo>
                    <a:pt x="3720887" y="339513"/>
                  </a:lnTo>
                  <a:lnTo>
                    <a:pt x="3722141" y="332942"/>
                  </a:lnTo>
                  <a:lnTo>
                    <a:pt x="3723394" y="326635"/>
                  </a:lnTo>
                  <a:lnTo>
                    <a:pt x="3724647" y="320571"/>
                  </a:lnTo>
                  <a:lnTo>
                    <a:pt x="3725900" y="314673"/>
                  </a:lnTo>
                  <a:lnTo>
                    <a:pt x="3727154" y="308908"/>
                  </a:lnTo>
                  <a:lnTo>
                    <a:pt x="3728407" y="303245"/>
                  </a:lnTo>
                  <a:lnTo>
                    <a:pt x="3729660" y="297660"/>
                  </a:lnTo>
                  <a:lnTo>
                    <a:pt x="3730913" y="292125"/>
                  </a:lnTo>
                  <a:lnTo>
                    <a:pt x="3732166" y="286652"/>
                  </a:lnTo>
                  <a:lnTo>
                    <a:pt x="3733420" y="281295"/>
                  </a:lnTo>
                  <a:lnTo>
                    <a:pt x="3734673" y="276104"/>
                  </a:lnTo>
                  <a:lnTo>
                    <a:pt x="3735926" y="271098"/>
                  </a:lnTo>
                  <a:lnTo>
                    <a:pt x="3737179" y="266285"/>
                  </a:lnTo>
                  <a:lnTo>
                    <a:pt x="3738433" y="261678"/>
                  </a:lnTo>
                  <a:lnTo>
                    <a:pt x="3739686" y="257282"/>
                  </a:lnTo>
                  <a:lnTo>
                    <a:pt x="3740939" y="253121"/>
                  </a:lnTo>
                  <a:lnTo>
                    <a:pt x="3742192" y="249243"/>
                  </a:lnTo>
                  <a:lnTo>
                    <a:pt x="3743445" y="245677"/>
                  </a:lnTo>
                  <a:lnTo>
                    <a:pt x="3744699" y="242484"/>
                  </a:lnTo>
                  <a:lnTo>
                    <a:pt x="3745952" y="239716"/>
                  </a:lnTo>
                  <a:lnTo>
                    <a:pt x="3747205" y="237380"/>
                  </a:lnTo>
                  <a:lnTo>
                    <a:pt x="3748458" y="235531"/>
                  </a:lnTo>
                  <a:lnTo>
                    <a:pt x="3749711" y="234185"/>
                  </a:lnTo>
                  <a:lnTo>
                    <a:pt x="3750965" y="233391"/>
                  </a:lnTo>
                  <a:lnTo>
                    <a:pt x="3752218" y="233121"/>
                  </a:lnTo>
                  <a:lnTo>
                    <a:pt x="3753471" y="233323"/>
                  </a:lnTo>
                  <a:lnTo>
                    <a:pt x="3754724" y="233923"/>
                  </a:lnTo>
                  <a:lnTo>
                    <a:pt x="3755978" y="234881"/>
                  </a:lnTo>
                  <a:lnTo>
                    <a:pt x="3757231" y="236148"/>
                  </a:lnTo>
                  <a:lnTo>
                    <a:pt x="3758484" y="237727"/>
                  </a:lnTo>
                  <a:lnTo>
                    <a:pt x="3759737" y="239642"/>
                  </a:lnTo>
                  <a:lnTo>
                    <a:pt x="3760990" y="241887"/>
                  </a:lnTo>
                  <a:lnTo>
                    <a:pt x="3762244" y="244446"/>
                  </a:lnTo>
                  <a:lnTo>
                    <a:pt x="3763497" y="247284"/>
                  </a:lnTo>
                  <a:lnTo>
                    <a:pt x="3764750" y="250380"/>
                  </a:lnTo>
                  <a:lnTo>
                    <a:pt x="3766003" y="253670"/>
                  </a:lnTo>
                  <a:lnTo>
                    <a:pt x="3767257" y="257097"/>
                  </a:lnTo>
                  <a:lnTo>
                    <a:pt x="3768510" y="260683"/>
                  </a:lnTo>
                  <a:lnTo>
                    <a:pt x="3769763" y="264417"/>
                  </a:lnTo>
                  <a:lnTo>
                    <a:pt x="3771016" y="268279"/>
                  </a:lnTo>
                  <a:lnTo>
                    <a:pt x="3772269" y="272293"/>
                  </a:lnTo>
                  <a:lnTo>
                    <a:pt x="3773523" y="276475"/>
                  </a:lnTo>
                  <a:lnTo>
                    <a:pt x="3774776" y="280858"/>
                  </a:lnTo>
                  <a:lnTo>
                    <a:pt x="3776029" y="285425"/>
                  </a:lnTo>
                  <a:lnTo>
                    <a:pt x="3777282" y="290181"/>
                  </a:lnTo>
                  <a:lnTo>
                    <a:pt x="3778535" y="295079"/>
                  </a:lnTo>
                  <a:lnTo>
                    <a:pt x="3779789" y="300132"/>
                  </a:lnTo>
                  <a:lnTo>
                    <a:pt x="3781042" y="305375"/>
                  </a:lnTo>
                  <a:lnTo>
                    <a:pt x="3782295" y="310837"/>
                  </a:lnTo>
                  <a:lnTo>
                    <a:pt x="3783548" y="316537"/>
                  </a:lnTo>
                  <a:lnTo>
                    <a:pt x="3784802" y="322537"/>
                  </a:lnTo>
                  <a:lnTo>
                    <a:pt x="3786055" y="328880"/>
                  </a:lnTo>
                  <a:lnTo>
                    <a:pt x="3787308" y="335536"/>
                  </a:lnTo>
                  <a:lnTo>
                    <a:pt x="3788561" y="342432"/>
                  </a:lnTo>
                  <a:lnTo>
                    <a:pt x="3789814" y="349578"/>
                  </a:lnTo>
                  <a:lnTo>
                    <a:pt x="3791068" y="356962"/>
                  </a:lnTo>
                  <a:lnTo>
                    <a:pt x="3792321" y="364587"/>
                  </a:lnTo>
                  <a:lnTo>
                    <a:pt x="3793574" y="372458"/>
                  </a:lnTo>
                  <a:lnTo>
                    <a:pt x="3794827" y="380598"/>
                  </a:lnTo>
                  <a:lnTo>
                    <a:pt x="3796081" y="388967"/>
                  </a:lnTo>
                  <a:lnTo>
                    <a:pt x="3797334" y="397516"/>
                  </a:lnTo>
                  <a:lnTo>
                    <a:pt x="3798587" y="406173"/>
                  </a:lnTo>
                  <a:lnTo>
                    <a:pt x="3799840" y="414881"/>
                  </a:lnTo>
                  <a:lnTo>
                    <a:pt x="3801093" y="423567"/>
                  </a:lnTo>
                  <a:lnTo>
                    <a:pt x="3802347" y="432165"/>
                  </a:lnTo>
                  <a:lnTo>
                    <a:pt x="3803600" y="440649"/>
                  </a:lnTo>
                  <a:lnTo>
                    <a:pt x="3804853" y="448961"/>
                  </a:lnTo>
                  <a:lnTo>
                    <a:pt x="3806106" y="457082"/>
                  </a:lnTo>
                  <a:lnTo>
                    <a:pt x="3807359" y="464998"/>
                  </a:lnTo>
                  <a:lnTo>
                    <a:pt x="3808613" y="472703"/>
                  </a:lnTo>
                  <a:lnTo>
                    <a:pt x="3809866" y="480217"/>
                  </a:lnTo>
                  <a:lnTo>
                    <a:pt x="3811119" y="487522"/>
                  </a:lnTo>
                  <a:lnTo>
                    <a:pt x="3812372" y="494607"/>
                  </a:lnTo>
                  <a:lnTo>
                    <a:pt x="3813626" y="501499"/>
                  </a:lnTo>
                  <a:lnTo>
                    <a:pt x="3814879" y="508201"/>
                  </a:lnTo>
                  <a:lnTo>
                    <a:pt x="3816132" y="514735"/>
                  </a:lnTo>
                  <a:lnTo>
                    <a:pt x="3817385" y="521124"/>
                  </a:lnTo>
                  <a:lnTo>
                    <a:pt x="3818638" y="527391"/>
                  </a:lnTo>
                  <a:lnTo>
                    <a:pt x="3819892" y="533545"/>
                  </a:lnTo>
                  <a:lnTo>
                    <a:pt x="3821145" y="539590"/>
                  </a:lnTo>
                  <a:lnTo>
                    <a:pt x="3822398" y="545489"/>
                  </a:lnTo>
                  <a:lnTo>
                    <a:pt x="3823651" y="551245"/>
                  </a:lnTo>
                  <a:lnTo>
                    <a:pt x="3824904" y="556853"/>
                  </a:lnTo>
                  <a:lnTo>
                    <a:pt x="3826158" y="562285"/>
                  </a:lnTo>
                  <a:lnTo>
                    <a:pt x="3827411" y="567503"/>
                  </a:lnTo>
                  <a:lnTo>
                    <a:pt x="3828664" y="572474"/>
                  </a:lnTo>
                  <a:lnTo>
                    <a:pt x="3829917" y="577164"/>
                  </a:lnTo>
                  <a:lnTo>
                    <a:pt x="3831171" y="581558"/>
                  </a:lnTo>
                  <a:lnTo>
                    <a:pt x="3832424" y="585588"/>
                  </a:lnTo>
                  <a:lnTo>
                    <a:pt x="3833677" y="589238"/>
                  </a:lnTo>
                  <a:lnTo>
                    <a:pt x="3834930" y="592493"/>
                  </a:lnTo>
                  <a:lnTo>
                    <a:pt x="3836183" y="595322"/>
                  </a:lnTo>
                  <a:lnTo>
                    <a:pt x="3837437" y="597640"/>
                  </a:lnTo>
                  <a:lnTo>
                    <a:pt x="3838690" y="599399"/>
                  </a:lnTo>
                  <a:lnTo>
                    <a:pt x="3839943" y="600586"/>
                  </a:lnTo>
                  <a:lnTo>
                    <a:pt x="3841196" y="601226"/>
                  </a:lnTo>
                  <a:lnTo>
                    <a:pt x="3842450" y="601319"/>
                  </a:lnTo>
                  <a:lnTo>
                    <a:pt x="3843703" y="600834"/>
                  </a:lnTo>
                  <a:lnTo>
                    <a:pt x="3844956" y="599762"/>
                  </a:lnTo>
                  <a:lnTo>
                    <a:pt x="3846209" y="598119"/>
                  </a:lnTo>
                  <a:lnTo>
                    <a:pt x="3847462" y="595888"/>
                  </a:lnTo>
                  <a:lnTo>
                    <a:pt x="3848716" y="593043"/>
                  </a:lnTo>
                  <a:lnTo>
                    <a:pt x="3849969" y="589592"/>
                  </a:lnTo>
                  <a:lnTo>
                    <a:pt x="3851222" y="585657"/>
                  </a:lnTo>
                  <a:lnTo>
                    <a:pt x="3852475" y="581333"/>
                  </a:lnTo>
                  <a:lnTo>
                    <a:pt x="3853728" y="576654"/>
                  </a:lnTo>
                  <a:lnTo>
                    <a:pt x="3854982" y="571619"/>
                  </a:lnTo>
                  <a:lnTo>
                    <a:pt x="3856235" y="566239"/>
                  </a:lnTo>
                  <a:lnTo>
                    <a:pt x="3857488" y="560485"/>
                  </a:lnTo>
                  <a:lnTo>
                    <a:pt x="3858741" y="554374"/>
                  </a:lnTo>
                  <a:lnTo>
                    <a:pt x="3859995" y="547974"/>
                  </a:lnTo>
                  <a:lnTo>
                    <a:pt x="3861248" y="541351"/>
                  </a:lnTo>
                  <a:lnTo>
                    <a:pt x="3862501" y="534586"/>
                  </a:lnTo>
                  <a:lnTo>
                    <a:pt x="3863754" y="527745"/>
                  </a:lnTo>
                  <a:lnTo>
                    <a:pt x="3865007" y="520935"/>
                  </a:lnTo>
                  <a:lnTo>
                    <a:pt x="3866261" y="514212"/>
                  </a:lnTo>
                  <a:lnTo>
                    <a:pt x="3867514" y="507624"/>
                  </a:lnTo>
                  <a:lnTo>
                    <a:pt x="3868767" y="501236"/>
                  </a:lnTo>
                  <a:lnTo>
                    <a:pt x="3870020" y="495079"/>
                  </a:lnTo>
                  <a:lnTo>
                    <a:pt x="3871274" y="489156"/>
                  </a:lnTo>
                  <a:lnTo>
                    <a:pt x="3872527" y="483445"/>
                  </a:lnTo>
                  <a:lnTo>
                    <a:pt x="3873780" y="477980"/>
                  </a:lnTo>
                  <a:lnTo>
                    <a:pt x="3875033" y="472830"/>
                  </a:lnTo>
                  <a:lnTo>
                    <a:pt x="3876286" y="468009"/>
                  </a:lnTo>
                  <a:lnTo>
                    <a:pt x="3877540" y="463545"/>
                  </a:lnTo>
                  <a:lnTo>
                    <a:pt x="3878793" y="459454"/>
                  </a:lnTo>
                  <a:lnTo>
                    <a:pt x="3880046" y="455770"/>
                  </a:lnTo>
                  <a:lnTo>
                    <a:pt x="3881299" y="452505"/>
                  </a:lnTo>
                  <a:lnTo>
                    <a:pt x="3882552" y="449653"/>
                  </a:lnTo>
                  <a:lnTo>
                    <a:pt x="3883806" y="447209"/>
                  </a:lnTo>
                  <a:lnTo>
                    <a:pt x="3885059" y="445166"/>
                  </a:lnTo>
                  <a:lnTo>
                    <a:pt x="3886312" y="443538"/>
                  </a:lnTo>
                  <a:lnTo>
                    <a:pt x="3887565" y="442308"/>
                  </a:lnTo>
                  <a:lnTo>
                    <a:pt x="3888819" y="441458"/>
                  </a:lnTo>
                  <a:lnTo>
                    <a:pt x="3890072" y="441004"/>
                  </a:lnTo>
                  <a:lnTo>
                    <a:pt x="3891325" y="440981"/>
                  </a:lnTo>
                  <a:lnTo>
                    <a:pt x="3892578" y="441427"/>
                  </a:lnTo>
                  <a:lnTo>
                    <a:pt x="3893831" y="442350"/>
                  </a:lnTo>
                  <a:lnTo>
                    <a:pt x="3895085" y="443747"/>
                  </a:lnTo>
                  <a:lnTo>
                    <a:pt x="3896338" y="445599"/>
                  </a:lnTo>
                  <a:lnTo>
                    <a:pt x="3897591" y="447893"/>
                  </a:lnTo>
                  <a:lnTo>
                    <a:pt x="3898844" y="450577"/>
                  </a:lnTo>
                  <a:lnTo>
                    <a:pt x="3900098" y="453628"/>
                  </a:lnTo>
                  <a:lnTo>
                    <a:pt x="3901351" y="457076"/>
                  </a:lnTo>
                  <a:lnTo>
                    <a:pt x="3902604" y="460893"/>
                  </a:lnTo>
                  <a:lnTo>
                    <a:pt x="3903857" y="465055"/>
                  </a:lnTo>
                  <a:lnTo>
                    <a:pt x="3905110" y="469522"/>
                  </a:lnTo>
                  <a:lnTo>
                    <a:pt x="3906364" y="474262"/>
                  </a:lnTo>
                  <a:lnTo>
                    <a:pt x="3907617" y="479209"/>
                  </a:lnTo>
                  <a:lnTo>
                    <a:pt x="3908870" y="484283"/>
                  </a:lnTo>
                  <a:lnTo>
                    <a:pt x="3910123" y="489392"/>
                  </a:lnTo>
                  <a:lnTo>
                    <a:pt x="3911376" y="494533"/>
                  </a:lnTo>
                  <a:lnTo>
                    <a:pt x="3912630" y="499676"/>
                  </a:lnTo>
                  <a:lnTo>
                    <a:pt x="3913883" y="504877"/>
                  </a:lnTo>
                  <a:lnTo>
                    <a:pt x="3915136" y="510067"/>
                  </a:lnTo>
                  <a:lnTo>
                    <a:pt x="3916389" y="515231"/>
                  </a:lnTo>
                  <a:lnTo>
                    <a:pt x="3917643" y="520399"/>
                  </a:lnTo>
                  <a:lnTo>
                    <a:pt x="3918896" y="525583"/>
                  </a:lnTo>
                  <a:lnTo>
                    <a:pt x="3920149" y="530790"/>
                  </a:lnTo>
                  <a:lnTo>
                    <a:pt x="3921402" y="536056"/>
                  </a:lnTo>
                  <a:lnTo>
                    <a:pt x="3922655" y="541346"/>
                  </a:lnTo>
                  <a:lnTo>
                    <a:pt x="3923909" y="546614"/>
                  </a:lnTo>
                  <a:lnTo>
                    <a:pt x="3925162" y="551819"/>
                  </a:lnTo>
                  <a:lnTo>
                    <a:pt x="3926415" y="556970"/>
                  </a:lnTo>
                  <a:lnTo>
                    <a:pt x="3927668" y="562072"/>
                  </a:lnTo>
                  <a:lnTo>
                    <a:pt x="3928922" y="567093"/>
                  </a:lnTo>
                  <a:lnTo>
                    <a:pt x="3930175" y="572034"/>
                  </a:lnTo>
                  <a:lnTo>
                    <a:pt x="3931428" y="576866"/>
                  </a:lnTo>
                  <a:lnTo>
                    <a:pt x="3932681" y="581557"/>
                  </a:lnTo>
                  <a:lnTo>
                    <a:pt x="3933934" y="586099"/>
                  </a:lnTo>
                  <a:lnTo>
                    <a:pt x="3935188" y="590532"/>
                  </a:lnTo>
                  <a:lnTo>
                    <a:pt x="3936441" y="594833"/>
                  </a:lnTo>
                  <a:lnTo>
                    <a:pt x="3937694" y="598930"/>
                  </a:lnTo>
                  <a:lnTo>
                    <a:pt x="3938947" y="602792"/>
                  </a:lnTo>
                  <a:lnTo>
                    <a:pt x="3940200" y="606408"/>
                  </a:lnTo>
                  <a:lnTo>
                    <a:pt x="3941454" y="609744"/>
                  </a:lnTo>
                  <a:lnTo>
                    <a:pt x="3942707" y="612778"/>
                  </a:lnTo>
                  <a:lnTo>
                    <a:pt x="3943960" y="615472"/>
                  </a:lnTo>
                  <a:lnTo>
                    <a:pt x="3945213" y="617794"/>
                  </a:lnTo>
                  <a:lnTo>
                    <a:pt x="3946467" y="619749"/>
                  </a:lnTo>
                  <a:lnTo>
                    <a:pt x="3947720" y="621355"/>
                  </a:lnTo>
                  <a:lnTo>
                    <a:pt x="3948973" y="622608"/>
                  </a:lnTo>
                  <a:lnTo>
                    <a:pt x="3950226" y="623520"/>
                  </a:lnTo>
                  <a:lnTo>
                    <a:pt x="3951479" y="624116"/>
                  </a:lnTo>
                  <a:lnTo>
                    <a:pt x="3952733" y="624412"/>
                  </a:lnTo>
                  <a:lnTo>
                    <a:pt x="3953986" y="624400"/>
                  </a:lnTo>
                  <a:lnTo>
                    <a:pt x="3955239" y="624051"/>
                  </a:lnTo>
                  <a:lnTo>
                    <a:pt x="3956492" y="623316"/>
                  </a:lnTo>
                  <a:lnTo>
                    <a:pt x="3957746" y="622199"/>
                  </a:lnTo>
                  <a:lnTo>
                    <a:pt x="3958999" y="620728"/>
                  </a:lnTo>
                  <a:lnTo>
                    <a:pt x="3960252" y="618933"/>
                  </a:lnTo>
                  <a:lnTo>
                    <a:pt x="3961505" y="616833"/>
                  </a:lnTo>
                  <a:lnTo>
                    <a:pt x="3962758" y="614480"/>
                  </a:lnTo>
                  <a:lnTo>
                    <a:pt x="3964012" y="611891"/>
                  </a:lnTo>
                  <a:lnTo>
                    <a:pt x="3965265" y="609070"/>
                  </a:lnTo>
                  <a:lnTo>
                    <a:pt x="3966518" y="606031"/>
                  </a:lnTo>
                  <a:lnTo>
                    <a:pt x="3967771" y="602795"/>
                  </a:lnTo>
                  <a:lnTo>
                    <a:pt x="3969024" y="599383"/>
                  </a:lnTo>
                  <a:lnTo>
                    <a:pt x="3970278" y="595851"/>
                  </a:lnTo>
                  <a:lnTo>
                    <a:pt x="3971531" y="592256"/>
                  </a:lnTo>
                  <a:lnTo>
                    <a:pt x="3972784" y="588675"/>
                  </a:lnTo>
                  <a:lnTo>
                    <a:pt x="3974037" y="585151"/>
                  </a:lnTo>
                  <a:lnTo>
                    <a:pt x="3975291" y="581716"/>
                  </a:lnTo>
                  <a:lnTo>
                    <a:pt x="3976544" y="578349"/>
                  </a:lnTo>
                  <a:lnTo>
                    <a:pt x="3977797" y="574985"/>
                  </a:lnTo>
                  <a:lnTo>
                    <a:pt x="3979050" y="571623"/>
                  </a:lnTo>
                  <a:lnTo>
                    <a:pt x="3980303" y="568303"/>
                  </a:lnTo>
                  <a:lnTo>
                    <a:pt x="3981557" y="565033"/>
                  </a:lnTo>
                  <a:lnTo>
                    <a:pt x="3982810" y="561846"/>
                  </a:lnTo>
                  <a:lnTo>
                    <a:pt x="3984063" y="558750"/>
                  </a:lnTo>
                  <a:lnTo>
                    <a:pt x="3985316" y="555730"/>
                  </a:lnTo>
                  <a:lnTo>
                    <a:pt x="3986569" y="552804"/>
                  </a:lnTo>
                  <a:lnTo>
                    <a:pt x="3987823" y="550010"/>
                  </a:lnTo>
                  <a:lnTo>
                    <a:pt x="3989076" y="547356"/>
                  </a:lnTo>
                  <a:lnTo>
                    <a:pt x="3990329" y="544803"/>
                  </a:lnTo>
                  <a:lnTo>
                    <a:pt x="3991582" y="542332"/>
                  </a:lnTo>
                  <a:lnTo>
                    <a:pt x="3992836" y="539930"/>
                  </a:lnTo>
                  <a:lnTo>
                    <a:pt x="3994089" y="537587"/>
                  </a:lnTo>
                  <a:lnTo>
                    <a:pt x="3995342" y="535303"/>
                  </a:lnTo>
                  <a:lnTo>
                    <a:pt x="3996595" y="533089"/>
                  </a:lnTo>
                  <a:lnTo>
                    <a:pt x="3997848" y="530906"/>
                  </a:lnTo>
                  <a:lnTo>
                    <a:pt x="3999102" y="528708"/>
                  </a:lnTo>
                  <a:lnTo>
                    <a:pt x="4000355" y="526534"/>
                  </a:lnTo>
                  <a:lnTo>
                    <a:pt x="4001608" y="524414"/>
                  </a:lnTo>
                  <a:lnTo>
                    <a:pt x="4002861" y="522336"/>
                  </a:lnTo>
                  <a:lnTo>
                    <a:pt x="4004115" y="520336"/>
                  </a:lnTo>
                  <a:lnTo>
                    <a:pt x="4005368" y="518416"/>
                  </a:lnTo>
                  <a:lnTo>
                    <a:pt x="4006621" y="516581"/>
                  </a:lnTo>
                  <a:lnTo>
                    <a:pt x="4007874" y="514853"/>
                  </a:lnTo>
                  <a:lnTo>
                    <a:pt x="4009127" y="513248"/>
                  </a:lnTo>
                  <a:lnTo>
                    <a:pt x="4010381" y="511759"/>
                  </a:lnTo>
                  <a:lnTo>
                    <a:pt x="4011634" y="510374"/>
                  </a:lnTo>
                  <a:lnTo>
                    <a:pt x="4012887" y="509096"/>
                  </a:lnTo>
                  <a:lnTo>
                    <a:pt x="4014140" y="507891"/>
                  </a:lnTo>
                  <a:lnTo>
                    <a:pt x="4015393" y="506751"/>
                  </a:lnTo>
                  <a:lnTo>
                    <a:pt x="4016647" y="505685"/>
                  </a:lnTo>
                  <a:lnTo>
                    <a:pt x="4017900" y="504712"/>
                  </a:lnTo>
                  <a:lnTo>
                    <a:pt x="4019153" y="503863"/>
                  </a:lnTo>
                  <a:lnTo>
                    <a:pt x="4020406" y="503180"/>
                  </a:lnTo>
                  <a:lnTo>
                    <a:pt x="4021660" y="502685"/>
                  </a:lnTo>
                  <a:lnTo>
                    <a:pt x="4022913" y="502355"/>
                  </a:lnTo>
                  <a:lnTo>
                    <a:pt x="4024166" y="502192"/>
                  </a:lnTo>
                  <a:lnTo>
                    <a:pt x="4025419" y="502226"/>
                  </a:lnTo>
                  <a:lnTo>
                    <a:pt x="4026672" y="502481"/>
                  </a:lnTo>
                  <a:lnTo>
                    <a:pt x="4027926" y="502965"/>
                  </a:lnTo>
                  <a:lnTo>
                    <a:pt x="4029179" y="503679"/>
                  </a:lnTo>
                  <a:lnTo>
                    <a:pt x="4030432" y="504615"/>
                  </a:lnTo>
                  <a:lnTo>
                    <a:pt x="4031685" y="505744"/>
                  </a:lnTo>
                  <a:lnTo>
                    <a:pt x="4032939" y="507055"/>
                  </a:lnTo>
                  <a:lnTo>
                    <a:pt x="4034192" y="508541"/>
                  </a:lnTo>
                  <a:lnTo>
                    <a:pt x="4035445" y="510177"/>
                  </a:lnTo>
                  <a:lnTo>
                    <a:pt x="4036698" y="511907"/>
                  </a:lnTo>
                  <a:lnTo>
                    <a:pt x="4037951" y="513731"/>
                  </a:lnTo>
                  <a:lnTo>
                    <a:pt x="4039205" y="515611"/>
                  </a:lnTo>
                  <a:lnTo>
                    <a:pt x="4040458" y="517575"/>
                  </a:lnTo>
                  <a:lnTo>
                    <a:pt x="4041711" y="519625"/>
                  </a:lnTo>
                  <a:lnTo>
                    <a:pt x="4042964" y="521724"/>
                  </a:lnTo>
                  <a:lnTo>
                    <a:pt x="4044217" y="523794"/>
                  </a:lnTo>
                  <a:lnTo>
                    <a:pt x="4045471" y="525770"/>
                  </a:lnTo>
                  <a:lnTo>
                    <a:pt x="4046724" y="527574"/>
                  </a:lnTo>
                  <a:lnTo>
                    <a:pt x="4047977" y="529168"/>
                  </a:lnTo>
                  <a:lnTo>
                    <a:pt x="4049230" y="530548"/>
                  </a:lnTo>
                  <a:lnTo>
                    <a:pt x="4050484" y="531693"/>
                  </a:lnTo>
                  <a:lnTo>
                    <a:pt x="4051737" y="532560"/>
                  </a:lnTo>
                  <a:lnTo>
                    <a:pt x="4052990" y="533118"/>
                  </a:lnTo>
                  <a:lnTo>
                    <a:pt x="4054243" y="533379"/>
                  </a:lnTo>
                  <a:lnTo>
                    <a:pt x="4055496" y="533347"/>
                  </a:lnTo>
                  <a:lnTo>
                    <a:pt x="4056750" y="533002"/>
                  </a:lnTo>
                  <a:lnTo>
                    <a:pt x="4058003" y="532323"/>
                  </a:lnTo>
                  <a:lnTo>
                    <a:pt x="4059256" y="531298"/>
                  </a:lnTo>
                  <a:lnTo>
                    <a:pt x="4060509" y="529920"/>
                  </a:lnTo>
                  <a:lnTo>
                    <a:pt x="4061763" y="528228"/>
                  </a:lnTo>
                  <a:lnTo>
                    <a:pt x="4063016" y="526233"/>
                  </a:lnTo>
                  <a:lnTo>
                    <a:pt x="4064269" y="523945"/>
                  </a:lnTo>
                  <a:lnTo>
                    <a:pt x="4065522" y="521380"/>
                  </a:lnTo>
                  <a:lnTo>
                    <a:pt x="4066775" y="518560"/>
                  </a:lnTo>
                  <a:lnTo>
                    <a:pt x="4068029" y="515470"/>
                  </a:lnTo>
                  <a:lnTo>
                    <a:pt x="4069282" y="512128"/>
                  </a:lnTo>
                  <a:lnTo>
                    <a:pt x="4070535" y="508555"/>
                  </a:lnTo>
                  <a:lnTo>
                    <a:pt x="4071788" y="504748"/>
                  </a:lnTo>
                  <a:lnTo>
                    <a:pt x="4073041" y="500715"/>
                  </a:lnTo>
                  <a:lnTo>
                    <a:pt x="4074295" y="496450"/>
                  </a:lnTo>
                  <a:lnTo>
                    <a:pt x="4075548" y="491974"/>
                  </a:lnTo>
                  <a:lnTo>
                    <a:pt x="4076801" y="487322"/>
                  </a:lnTo>
                  <a:lnTo>
                    <a:pt x="4078054" y="482517"/>
                  </a:lnTo>
                  <a:lnTo>
                    <a:pt x="4079308" y="477547"/>
                  </a:lnTo>
                  <a:lnTo>
                    <a:pt x="4080561" y="472417"/>
                  </a:lnTo>
                  <a:lnTo>
                    <a:pt x="4081814" y="467129"/>
                  </a:lnTo>
                  <a:lnTo>
                    <a:pt x="4083067" y="461662"/>
                  </a:lnTo>
                  <a:lnTo>
                    <a:pt x="4084320" y="456000"/>
                  </a:lnTo>
                  <a:lnTo>
                    <a:pt x="4085574" y="450141"/>
                  </a:lnTo>
                  <a:lnTo>
                    <a:pt x="4086827" y="444132"/>
                  </a:lnTo>
                  <a:lnTo>
                    <a:pt x="4088080" y="437971"/>
                  </a:lnTo>
                  <a:lnTo>
                    <a:pt x="4089333" y="431610"/>
                  </a:lnTo>
                  <a:lnTo>
                    <a:pt x="4090587" y="425024"/>
                  </a:lnTo>
                  <a:lnTo>
                    <a:pt x="4091840" y="418227"/>
                  </a:lnTo>
                  <a:lnTo>
                    <a:pt x="4093093" y="411238"/>
                  </a:lnTo>
                  <a:lnTo>
                    <a:pt x="4094346" y="404093"/>
                  </a:lnTo>
                  <a:lnTo>
                    <a:pt x="4095599" y="396821"/>
                  </a:lnTo>
                  <a:lnTo>
                    <a:pt x="4096853" y="389405"/>
                  </a:lnTo>
                  <a:lnTo>
                    <a:pt x="4098106" y="381876"/>
                  </a:lnTo>
                  <a:lnTo>
                    <a:pt x="4099359" y="374255"/>
                  </a:lnTo>
                  <a:lnTo>
                    <a:pt x="4100612" y="366556"/>
                  </a:lnTo>
                  <a:lnTo>
                    <a:pt x="4101865" y="358796"/>
                  </a:lnTo>
                  <a:lnTo>
                    <a:pt x="4103119" y="350976"/>
                  </a:lnTo>
                  <a:lnTo>
                    <a:pt x="4104372" y="343104"/>
                  </a:lnTo>
                  <a:lnTo>
                    <a:pt x="4105625" y="335164"/>
                  </a:lnTo>
                  <a:lnTo>
                    <a:pt x="4106878" y="327174"/>
                  </a:lnTo>
                  <a:lnTo>
                    <a:pt x="4108132" y="319207"/>
                  </a:lnTo>
                  <a:lnTo>
                    <a:pt x="4109385" y="311302"/>
                  </a:lnTo>
                  <a:lnTo>
                    <a:pt x="4110638" y="303533"/>
                  </a:lnTo>
                  <a:lnTo>
                    <a:pt x="4111891" y="295925"/>
                  </a:lnTo>
                  <a:lnTo>
                    <a:pt x="4113144" y="288484"/>
                  </a:lnTo>
                  <a:lnTo>
                    <a:pt x="4114398" y="281213"/>
                  </a:lnTo>
                  <a:lnTo>
                    <a:pt x="4115651" y="274142"/>
                  </a:lnTo>
                  <a:lnTo>
                    <a:pt x="4116904" y="267285"/>
                  </a:lnTo>
                  <a:lnTo>
                    <a:pt x="4118157" y="260640"/>
                  </a:lnTo>
                  <a:lnTo>
                    <a:pt x="4119411" y="254251"/>
                  </a:lnTo>
                  <a:lnTo>
                    <a:pt x="4120664" y="248152"/>
                  </a:lnTo>
                  <a:lnTo>
                    <a:pt x="4121917" y="242376"/>
                  </a:lnTo>
                  <a:lnTo>
                    <a:pt x="4123170" y="236932"/>
                  </a:lnTo>
                  <a:lnTo>
                    <a:pt x="4124423" y="231830"/>
                  </a:lnTo>
                  <a:lnTo>
                    <a:pt x="4125677" y="227074"/>
                  </a:lnTo>
                  <a:lnTo>
                    <a:pt x="4126930" y="222648"/>
                  </a:lnTo>
                  <a:lnTo>
                    <a:pt x="4128183" y="218552"/>
                  </a:lnTo>
                  <a:lnTo>
                    <a:pt x="4129436" y="214800"/>
                  </a:lnTo>
                  <a:lnTo>
                    <a:pt x="4130689" y="211381"/>
                  </a:lnTo>
                  <a:lnTo>
                    <a:pt x="4131943" y="208292"/>
                  </a:lnTo>
                  <a:lnTo>
                    <a:pt x="4133196" y="205515"/>
                  </a:lnTo>
                  <a:lnTo>
                    <a:pt x="4134449" y="203032"/>
                  </a:lnTo>
                  <a:lnTo>
                    <a:pt x="4135702" y="200822"/>
                  </a:lnTo>
                  <a:lnTo>
                    <a:pt x="4136956" y="198881"/>
                  </a:lnTo>
                  <a:lnTo>
                    <a:pt x="4138209" y="197160"/>
                  </a:lnTo>
                  <a:lnTo>
                    <a:pt x="4139462" y="195616"/>
                  </a:lnTo>
                  <a:lnTo>
                    <a:pt x="4140715" y="194206"/>
                  </a:lnTo>
                  <a:lnTo>
                    <a:pt x="4141968" y="192915"/>
                  </a:lnTo>
                  <a:lnTo>
                    <a:pt x="4143222" y="191723"/>
                  </a:lnTo>
                  <a:lnTo>
                    <a:pt x="4144475" y="190601"/>
                  </a:lnTo>
                  <a:lnTo>
                    <a:pt x="4145728" y="189516"/>
                  </a:lnTo>
                  <a:lnTo>
                    <a:pt x="4146981" y="188457"/>
                  </a:lnTo>
                  <a:lnTo>
                    <a:pt x="4148234" y="187396"/>
                  </a:lnTo>
                  <a:lnTo>
                    <a:pt x="4149488" y="186294"/>
                  </a:lnTo>
                  <a:lnTo>
                    <a:pt x="4150741" y="185085"/>
                  </a:lnTo>
                  <a:lnTo>
                    <a:pt x="4151994" y="183765"/>
                  </a:lnTo>
                  <a:lnTo>
                    <a:pt x="4153247" y="182383"/>
                  </a:lnTo>
                  <a:lnTo>
                    <a:pt x="4154501" y="180962"/>
                  </a:lnTo>
                  <a:lnTo>
                    <a:pt x="4155754" y="179502"/>
                  </a:lnTo>
                  <a:lnTo>
                    <a:pt x="4157007" y="178043"/>
                  </a:lnTo>
                  <a:lnTo>
                    <a:pt x="4158260" y="176609"/>
                  </a:lnTo>
                  <a:lnTo>
                    <a:pt x="4159513" y="175245"/>
                  </a:lnTo>
                  <a:lnTo>
                    <a:pt x="4160767" y="173975"/>
                  </a:lnTo>
                  <a:lnTo>
                    <a:pt x="4162020" y="172799"/>
                  </a:lnTo>
                  <a:lnTo>
                    <a:pt x="4163273" y="171715"/>
                  </a:lnTo>
                  <a:lnTo>
                    <a:pt x="4164526" y="170736"/>
                  </a:lnTo>
                  <a:lnTo>
                    <a:pt x="4165780" y="169879"/>
                  </a:lnTo>
                  <a:lnTo>
                    <a:pt x="4167033" y="169164"/>
                  </a:lnTo>
                  <a:lnTo>
                    <a:pt x="4168286" y="168602"/>
                  </a:lnTo>
                  <a:lnTo>
                    <a:pt x="4169539" y="168234"/>
                  </a:lnTo>
                  <a:lnTo>
                    <a:pt x="4170792" y="168066"/>
                  </a:lnTo>
                  <a:lnTo>
                    <a:pt x="4172046" y="168079"/>
                  </a:lnTo>
                  <a:lnTo>
                    <a:pt x="4173299" y="168244"/>
                  </a:lnTo>
                  <a:lnTo>
                    <a:pt x="4174552" y="168529"/>
                  </a:lnTo>
                  <a:lnTo>
                    <a:pt x="4175805" y="168911"/>
                  </a:lnTo>
                  <a:lnTo>
                    <a:pt x="4177058" y="169410"/>
                  </a:lnTo>
                  <a:lnTo>
                    <a:pt x="4178312" y="170050"/>
                  </a:lnTo>
                  <a:lnTo>
                    <a:pt x="4179565" y="170820"/>
                  </a:lnTo>
                  <a:lnTo>
                    <a:pt x="4180818" y="171740"/>
                  </a:lnTo>
                  <a:lnTo>
                    <a:pt x="4182071" y="172800"/>
                  </a:lnTo>
                  <a:lnTo>
                    <a:pt x="4183325" y="173950"/>
                  </a:lnTo>
                  <a:lnTo>
                    <a:pt x="4184578" y="175149"/>
                  </a:lnTo>
                  <a:lnTo>
                    <a:pt x="4185831" y="176420"/>
                  </a:lnTo>
                  <a:lnTo>
                    <a:pt x="4187084" y="177781"/>
                  </a:lnTo>
                  <a:lnTo>
                    <a:pt x="4188337" y="179190"/>
                  </a:lnTo>
                  <a:lnTo>
                    <a:pt x="4189591" y="180648"/>
                  </a:lnTo>
                  <a:lnTo>
                    <a:pt x="4190844" y="182156"/>
                  </a:lnTo>
                  <a:lnTo>
                    <a:pt x="4192097" y="183675"/>
                  </a:lnTo>
                  <a:lnTo>
                    <a:pt x="4193350" y="185174"/>
                  </a:lnTo>
                  <a:lnTo>
                    <a:pt x="4194604" y="186619"/>
                  </a:lnTo>
                  <a:lnTo>
                    <a:pt x="4195857" y="187998"/>
                  </a:lnTo>
                  <a:lnTo>
                    <a:pt x="4197110" y="189298"/>
                  </a:lnTo>
                  <a:lnTo>
                    <a:pt x="4198363" y="190538"/>
                  </a:lnTo>
                  <a:lnTo>
                    <a:pt x="4199616" y="191717"/>
                  </a:lnTo>
                  <a:lnTo>
                    <a:pt x="4200870" y="192858"/>
                  </a:lnTo>
                  <a:lnTo>
                    <a:pt x="4202123" y="194011"/>
                  </a:lnTo>
                  <a:lnTo>
                    <a:pt x="4203376" y="195199"/>
                  </a:lnTo>
                  <a:lnTo>
                    <a:pt x="4204629" y="196411"/>
                  </a:lnTo>
                  <a:lnTo>
                    <a:pt x="4205882" y="197631"/>
                  </a:lnTo>
                  <a:lnTo>
                    <a:pt x="4207136" y="198892"/>
                  </a:lnTo>
                  <a:lnTo>
                    <a:pt x="4208389" y="200219"/>
                  </a:lnTo>
                  <a:lnTo>
                    <a:pt x="4209642" y="201643"/>
                  </a:lnTo>
                  <a:lnTo>
                    <a:pt x="4210895" y="203186"/>
                  </a:lnTo>
                  <a:lnTo>
                    <a:pt x="4212149" y="204896"/>
                  </a:lnTo>
                  <a:lnTo>
                    <a:pt x="4213402" y="206820"/>
                  </a:lnTo>
                  <a:lnTo>
                    <a:pt x="4214655" y="208976"/>
                  </a:lnTo>
                  <a:lnTo>
                    <a:pt x="4215908" y="211360"/>
                  </a:lnTo>
                  <a:lnTo>
                    <a:pt x="4217161" y="213936"/>
                  </a:lnTo>
                  <a:lnTo>
                    <a:pt x="4218415" y="216677"/>
                  </a:lnTo>
                  <a:lnTo>
                    <a:pt x="4219668" y="219526"/>
                  </a:lnTo>
                  <a:lnTo>
                    <a:pt x="4220921" y="222417"/>
                  </a:lnTo>
                  <a:lnTo>
                    <a:pt x="4222174" y="225292"/>
                  </a:lnTo>
                  <a:lnTo>
                    <a:pt x="4223428" y="228108"/>
                  </a:lnTo>
                  <a:lnTo>
                    <a:pt x="4224681" y="230849"/>
                  </a:lnTo>
                  <a:lnTo>
                    <a:pt x="4225934" y="233505"/>
                  </a:lnTo>
                  <a:lnTo>
                    <a:pt x="4227187" y="236063"/>
                  </a:lnTo>
                  <a:lnTo>
                    <a:pt x="4228440" y="238483"/>
                  </a:lnTo>
                  <a:lnTo>
                    <a:pt x="4229694" y="240727"/>
                  </a:lnTo>
                  <a:lnTo>
                    <a:pt x="4230947" y="242767"/>
                  </a:lnTo>
                  <a:lnTo>
                    <a:pt x="4232200" y="244571"/>
                  </a:lnTo>
                  <a:lnTo>
                    <a:pt x="4233453" y="246080"/>
                  </a:lnTo>
                  <a:lnTo>
                    <a:pt x="4234706" y="247283"/>
                  </a:lnTo>
                  <a:lnTo>
                    <a:pt x="4235960" y="248181"/>
                  </a:lnTo>
                  <a:lnTo>
                    <a:pt x="4237213" y="248788"/>
                  </a:lnTo>
                  <a:lnTo>
                    <a:pt x="4238466" y="249117"/>
                  </a:lnTo>
                  <a:lnTo>
                    <a:pt x="4239719" y="249189"/>
                  </a:lnTo>
                  <a:lnTo>
                    <a:pt x="4240973" y="248978"/>
                  </a:lnTo>
                  <a:lnTo>
                    <a:pt x="4242226" y="248472"/>
                  </a:lnTo>
                  <a:lnTo>
                    <a:pt x="4243479" y="247660"/>
                  </a:lnTo>
                  <a:lnTo>
                    <a:pt x="4244732" y="246504"/>
                  </a:lnTo>
                  <a:lnTo>
                    <a:pt x="4245985" y="245020"/>
                  </a:lnTo>
                  <a:lnTo>
                    <a:pt x="4247239" y="243250"/>
                  </a:lnTo>
                  <a:lnTo>
                    <a:pt x="4248492" y="241209"/>
                  </a:lnTo>
                  <a:lnTo>
                    <a:pt x="4249745" y="238859"/>
                  </a:lnTo>
                  <a:lnTo>
                    <a:pt x="4250998" y="236241"/>
                  </a:lnTo>
                  <a:lnTo>
                    <a:pt x="4252252" y="233399"/>
                  </a:lnTo>
                  <a:lnTo>
                    <a:pt x="4253505" y="230318"/>
                  </a:lnTo>
                  <a:lnTo>
                    <a:pt x="4254758" y="226986"/>
                  </a:lnTo>
                  <a:lnTo>
                    <a:pt x="4256011" y="223447"/>
                  </a:lnTo>
                  <a:lnTo>
                    <a:pt x="4257264" y="219761"/>
                  </a:lnTo>
                  <a:lnTo>
                    <a:pt x="4258518" y="215988"/>
                  </a:lnTo>
                  <a:lnTo>
                    <a:pt x="4259771" y="212154"/>
                  </a:lnTo>
                  <a:lnTo>
                    <a:pt x="4261024" y="208274"/>
                  </a:lnTo>
                  <a:lnTo>
                    <a:pt x="4262277" y="204370"/>
                  </a:lnTo>
                  <a:lnTo>
                    <a:pt x="4263530" y="200477"/>
                  </a:lnTo>
                  <a:lnTo>
                    <a:pt x="4264784" y="196610"/>
                  </a:lnTo>
                  <a:lnTo>
                    <a:pt x="4266037" y="192797"/>
                  </a:lnTo>
                  <a:lnTo>
                    <a:pt x="4267290" y="189073"/>
                  </a:lnTo>
                  <a:lnTo>
                    <a:pt x="4268543" y="185488"/>
                  </a:lnTo>
                  <a:lnTo>
                    <a:pt x="4269797" y="182060"/>
                  </a:lnTo>
                  <a:lnTo>
                    <a:pt x="4271050" y="178777"/>
                  </a:lnTo>
                  <a:lnTo>
                    <a:pt x="4272303" y="175659"/>
                  </a:lnTo>
                  <a:lnTo>
                    <a:pt x="4273556" y="172739"/>
                  </a:lnTo>
                  <a:lnTo>
                    <a:pt x="4274809" y="170027"/>
                  </a:lnTo>
                  <a:lnTo>
                    <a:pt x="4276063" y="167532"/>
                  </a:lnTo>
                  <a:lnTo>
                    <a:pt x="4277316" y="165263"/>
                  </a:lnTo>
                  <a:lnTo>
                    <a:pt x="4278569" y="163235"/>
                  </a:lnTo>
                  <a:lnTo>
                    <a:pt x="4279822" y="161467"/>
                  </a:lnTo>
                  <a:lnTo>
                    <a:pt x="4281076" y="159987"/>
                  </a:lnTo>
                  <a:lnTo>
                    <a:pt x="4282329" y="158840"/>
                  </a:lnTo>
                  <a:lnTo>
                    <a:pt x="4283582" y="158068"/>
                  </a:lnTo>
                  <a:lnTo>
                    <a:pt x="4284835" y="157685"/>
                  </a:lnTo>
                  <a:lnTo>
                    <a:pt x="4286088" y="157686"/>
                  </a:lnTo>
                  <a:lnTo>
                    <a:pt x="4287342" y="158073"/>
                  </a:lnTo>
                  <a:lnTo>
                    <a:pt x="4288595" y="158875"/>
                  </a:lnTo>
                  <a:lnTo>
                    <a:pt x="4289848" y="160126"/>
                  </a:lnTo>
                  <a:lnTo>
                    <a:pt x="4291101" y="161875"/>
                  </a:lnTo>
                  <a:lnTo>
                    <a:pt x="4292354" y="164171"/>
                  </a:lnTo>
                  <a:lnTo>
                    <a:pt x="4293608" y="167030"/>
                  </a:lnTo>
                  <a:lnTo>
                    <a:pt x="4294861" y="170464"/>
                  </a:lnTo>
                  <a:lnTo>
                    <a:pt x="4296114" y="174484"/>
                  </a:lnTo>
                  <a:lnTo>
                    <a:pt x="4297367" y="179058"/>
                  </a:lnTo>
                  <a:lnTo>
                    <a:pt x="4298621" y="184175"/>
                  </a:lnTo>
                  <a:lnTo>
                    <a:pt x="4299874" y="189812"/>
                  </a:lnTo>
                  <a:lnTo>
                    <a:pt x="4301127" y="195960"/>
                  </a:lnTo>
                  <a:lnTo>
                    <a:pt x="4302380" y="202583"/>
                  </a:lnTo>
                  <a:lnTo>
                    <a:pt x="4303633" y="209657"/>
                  </a:lnTo>
                  <a:lnTo>
                    <a:pt x="4304887" y="217212"/>
                  </a:lnTo>
                  <a:lnTo>
                    <a:pt x="4306140" y="225217"/>
                  </a:lnTo>
                  <a:lnTo>
                    <a:pt x="4307393" y="233641"/>
                  </a:lnTo>
                  <a:lnTo>
                    <a:pt x="4308646" y="242465"/>
                  </a:lnTo>
                  <a:lnTo>
                    <a:pt x="4309899" y="251666"/>
                  </a:lnTo>
                  <a:lnTo>
                    <a:pt x="4311153" y="261203"/>
                  </a:lnTo>
                  <a:lnTo>
                    <a:pt x="4312406" y="271089"/>
                  </a:lnTo>
                  <a:lnTo>
                    <a:pt x="4313659" y="281311"/>
                  </a:lnTo>
                  <a:lnTo>
                    <a:pt x="4314912" y="291811"/>
                  </a:lnTo>
                  <a:lnTo>
                    <a:pt x="4316166" y="302588"/>
                  </a:lnTo>
                  <a:lnTo>
                    <a:pt x="4317419" y="313638"/>
                  </a:lnTo>
                  <a:lnTo>
                    <a:pt x="4318672" y="324955"/>
                  </a:lnTo>
                  <a:lnTo>
                    <a:pt x="4319925" y="336517"/>
                  </a:lnTo>
                  <a:lnTo>
                    <a:pt x="4321178" y="348259"/>
                  </a:lnTo>
                  <a:lnTo>
                    <a:pt x="4322432" y="360161"/>
                  </a:lnTo>
                  <a:lnTo>
                    <a:pt x="4323685" y="372183"/>
                  </a:lnTo>
                  <a:lnTo>
                    <a:pt x="4324938" y="384307"/>
                  </a:lnTo>
                  <a:lnTo>
                    <a:pt x="4326191" y="396508"/>
                  </a:lnTo>
                  <a:lnTo>
                    <a:pt x="4327445" y="408756"/>
                  </a:lnTo>
                  <a:lnTo>
                    <a:pt x="4328698" y="420998"/>
                  </a:lnTo>
                  <a:lnTo>
                    <a:pt x="4329951" y="433213"/>
                  </a:lnTo>
                  <a:lnTo>
                    <a:pt x="4331204" y="445346"/>
                  </a:lnTo>
                  <a:lnTo>
                    <a:pt x="4332457" y="457356"/>
                  </a:lnTo>
                  <a:lnTo>
                    <a:pt x="4333711" y="469269"/>
                  </a:lnTo>
                  <a:lnTo>
                    <a:pt x="4334964" y="481037"/>
                  </a:lnTo>
                  <a:lnTo>
                    <a:pt x="4336217" y="492613"/>
                  </a:lnTo>
                  <a:lnTo>
                    <a:pt x="4337470" y="503944"/>
                  </a:lnTo>
                  <a:lnTo>
                    <a:pt x="4338723" y="514976"/>
                  </a:lnTo>
                  <a:lnTo>
                    <a:pt x="4339977" y="525680"/>
                  </a:lnTo>
                  <a:lnTo>
                    <a:pt x="4341230" y="536031"/>
                  </a:lnTo>
                  <a:lnTo>
                    <a:pt x="4342483" y="546052"/>
                  </a:lnTo>
                  <a:lnTo>
                    <a:pt x="4343736" y="555716"/>
                  </a:lnTo>
                  <a:lnTo>
                    <a:pt x="4344990" y="564979"/>
                  </a:lnTo>
                  <a:lnTo>
                    <a:pt x="4346243" y="573758"/>
                  </a:lnTo>
                  <a:lnTo>
                    <a:pt x="4347496" y="582036"/>
                  </a:lnTo>
                  <a:lnTo>
                    <a:pt x="4348749" y="589819"/>
                  </a:lnTo>
                  <a:lnTo>
                    <a:pt x="4350002" y="597131"/>
                  </a:lnTo>
                  <a:lnTo>
                    <a:pt x="4351256" y="603957"/>
                  </a:lnTo>
                  <a:lnTo>
                    <a:pt x="4352509" y="610243"/>
                  </a:lnTo>
                  <a:lnTo>
                    <a:pt x="4353762" y="615917"/>
                  </a:lnTo>
                  <a:lnTo>
                    <a:pt x="4355015" y="620919"/>
                  </a:lnTo>
                  <a:lnTo>
                    <a:pt x="4356269" y="625214"/>
                  </a:lnTo>
                  <a:lnTo>
                    <a:pt x="4357522" y="628797"/>
                  </a:lnTo>
                  <a:lnTo>
                    <a:pt x="4358775" y="631687"/>
                  </a:lnTo>
                  <a:lnTo>
                    <a:pt x="4360028" y="633958"/>
                  </a:lnTo>
                  <a:lnTo>
                    <a:pt x="4361281" y="635684"/>
                  </a:lnTo>
                  <a:lnTo>
                    <a:pt x="4362535" y="636919"/>
                  </a:lnTo>
                  <a:lnTo>
                    <a:pt x="4363788" y="637701"/>
                  </a:lnTo>
                  <a:lnTo>
                    <a:pt x="4365041" y="638079"/>
                  </a:lnTo>
                  <a:lnTo>
                    <a:pt x="4366294" y="638106"/>
                  </a:lnTo>
                  <a:lnTo>
                    <a:pt x="4367547" y="637777"/>
                  </a:lnTo>
                  <a:lnTo>
                    <a:pt x="4368801" y="637105"/>
                  </a:lnTo>
                  <a:lnTo>
                    <a:pt x="4370054" y="636160"/>
                  </a:lnTo>
                  <a:lnTo>
                    <a:pt x="4371307" y="635026"/>
                  </a:lnTo>
                  <a:lnTo>
                    <a:pt x="4372560" y="633767"/>
                  </a:lnTo>
                  <a:lnTo>
                    <a:pt x="4373814" y="632406"/>
                  </a:lnTo>
                  <a:lnTo>
                    <a:pt x="4375067" y="630961"/>
                  </a:lnTo>
                  <a:lnTo>
                    <a:pt x="4376320" y="629429"/>
                  </a:lnTo>
                  <a:lnTo>
                    <a:pt x="4377573" y="627813"/>
                  </a:lnTo>
                  <a:lnTo>
                    <a:pt x="4378826" y="626107"/>
                  </a:lnTo>
                  <a:lnTo>
                    <a:pt x="4380080" y="624329"/>
                  </a:lnTo>
                  <a:lnTo>
                    <a:pt x="4381333" y="622506"/>
                  </a:lnTo>
                  <a:lnTo>
                    <a:pt x="4382586" y="620664"/>
                  </a:lnTo>
                  <a:lnTo>
                    <a:pt x="4383839" y="618786"/>
                  </a:lnTo>
                  <a:lnTo>
                    <a:pt x="4385093" y="616897"/>
                  </a:lnTo>
                  <a:lnTo>
                    <a:pt x="4386346" y="615027"/>
                  </a:lnTo>
                  <a:lnTo>
                    <a:pt x="4387599" y="613218"/>
                  </a:lnTo>
                  <a:lnTo>
                    <a:pt x="4388852" y="611490"/>
                  </a:lnTo>
                  <a:lnTo>
                    <a:pt x="4390105" y="609841"/>
                  </a:lnTo>
                  <a:lnTo>
                    <a:pt x="4391359" y="608280"/>
                  </a:lnTo>
                  <a:lnTo>
                    <a:pt x="4392612" y="606816"/>
                  </a:lnTo>
                  <a:lnTo>
                    <a:pt x="4393865" y="605453"/>
                  </a:lnTo>
                  <a:lnTo>
                    <a:pt x="4395118" y="604182"/>
                  </a:lnTo>
                  <a:lnTo>
                    <a:pt x="4396371" y="602999"/>
                  </a:lnTo>
                  <a:lnTo>
                    <a:pt x="4397625" y="601874"/>
                  </a:lnTo>
                  <a:lnTo>
                    <a:pt x="4398878" y="600818"/>
                  </a:lnTo>
                  <a:lnTo>
                    <a:pt x="4400131" y="599847"/>
                  </a:lnTo>
                  <a:lnTo>
                    <a:pt x="4401384" y="598991"/>
                  </a:lnTo>
                  <a:lnTo>
                    <a:pt x="4402638" y="598284"/>
                  </a:lnTo>
                  <a:lnTo>
                    <a:pt x="4403891" y="597742"/>
                  </a:lnTo>
                  <a:lnTo>
                    <a:pt x="4405144" y="597315"/>
                  </a:lnTo>
                  <a:lnTo>
                    <a:pt x="4406397" y="596978"/>
                  </a:lnTo>
                  <a:lnTo>
                    <a:pt x="4407650" y="596749"/>
                  </a:lnTo>
                  <a:lnTo>
                    <a:pt x="4408904" y="596679"/>
                  </a:lnTo>
                  <a:lnTo>
                    <a:pt x="4410157" y="596822"/>
                  </a:lnTo>
                  <a:lnTo>
                    <a:pt x="4411410" y="597193"/>
                  </a:lnTo>
                  <a:lnTo>
                    <a:pt x="4412663" y="597788"/>
                  </a:lnTo>
                  <a:lnTo>
                    <a:pt x="4413917" y="598574"/>
                  </a:lnTo>
                  <a:lnTo>
                    <a:pt x="4415170" y="599554"/>
                  </a:lnTo>
                  <a:lnTo>
                    <a:pt x="4416423" y="600762"/>
                  </a:lnTo>
                  <a:lnTo>
                    <a:pt x="4417676" y="602219"/>
                  </a:lnTo>
                  <a:lnTo>
                    <a:pt x="4418929" y="603984"/>
                  </a:lnTo>
                  <a:lnTo>
                    <a:pt x="4420183" y="606076"/>
                  </a:lnTo>
                  <a:lnTo>
                    <a:pt x="4421436" y="608485"/>
                  </a:lnTo>
                  <a:lnTo>
                    <a:pt x="4422689" y="611168"/>
                  </a:lnTo>
                  <a:lnTo>
                    <a:pt x="4423942" y="614046"/>
                  </a:lnTo>
                  <a:lnTo>
                    <a:pt x="4425195" y="617100"/>
                  </a:lnTo>
                  <a:lnTo>
                    <a:pt x="4426449" y="620281"/>
                  </a:lnTo>
                  <a:lnTo>
                    <a:pt x="4427702" y="623530"/>
                  </a:lnTo>
                  <a:lnTo>
                    <a:pt x="4428955" y="626786"/>
                  </a:lnTo>
                  <a:lnTo>
                    <a:pt x="4430208" y="630057"/>
                  </a:lnTo>
                  <a:lnTo>
                    <a:pt x="4431462" y="633361"/>
                  </a:lnTo>
                  <a:lnTo>
                    <a:pt x="4432715" y="636667"/>
                  </a:lnTo>
                  <a:lnTo>
                    <a:pt x="4433968" y="639920"/>
                  </a:lnTo>
                  <a:lnTo>
                    <a:pt x="4435221" y="643040"/>
                  </a:lnTo>
                  <a:lnTo>
                    <a:pt x="4436474" y="645996"/>
                  </a:lnTo>
                  <a:lnTo>
                    <a:pt x="4437728" y="648764"/>
                  </a:lnTo>
                  <a:lnTo>
                    <a:pt x="4438981" y="651326"/>
                  </a:lnTo>
                  <a:lnTo>
                    <a:pt x="4440234" y="653702"/>
                  </a:lnTo>
                  <a:lnTo>
                    <a:pt x="4441487" y="655911"/>
                  </a:lnTo>
                  <a:lnTo>
                    <a:pt x="4442741" y="657956"/>
                  </a:lnTo>
                  <a:lnTo>
                    <a:pt x="4443994" y="659769"/>
                  </a:lnTo>
                  <a:lnTo>
                    <a:pt x="4445247" y="661313"/>
                  </a:lnTo>
                  <a:lnTo>
                    <a:pt x="4446500" y="662620"/>
                  </a:lnTo>
                  <a:lnTo>
                    <a:pt x="4447753" y="663695"/>
                  </a:lnTo>
                  <a:lnTo>
                    <a:pt x="4449007" y="664511"/>
                  </a:lnTo>
                  <a:lnTo>
                    <a:pt x="4450260" y="665022"/>
                  </a:lnTo>
                  <a:lnTo>
                    <a:pt x="4451513" y="665221"/>
                  </a:lnTo>
                  <a:lnTo>
                    <a:pt x="4452766" y="665092"/>
                  </a:lnTo>
                  <a:lnTo>
                    <a:pt x="4454019" y="664621"/>
                  </a:lnTo>
                  <a:lnTo>
                    <a:pt x="4455273" y="663777"/>
                  </a:lnTo>
                  <a:lnTo>
                    <a:pt x="4456526" y="662574"/>
                  </a:lnTo>
                  <a:lnTo>
                    <a:pt x="4457779" y="661041"/>
                  </a:lnTo>
                  <a:lnTo>
                    <a:pt x="4459032" y="659218"/>
                  </a:lnTo>
                  <a:lnTo>
                    <a:pt x="4460286" y="657126"/>
                  </a:lnTo>
                  <a:lnTo>
                    <a:pt x="4461539" y="654796"/>
                  </a:lnTo>
                  <a:lnTo>
                    <a:pt x="4462792" y="652254"/>
                  </a:lnTo>
                  <a:lnTo>
                    <a:pt x="4464045" y="649475"/>
                  </a:lnTo>
                  <a:lnTo>
                    <a:pt x="4465298" y="646415"/>
                  </a:lnTo>
                  <a:lnTo>
                    <a:pt x="4466552" y="643045"/>
                  </a:lnTo>
                  <a:lnTo>
                    <a:pt x="4467805" y="639343"/>
                  </a:lnTo>
                  <a:lnTo>
                    <a:pt x="4469058" y="635341"/>
                  </a:lnTo>
                  <a:lnTo>
                    <a:pt x="4470311" y="631028"/>
                  </a:lnTo>
                  <a:lnTo>
                    <a:pt x="4471564" y="626408"/>
                  </a:lnTo>
                  <a:lnTo>
                    <a:pt x="4472818" y="621467"/>
                  </a:lnTo>
                  <a:lnTo>
                    <a:pt x="4474071" y="616192"/>
                  </a:lnTo>
                  <a:lnTo>
                    <a:pt x="4475324" y="610582"/>
                  </a:lnTo>
                  <a:lnTo>
                    <a:pt x="4476577" y="604675"/>
                  </a:lnTo>
                  <a:lnTo>
                    <a:pt x="4477831" y="598508"/>
                  </a:lnTo>
                  <a:lnTo>
                    <a:pt x="4479084" y="592121"/>
                  </a:lnTo>
                  <a:lnTo>
                    <a:pt x="4480337" y="585535"/>
                  </a:lnTo>
                  <a:lnTo>
                    <a:pt x="4481590" y="578744"/>
                  </a:lnTo>
                  <a:lnTo>
                    <a:pt x="4482843" y="571721"/>
                  </a:lnTo>
                  <a:lnTo>
                    <a:pt x="4484097" y="564472"/>
                  </a:lnTo>
                  <a:lnTo>
                    <a:pt x="4485350" y="557035"/>
                  </a:lnTo>
                  <a:lnTo>
                    <a:pt x="4486603" y="549447"/>
                  </a:lnTo>
                  <a:lnTo>
                    <a:pt x="4487856" y="541721"/>
                  </a:lnTo>
                  <a:lnTo>
                    <a:pt x="4489110" y="533864"/>
                  </a:lnTo>
                  <a:lnTo>
                    <a:pt x="4490363" y="525906"/>
                  </a:lnTo>
                  <a:lnTo>
                    <a:pt x="4491616" y="517920"/>
                  </a:lnTo>
                  <a:lnTo>
                    <a:pt x="4492869" y="509946"/>
                  </a:lnTo>
                  <a:lnTo>
                    <a:pt x="4494122" y="501970"/>
                  </a:lnTo>
                  <a:lnTo>
                    <a:pt x="4495376" y="494012"/>
                  </a:lnTo>
                  <a:lnTo>
                    <a:pt x="4496629" y="486096"/>
                  </a:lnTo>
                  <a:lnTo>
                    <a:pt x="4497882" y="478262"/>
                  </a:lnTo>
                  <a:lnTo>
                    <a:pt x="4499135" y="470561"/>
                  </a:lnTo>
                  <a:lnTo>
                    <a:pt x="4500388" y="463029"/>
                  </a:lnTo>
                  <a:lnTo>
                    <a:pt x="4501642" y="455736"/>
                  </a:lnTo>
                  <a:lnTo>
                    <a:pt x="4502895" y="448732"/>
                  </a:lnTo>
                  <a:lnTo>
                    <a:pt x="4504148" y="442038"/>
                  </a:lnTo>
                  <a:lnTo>
                    <a:pt x="4505401" y="435689"/>
                  </a:lnTo>
                  <a:lnTo>
                    <a:pt x="4506655" y="429716"/>
                  </a:lnTo>
                  <a:lnTo>
                    <a:pt x="4507908" y="424161"/>
                  </a:lnTo>
                  <a:lnTo>
                    <a:pt x="4509161" y="419001"/>
                  </a:lnTo>
                  <a:lnTo>
                    <a:pt x="4510414" y="414213"/>
                  </a:lnTo>
                  <a:lnTo>
                    <a:pt x="4511667" y="409799"/>
                  </a:lnTo>
                  <a:lnTo>
                    <a:pt x="4512921" y="405767"/>
                  </a:lnTo>
                  <a:lnTo>
                    <a:pt x="4514174" y="402105"/>
                  </a:lnTo>
                  <a:lnTo>
                    <a:pt x="4515427" y="398820"/>
                  </a:lnTo>
                  <a:lnTo>
                    <a:pt x="4516680" y="395935"/>
                  </a:lnTo>
                  <a:lnTo>
                    <a:pt x="4517934" y="393501"/>
                  </a:lnTo>
                  <a:lnTo>
                    <a:pt x="4519187" y="391552"/>
                  </a:lnTo>
                  <a:lnTo>
                    <a:pt x="4520440" y="390056"/>
                  </a:lnTo>
                  <a:lnTo>
                    <a:pt x="4521693" y="388929"/>
                  </a:lnTo>
                  <a:lnTo>
                    <a:pt x="4522946" y="388189"/>
                  </a:lnTo>
                  <a:lnTo>
                    <a:pt x="4524200" y="387824"/>
                  </a:lnTo>
                  <a:lnTo>
                    <a:pt x="4525453" y="387829"/>
                  </a:lnTo>
                  <a:lnTo>
                    <a:pt x="4526706" y="388231"/>
                  </a:lnTo>
                  <a:lnTo>
                    <a:pt x="4527959" y="389115"/>
                  </a:lnTo>
                  <a:lnTo>
                    <a:pt x="4529212" y="390525"/>
                  </a:lnTo>
                  <a:lnTo>
                    <a:pt x="4530466" y="392506"/>
                  </a:lnTo>
                  <a:lnTo>
                    <a:pt x="4531719" y="395057"/>
                  </a:lnTo>
                  <a:lnTo>
                    <a:pt x="4532972" y="398156"/>
                  </a:lnTo>
                  <a:lnTo>
                    <a:pt x="4534225" y="401805"/>
                  </a:lnTo>
                  <a:lnTo>
                    <a:pt x="4535479" y="405982"/>
                  </a:lnTo>
                  <a:lnTo>
                    <a:pt x="4536732" y="410679"/>
                  </a:lnTo>
                  <a:lnTo>
                    <a:pt x="4537985" y="415923"/>
                  </a:lnTo>
                  <a:lnTo>
                    <a:pt x="4539238" y="421704"/>
                  </a:lnTo>
                  <a:lnTo>
                    <a:pt x="4540491" y="428007"/>
                  </a:lnTo>
                  <a:lnTo>
                    <a:pt x="4541745" y="434808"/>
                  </a:lnTo>
                  <a:lnTo>
                    <a:pt x="4542998" y="442068"/>
                  </a:lnTo>
                  <a:lnTo>
                    <a:pt x="4544251" y="449761"/>
                  </a:lnTo>
                  <a:lnTo>
                    <a:pt x="4545504" y="457896"/>
                  </a:lnTo>
                  <a:lnTo>
                    <a:pt x="4546758" y="466471"/>
                  </a:lnTo>
                  <a:lnTo>
                    <a:pt x="4548011" y="475477"/>
                  </a:lnTo>
                  <a:lnTo>
                    <a:pt x="4549264" y="484896"/>
                  </a:lnTo>
                  <a:lnTo>
                    <a:pt x="4550517" y="494717"/>
                  </a:lnTo>
                  <a:lnTo>
                    <a:pt x="4551770" y="504973"/>
                  </a:lnTo>
                  <a:lnTo>
                    <a:pt x="4553024" y="515664"/>
                  </a:lnTo>
                  <a:lnTo>
                    <a:pt x="4554277" y="526772"/>
                  </a:lnTo>
                  <a:lnTo>
                    <a:pt x="4555530" y="538261"/>
                  </a:lnTo>
                  <a:lnTo>
                    <a:pt x="4556783" y="550071"/>
                  </a:lnTo>
                  <a:lnTo>
                    <a:pt x="4558036" y="562176"/>
                  </a:lnTo>
                  <a:lnTo>
                    <a:pt x="4559290" y="574565"/>
                  </a:lnTo>
                  <a:lnTo>
                    <a:pt x="4560543" y="587243"/>
                  </a:lnTo>
                  <a:lnTo>
                    <a:pt x="4561796" y="600160"/>
                  </a:lnTo>
                  <a:lnTo>
                    <a:pt x="4563049" y="613280"/>
                  </a:lnTo>
                  <a:lnTo>
                    <a:pt x="4564303" y="626542"/>
                  </a:lnTo>
                  <a:lnTo>
                    <a:pt x="4565556" y="639857"/>
                  </a:lnTo>
                  <a:lnTo>
                    <a:pt x="4566809" y="653162"/>
                  </a:lnTo>
                  <a:lnTo>
                    <a:pt x="4568062" y="666390"/>
                  </a:lnTo>
                  <a:lnTo>
                    <a:pt x="4569315" y="679528"/>
                  </a:lnTo>
                  <a:lnTo>
                    <a:pt x="4570569" y="692546"/>
                  </a:lnTo>
                  <a:lnTo>
                    <a:pt x="4571822" y="705440"/>
                  </a:lnTo>
                  <a:lnTo>
                    <a:pt x="4573075" y="718237"/>
                  </a:lnTo>
                  <a:lnTo>
                    <a:pt x="4574328" y="730927"/>
                  </a:lnTo>
                  <a:lnTo>
                    <a:pt x="4575582" y="743501"/>
                  </a:lnTo>
                  <a:lnTo>
                    <a:pt x="4576835" y="755941"/>
                  </a:lnTo>
                  <a:lnTo>
                    <a:pt x="4578088" y="768230"/>
                  </a:lnTo>
                  <a:lnTo>
                    <a:pt x="4579341" y="780348"/>
                  </a:lnTo>
                  <a:lnTo>
                    <a:pt x="4580594" y="792289"/>
                  </a:lnTo>
                  <a:lnTo>
                    <a:pt x="4581848" y="804019"/>
                  </a:lnTo>
                  <a:lnTo>
                    <a:pt x="4583101" y="815570"/>
                  </a:lnTo>
                  <a:lnTo>
                    <a:pt x="4584354" y="826999"/>
                  </a:lnTo>
                  <a:lnTo>
                    <a:pt x="4585607" y="838302"/>
                  </a:lnTo>
                  <a:lnTo>
                    <a:pt x="4586860" y="849442"/>
                  </a:lnTo>
                  <a:lnTo>
                    <a:pt x="4588114" y="860370"/>
                  </a:lnTo>
                  <a:lnTo>
                    <a:pt x="4589367" y="871024"/>
                  </a:lnTo>
                  <a:lnTo>
                    <a:pt x="4590620" y="881361"/>
                  </a:lnTo>
                  <a:lnTo>
                    <a:pt x="4591873" y="891316"/>
                  </a:lnTo>
                  <a:lnTo>
                    <a:pt x="4593127" y="900858"/>
                  </a:lnTo>
                  <a:lnTo>
                    <a:pt x="4594380" y="909989"/>
                  </a:lnTo>
                  <a:lnTo>
                    <a:pt x="4595633" y="918763"/>
                  </a:lnTo>
                  <a:lnTo>
                    <a:pt x="4596886" y="927206"/>
                  </a:lnTo>
                  <a:lnTo>
                    <a:pt x="4598139" y="935330"/>
                  </a:lnTo>
                  <a:lnTo>
                    <a:pt x="4599393" y="943155"/>
                  </a:lnTo>
                  <a:lnTo>
                    <a:pt x="4600646" y="950668"/>
                  </a:lnTo>
                  <a:lnTo>
                    <a:pt x="4601899" y="957832"/>
                  </a:lnTo>
                  <a:lnTo>
                    <a:pt x="4603152" y="964637"/>
                  </a:lnTo>
                  <a:lnTo>
                    <a:pt x="4604406" y="971092"/>
                  </a:lnTo>
                  <a:lnTo>
                    <a:pt x="4605659" y="977232"/>
                  </a:lnTo>
                  <a:lnTo>
                    <a:pt x="4606912" y="983098"/>
                  </a:lnTo>
                  <a:lnTo>
                    <a:pt x="4608165" y="988750"/>
                  </a:lnTo>
                  <a:lnTo>
                    <a:pt x="4609418" y="994186"/>
                  </a:lnTo>
                  <a:lnTo>
                    <a:pt x="4610672" y="999393"/>
                  </a:lnTo>
                  <a:lnTo>
                    <a:pt x="4611925" y="1004369"/>
                  </a:lnTo>
                  <a:lnTo>
                    <a:pt x="4613178" y="1009116"/>
                  </a:lnTo>
                  <a:lnTo>
                    <a:pt x="4614431" y="1013627"/>
                  </a:lnTo>
                  <a:lnTo>
                    <a:pt x="4615684" y="1017868"/>
                  </a:lnTo>
                  <a:lnTo>
                    <a:pt x="4616938" y="1021783"/>
                  </a:lnTo>
                  <a:lnTo>
                    <a:pt x="4618191" y="1025338"/>
                  </a:lnTo>
                  <a:lnTo>
                    <a:pt x="4619444" y="1028551"/>
                  </a:lnTo>
                  <a:lnTo>
                    <a:pt x="4620697" y="1031473"/>
                  </a:lnTo>
                  <a:lnTo>
                    <a:pt x="4621951" y="1034121"/>
                  </a:lnTo>
                  <a:lnTo>
                    <a:pt x="4623204" y="1036449"/>
                  </a:lnTo>
                  <a:lnTo>
                    <a:pt x="4624457" y="1038459"/>
                  </a:lnTo>
                  <a:lnTo>
                    <a:pt x="4625710" y="1040177"/>
                  </a:lnTo>
                  <a:lnTo>
                    <a:pt x="4626963" y="1041602"/>
                  </a:lnTo>
                  <a:lnTo>
                    <a:pt x="4628217" y="1042760"/>
                  </a:lnTo>
                  <a:lnTo>
                    <a:pt x="4629470" y="1043670"/>
                  </a:lnTo>
                  <a:lnTo>
                    <a:pt x="4630723" y="1044356"/>
                  </a:lnTo>
                  <a:lnTo>
                    <a:pt x="4631976" y="1044835"/>
                  </a:lnTo>
                  <a:lnTo>
                    <a:pt x="4633229" y="1045092"/>
                  </a:lnTo>
                  <a:lnTo>
                    <a:pt x="4634483" y="1045166"/>
                  </a:lnTo>
                  <a:lnTo>
                    <a:pt x="4635736" y="1045100"/>
                  </a:lnTo>
                  <a:lnTo>
                    <a:pt x="4636989" y="1044922"/>
                  </a:lnTo>
                  <a:lnTo>
                    <a:pt x="4638242" y="1044663"/>
                  </a:lnTo>
                  <a:lnTo>
                    <a:pt x="4639496" y="1044371"/>
                  </a:lnTo>
                  <a:lnTo>
                    <a:pt x="4640749" y="1044095"/>
                  </a:lnTo>
                  <a:lnTo>
                    <a:pt x="4642002" y="1043882"/>
                  </a:lnTo>
                  <a:lnTo>
                    <a:pt x="4643255" y="1043713"/>
                  </a:lnTo>
                  <a:lnTo>
                    <a:pt x="4644508" y="1043570"/>
                  </a:lnTo>
                  <a:lnTo>
                    <a:pt x="4645762" y="1043458"/>
                  </a:lnTo>
                  <a:lnTo>
                    <a:pt x="4647015" y="1043378"/>
                  </a:lnTo>
                  <a:lnTo>
                    <a:pt x="4648268" y="1043391"/>
                  </a:lnTo>
                  <a:lnTo>
                    <a:pt x="4649521" y="1043560"/>
                  </a:lnTo>
                  <a:lnTo>
                    <a:pt x="4650775" y="1043972"/>
                  </a:lnTo>
                  <a:lnTo>
                    <a:pt x="4652028" y="1044725"/>
                  </a:lnTo>
                  <a:lnTo>
                    <a:pt x="4653281" y="1045845"/>
                  </a:lnTo>
                  <a:lnTo>
                    <a:pt x="4654534" y="1047346"/>
                  </a:lnTo>
                  <a:lnTo>
                    <a:pt x="4655787" y="1049245"/>
                  </a:lnTo>
                  <a:lnTo>
                    <a:pt x="4657041" y="1051552"/>
                  </a:lnTo>
                  <a:lnTo>
                    <a:pt x="4658294" y="1054241"/>
                  </a:lnTo>
                  <a:lnTo>
                    <a:pt x="4659547" y="1057262"/>
                  </a:lnTo>
                  <a:lnTo>
                    <a:pt x="4660800" y="1060640"/>
                  </a:lnTo>
                  <a:lnTo>
                    <a:pt x="4662053" y="1064370"/>
                  </a:lnTo>
                  <a:lnTo>
                    <a:pt x="4663307" y="1068451"/>
                  </a:lnTo>
                  <a:lnTo>
                    <a:pt x="4664560" y="1072915"/>
                  </a:lnTo>
                  <a:lnTo>
                    <a:pt x="4665813" y="1077775"/>
                  </a:lnTo>
                  <a:lnTo>
                    <a:pt x="4667066" y="1082990"/>
                  </a:lnTo>
                  <a:lnTo>
                    <a:pt x="4668320" y="1088477"/>
                  </a:lnTo>
                  <a:lnTo>
                    <a:pt x="4669573" y="1094189"/>
                  </a:lnTo>
                  <a:lnTo>
                    <a:pt x="4670826" y="1100044"/>
                  </a:lnTo>
                  <a:lnTo>
                    <a:pt x="4672079" y="1106005"/>
                  </a:lnTo>
                  <a:lnTo>
                    <a:pt x="4673332" y="1112078"/>
                  </a:lnTo>
                  <a:lnTo>
                    <a:pt x="4674586" y="1118271"/>
                  </a:lnTo>
                  <a:lnTo>
                    <a:pt x="4675839" y="1124564"/>
                  </a:lnTo>
                  <a:lnTo>
                    <a:pt x="4677092" y="1130912"/>
                  </a:lnTo>
                  <a:lnTo>
                    <a:pt x="4678345" y="1137309"/>
                  </a:lnTo>
                  <a:lnTo>
                    <a:pt x="4679599" y="1143762"/>
                  </a:lnTo>
                  <a:lnTo>
                    <a:pt x="4680852" y="1150271"/>
                  </a:lnTo>
                  <a:lnTo>
                    <a:pt x="4682105" y="1156854"/>
                  </a:lnTo>
                  <a:lnTo>
                    <a:pt x="4683358" y="1163469"/>
                  </a:lnTo>
                  <a:lnTo>
                    <a:pt x="4684611" y="1170077"/>
                  </a:lnTo>
                  <a:lnTo>
                    <a:pt x="4685865" y="1176703"/>
                  </a:lnTo>
                  <a:lnTo>
                    <a:pt x="4687118" y="1183378"/>
                  </a:lnTo>
                  <a:lnTo>
                    <a:pt x="4688371" y="1190076"/>
                  </a:lnTo>
                  <a:lnTo>
                    <a:pt x="4689624" y="1196805"/>
                  </a:lnTo>
                  <a:lnTo>
                    <a:pt x="4690877" y="1203576"/>
                  </a:lnTo>
                  <a:lnTo>
                    <a:pt x="4692131" y="1210390"/>
                  </a:lnTo>
                  <a:lnTo>
                    <a:pt x="4693384" y="1217262"/>
                  </a:lnTo>
                  <a:lnTo>
                    <a:pt x="4694637" y="1224198"/>
                  </a:lnTo>
                  <a:lnTo>
                    <a:pt x="4695890" y="1231227"/>
                  </a:lnTo>
                  <a:lnTo>
                    <a:pt x="4697144" y="1238347"/>
                  </a:lnTo>
                  <a:lnTo>
                    <a:pt x="4698397" y="1245475"/>
                  </a:lnTo>
                  <a:lnTo>
                    <a:pt x="4699650" y="1252584"/>
                  </a:lnTo>
                  <a:lnTo>
                    <a:pt x="4700903" y="1259659"/>
                  </a:lnTo>
                  <a:lnTo>
                    <a:pt x="4702156" y="1266637"/>
                  </a:lnTo>
                  <a:lnTo>
                    <a:pt x="4703410" y="1273478"/>
                  </a:lnTo>
                  <a:lnTo>
                    <a:pt x="4704663" y="1280148"/>
                  </a:lnTo>
                  <a:lnTo>
                    <a:pt x="4705916" y="1286647"/>
                  </a:lnTo>
                  <a:lnTo>
                    <a:pt x="4707169" y="1292984"/>
                  </a:lnTo>
                  <a:lnTo>
                    <a:pt x="4708423" y="1299122"/>
                  </a:lnTo>
                  <a:lnTo>
                    <a:pt x="4709676" y="1305009"/>
                  </a:lnTo>
                  <a:lnTo>
                    <a:pt x="4710929" y="1310538"/>
                  </a:lnTo>
                  <a:lnTo>
                    <a:pt x="4712182" y="1315610"/>
                  </a:lnTo>
                  <a:lnTo>
                    <a:pt x="4713435" y="1320166"/>
                  </a:lnTo>
                  <a:lnTo>
                    <a:pt x="4714689" y="1324100"/>
                  </a:lnTo>
                  <a:lnTo>
                    <a:pt x="4715942" y="1327378"/>
                  </a:lnTo>
                  <a:lnTo>
                    <a:pt x="4717195" y="1330023"/>
                  </a:lnTo>
                  <a:lnTo>
                    <a:pt x="4718448" y="1332030"/>
                  </a:lnTo>
                  <a:lnTo>
                    <a:pt x="4719701" y="1333392"/>
                  </a:lnTo>
                  <a:lnTo>
                    <a:pt x="4720955" y="1334132"/>
                  </a:lnTo>
                  <a:lnTo>
                    <a:pt x="4722208" y="1334279"/>
                  </a:lnTo>
                  <a:lnTo>
                    <a:pt x="4723461" y="1333829"/>
                  </a:lnTo>
                  <a:lnTo>
                    <a:pt x="4724714" y="1332760"/>
                  </a:lnTo>
                  <a:lnTo>
                    <a:pt x="4725968" y="1331061"/>
                  </a:lnTo>
                  <a:lnTo>
                    <a:pt x="4727221" y="1328752"/>
                  </a:lnTo>
                  <a:lnTo>
                    <a:pt x="4728474" y="1325840"/>
                  </a:lnTo>
                  <a:lnTo>
                    <a:pt x="4729727" y="1322372"/>
                  </a:lnTo>
                  <a:lnTo>
                    <a:pt x="4730980" y="1318462"/>
                  </a:lnTo>
                  <a:lnTo>
                    <a:pt x="4732234" y="1314180"/>
                  </a:lnTo>
                  <a:lnTo>
                    <a:pt x="4733487" y="1309601"/>
                  </a:lnTo>
                  <a:lnTo>
                    <a:pt x="4734740" y="1304771"/>
                  </a:lnTo>
                  <a:lnTo>
                    <a:pt x="4735993" y="1299727"/>
                  </a:lnTo>
                  <a:lnTo>
                    <a:pt x="4737247" y="1294497"/>
                  </a:lnTo>
                  <a:lnTo>
                    <a:pt x="4738500" y="1289149"/>
                  </a:lnTo>
                  <a:lnTo>
                    <a:pt x="4739753" y="1283722"/>
                  </a:lnTo>
                  <a:lnTo>
                    <a:pt x="4741006" y="1278292"/>
                  </a:lnTo>
                  <a:lnTo>
                    <a:pt x="4742259" y="1272894"/>
                  </a:lnTo>
                  <a:lnTo>
                    <a:pt x="4743513" y="1267593"/>
                  </a:lnTo>
                  <a:lnTo>
                    <a:pt x="4744766" y="1262486"/>
                  </a:lnTo>
                  <a:lnTo>
                    <a:pt x="4746019" y="1257614"/>
                  </a:lnTo>
                  <a:lnTo>
                    <a:pt x="4747272" y="1253002"/>
                  </a:lnTo>
                  <a:lnTo>
                    <a:pt x="4748525" y="1248694"/>
                  </a:lnTo>
                  <a:lnTo>
                    <a:pt x="4749779" y="1244660"/>
                  </a:lnTo>
                  <a:lnTo>
                    <a:pt x="4751032" y="1240901"/>
                  </a:lnTo>
                  <a:lnTo>
                    <a:pt x="4752285" y="1237403"/>
                  </a:lnTo>
                  <a:lnTo>
                    <a:pt x="4753538" y="1234161"/>
                  </a:lnTo>
                  <a:lnTo>
                    <a:pt x="4754792" y="1231182"/>
                  </a:lnTo>
                  <a:lnTo>
                    <a:pt x="4756045" y="1228464"/>
                  </a:lnTo>
                  <a:lnTo>
                    <a:pt x="4757298" y="1226004"/>
                  </a:lnTo>
                  <a:lnTo>
                    <a:pt x="4758551" y="1223781"/>
                  </a:lnTo>
                  <a:lnTo>
                    <a:pt x="4759804" y="1221766"/>
                  </a:lnTo>
                  <a:lnTo>
                    <a:pt x="4761058" y="1219952"/>
                  </a:lnTo>
                  <a:lnTo>
                    <a:pt x="4762311" y="1218366"/>
                  </a:lnTo>
                  <a:lnTo>
                    <a:pt x="4763564" y="1216982"/>
                  </a:lnTo>
                  <a:lnTo>
                    <a:pt x="4764817" y="1215812"/>
                  </a:lnTo>
                  <a:lnTo>
                    <a:pt x="4766071" y="1214886"/>
                  </a:lnTo>
                  <a:lnTo>
                    <a:pt x="4767324" y="1214203"/>
                  </a:lnTo>
                  <a:lnTo>
                    <a:pt x="4768577" y="1213765"/>
                  </a:lnTo>
                  <a:lnTo>
                    <a:pt x="4769830" y="1213574"/>
                  </a:lnTo>
                  <a:lnTo>
                    <a:pt x="4771083" y="1213684"/>
                  </a:lnTo>
                  <a:lnTo>
                    <a:pt x="4772337" y="1214162"/>
                  </a:lnTo>
                  <a:lnTo>
                    <a:pt x="4773590" y="1215080"/>
                  </a:lnTo>
                  <a:lnTo>
                    <a:pt x="4774843" y="1216514"/>
                  </a:lnTo>
                  <a:lnTo>
                    <a:pt x="4776096" y="1218475"/>
                  </a:lnTo>
                  <a:lnTo>
                    <a:pt x="4777349" y="1221033"/>
                  </a:lnTo>
                  <a:lnTo>
                    <a:pt x="4778603" y="1224220"/>
                  </a:lnTo>
                  <a:lnTo>
                    <a:pt x="4779856" y="1228033"/>
                  </a:lnTo>
                  <a:lnTo>
                    <a:pt x="4781109" y="1232475"/>
                  </a:lnTo>
                  <a:lnTo>
                    <a:pt x="4782362" y="1237562"/>
                  </a:lnTo>
                  <a:lnTo>
                    <a:pt x="4783616" y="1243291"/>
                  </a:lnTo>
                  <a:lnTo>
                    <a:pt x="4784869" y="1249637"/>
                  </a:lnTo>
                  <a:lnTo>
                    <a:pt x="4786122" y="1256591"/>
                  </a:lnTo>
                  <a:lnTo>
                    <a:pt x="4787375" y="1264172"/>
                  </a:lnTo>
                  <a:lnTo>
                    <a:pt x="4788628" y="1272385"/>
                  </a:lnTo>
                  <a:lnTo>
                    <a:pt x="4789882" y="1281210"/>
                  </a:lnTo>
                  <a:lnTo>
                    <a:pt x="4791135" y="1290606"/>
                  </a:lnTo>
                  <a:lnTo>
                    <a:pt x="4792388" y="1300534"/>
                  </a:lnTo>
                  <a:lnTo>
                    <a:pt x="4793641" y="1310941"/>
                  </a:lnTo>
                  <a:lnTo>
                    <a:pt x="4794894" y="1321765"/>
                  </a:lnTo>
                  <a:lnTo>
                    <a:pt x="4796148" y="1332953"/>
                  </a:lnTo>
                  <a:lnTo>
                    <a:pt x="4797401" y="1344464"/>
                  </a:lnTo>
                  <a:lnTo>
                    <a:pt x="4798654" y="1356263"/>
                  </a:lnTo>
                  <a:lnTo>
                    <a:pt x="4799907" y="1368283"/>
                  </a:lnTo>
                  <a:lnTo>
                    <a:pt x="4801161" y="1380440"/>
                  </a:lnTo>
                  <a:lnTo>
                    <a:pt x="4802414" y="1392669"/>
                  </a:lnTo>
                  <a:lnTo>
                    <a:pt x="4803667" y="1404928"/>
                  </a:lnTo>
                  <a:lnTo>
                    <a:pt x="4804920" y="1417182"/>
                  </a:lnTo>
                  <a:lnTo>
                    <a:pt x="4806173" y="1429388"/>
                  </a:lnTo>
                  <a:lnTo>
                    <a:pt x="4807427" y="1441453"/>
                  </a:lnTo>
                  <a:lnTo>
                    <a:pt x="4808680" y="1453317"/>
                  </a:lnTo>
                  <a:lnTo>
                    <a:pt x="4809933" y="1464955"/>
                  </a:lnTo>
                  <a:lnTo>
                    <a:pt x="4811186" y="1476335"/>
                  </a:lnTo>
                  <a:lnTo>
                    <a:pt x="4812440" y="1487433"/>
                  </a:lnTo>
                  <a:lnTo>
                    <a:pt x="4813693" y="1498253"/>
                  </a:lnTo>
                  <a:lnTo>
                    <a:pt x="4814946" y="1508803"/>
                  </a:lnTo>
                  <a:lnTo>
                    <a:pt x="4816199" y="1519097"/>
                  </a:lnTo>
                  <a:lnTo>
                    <a:pt x="4817452" y="1529130"/>
                  </a:lnTo>
                  <a:lnTo>
                    <a:pt x="4818706" y="1538901"/>
                  </a:lnTo>
                  <a:lnTo>
                    <a:pt x="4819959" y="1548415"/>
                  </a:lnTo>
                  <a:lnTo>
                    <a:pt x="4821212" y="1557677"/>
                  </a:lnTo>
                  <a:lnTo>
                    <a:pt x="4822465" y="1566700"/>
                  </a:lnTo>
                  <a:lnTo>
                    <a:pt x="4823718" y="1575506"/>
                  </a:lnTo>
                  <a:lnTo>
                    <a:pt x="4824972" y="1584090"/>
                  </a:lnTo>
                  <a:lnTo>
                    <a:pt x="4826225" y="1592476"/>
                  </a:lnTo>
                  <a:lnTo>
                    <a:pt x="4827478" y="1600685"/>
                  </a:lnTo>
                  <a:lnTo>
                    <a:pt x="4828731" y="1608695"/>
                  </a:lnTo>
                  <a:lnTo>
                    <a:pt x="4829985" y="1616516"/>
                  </a:lnTo>
                  <a:lnTo>
                    <a:pt x="4831238" y="1624147"/>
                  </a:lnTo>
                  <a:lnTo>
                    <a:pt x="4832491" y="1631606"/>
                  </a:lnTo>
                  <a:lnTo>
                    <a:pt x="4833744" y="1638875"/>
                  </a:lnTo>
                  <a:lnTo>
                    <a:pt x="4834997" y="1645917"/>
                  </a:lnTo>
                  <a:lnTo>
                    <a:pt x="4836251" y="1652713"/>
                  </a:lnTo>
                  <a:lnTo>
                    <a:pt x="4837504" y="1659240"/>
                  </a:lnTo>
                  <a:lnTo>
                    <a:pt x="4838757" y="1665495"/>
                  </a:lnTo>
                  <a:lnTo>
                    <a:pt x="4840010" y="1671468"/>
                  </a:lnTo>
                  <a:lnTo>
                    <a:pt x="4841264" y="1677132"/>
                  </a:lnTo>
                  <a:lnTo>
                    <a:pt x="4842517" y="1682485"/>
                  </a:lnTo>
                  <a:lnTo>
                    <a:pt x="4843770" y="1687523"/>
                  </a:lnTo>
                  <a:lnTo>
                    <a:pt x="4845023" y="1692246"/>
                  </a:lnTo>
                  <a:lnTo>
                    <a:pt x="4846276" y="1696639"/>
                  </a:lnTo>
                  <a:lnTo>
                    <a:pt x="4847530" y="1700721"/>
                  </a:lnTo>
                  <a:lnTo>
                    <a:pt x="4848783" y="1704482"/>
                  </a:lnTo>
                  <a:lnTo>
                    <a:pt x="4850036" y="1707917"/>
                  </a:lnTo>
                  <a:lnTo>
                    <a:pt x="4851289" y="1711021"/>
                  </a:lnTo>
                  <a:lnTo>
                    <a:pt x="4852542" y="1713793"/>
                  </a:lnTo>
                  <a:lnTo>
                    <a:pt x="4853796" y="1716255"/>
                  </a:lnTo>
                  <a:lnTo>
                    <a:pt x="4855049" y="1718426"/>
                  </a:lnTo>
                  <a:lnTo>
                    <a:pt x="4856302" y="1720325"/>
                  </a:lnTo>
                  <a:lnTo>
                    <a:pt x="4857555" y="1721951"/>
                  </a:lnTo>
                  <a:lnTo>
                    <a:pt x="4858809" y="1723315"/>
                  </a:lnTo>
                  <a:lnTo>
                    <a:pt x="4860062" y="1724457"/>
                  </a:lnTo>
                  <a:lnTo>
                    <a:pt x="4861315" y="1725378"/>
                  </a:lnTo>
                  <a:lnTo>
                    <a:pt x="4862568" y="1726111"/>
                  </a:lnTo>
                  <a:lnTo>
                    <a:pt x="4863821" y="1726677"/>
                  </a:lnTo>
                  <a:lnTo>
                    <a:pt x="4865075" y="1727127"/>
                  </a:lnTo>
                  <a:lnTo>
                    <a:pt x="4866328" y="1727464"/>
                  </a:lnTo>
                  <a:lnTo>
                    <a:pt x="4867581" y="1727713"/>
                  </a:lnTo>
                  <a:lnTo>
                    <a:pt x="4868834" y="1727872"/>
                  </a:lnTo>
                  <a:lnTo>
                    <a:pt x="4870088" y="1727961"/>
                  </a:lnTo>
                  <a:lnTo>
                    <a:pt x="4871341" y="1728007"/>
                  </a:lnTo>
                  <a:lnTo>
                    <a:pt x="4872594" y="1728022"/>
                  </a:lnTo>
                  <a:lnTo>
                    <a:pt x="4873847" y="1728007"/>
                  </a:lnTo>
                  <a:lnTo>
                    <a:pt x="4875100" y="1727990"/>
                  </a:lnTo>
                  <a:lnTo>
                    <a:pt x="4876354" y="1727982"/>
                  </a:lnTo>
                  <a:lnTo>
                    <a:pt x="4877607" y="1727982"/>
                  </a:lnTo>
                  <a:lnTo>
                    <a:pt x="4878860" y="1727982"/>
                  </a:lnTo>
                  <a:lnTo>
                    <a:pt x="4880113" y="1727982"/>
                  </a:lnTo>
                  <a:lnTo>
                    <a:pt x="4881366" y="1727982"/>
                  </a:lnTo>
                  <a:lnTo>
                    <a:pt x="4882620" y="1727982"/>
                  </a:lnTo>
                  <a:lnTo>
                    <a:pt x="4883873" y="1727982"/>
                  </a:lnTo>
                  <a:lnTo>
                    <a:pt x="4885126" y="1727982"/>
                  </a:lnTo>
                  <a:lnTo>
                    <a:pt x="4886379" y="1727982"/>
                  </a:lnTo>
                  <a:lnTo>
                    <a:pt x="4887633" y="1727982"/>
                  </a:lnTo>
                  <a:lnTo>
                    <a:pt x="4888886" y="1727982"/>
                  </a:lnTo>
                  <a:lnTo>
                    <a:pt x="4890139" y="1727982"/>
                  </a:lnTo>
                  <a:lnTo>
                    <a:pt x="4891392" y="1727982"/>
                  </a:lnTo>
                  <a:lnTo>
                    <a:pt x="4892645" y="1727982"/>
                  </a:lnTo>
                  <a:lnTo>
                    <a:pt x="4893899" y="1727982"/>
                  </a:lnTo>
                  <a:lnTo>
                    <a:pt x="4895152" y="1727982"/>
                  </a:lnTo>
                  <a:lnTo>
                    <a:pt x="4896405" y="1727982"/>
                  </a:lnTo>
                  <a:lnTo>
                    <a:pt x="4897658" y="1727982"/>
                  </a:lnTo>
                  <a:lnTo>
                    <a:pt x="4898912" y="1727982"/>
                  </a:lnTo>
                  <a:lnTo>
                    <a:pt x="4900165" y="1727982"/>
                  </a:lnTo>
                  <a:lnTo>
                    <a:pt x="4901418" y="1727982"/>
                  </a:lnTo>
                  <a:lnTo>
                    <a:pt x="4902671" y="1727982"/>
                  </a:lnTo>
                  <a:lnTo>
                    <a:pt x="4903924" y="1727982"/>
                  </a:lnTo>
                  <a:lnTo>
                    <a:pt x="4905178" y="1727982"/>
                  </a:lnTo>
                  <a:lnTo>
                    <a:pt x="4906431" y="1727982"/>
                  </a:lnTo>
                  <a:lnTo>
                    <a:pt x="4907684" y="1727982"/>
                  </a:lnTo>
                  <a:lnTo>
                    <a:pt x="4908937" y="1727982"/>
                  </a:lnTo>
                  <a:lnTo>
                    <a:pt x="4910190" y="1727982"/>
                  </a:lnTo>
                  <a:lnTo>
                    <a:pt x="4911444" y="1727982"/>
                  </a:lnTo>
                  <a:lnTo>
                    <a:pt x="4912697" y="1727982"/>
                  </a:lnTo>
                  <a:lnTo>
                    <a:pt x="4913950" y="1727982"/>
                  </a:lnTo>
                  <a:lnTo>
                    <a:pt x="4915203" y="1727982"/>
                  </a:lnTo>
                  <a:lnTo>
                    <a:pt x="4916457" y="1727982"/>
                  </a:lnTo>
                  <a:lnTo>
                    <a:pt x="4917710" y="1727982"/>
                  </a:lnTo>
                  <a:lnTo>
                    <a:pt x="4918963" y="1727982"/>
                  </a:lnTo>
                  <a:lnTo>
                    <a:pt x="4920216" y="1727982"/>
                  </a:lnTo>
                  <a:lnTo>
                    <a:pt x="4921469" y="1727982"/>
                  </a:lnTo>
                  <a:lnTo>
                    <a:pt x="4922723" y="1727982"/>
                  </a:lnTo>
                  <a:lnTo>
                    <a:pt x="4923976" y="1727982"/>
                  </a:lnTo>
                  <a:lnTo>
                    <a:pt x="4925229" y="1727982"/>
                  </a:lnTo>
                  <a:lnTo>
                    <a:pt x="4926482" y="1727982"/>
                  </a:lnTo>
                  <a:lnTo>
                    <a:pt x="4927736" y="1727982"/>
                  </a:lnTo>
                  <a:lnTo>
                    <a:pt x="4928989" y="1727982"/>
                  </a:lnTo>
                  <a:lnTo>
                    <a:pt x="4930242" y="1727982"/>
                  </a:lnTo>
                  <a:lnTo>
                    <a:pt x="4931495" y="1727982"/>
                  </a:lnTo>
                  <a:lnTo>
                    <a:pt x="4932748" y="1727982"/>
                  </a:lnTo>
                  <a:lnTo>
                    <a:pt x="4934002" y="1727982"/>
                  </a:lnTo>
                  <a:lnTo>
                    <a:pt x="4935255" y="1727982"/>
                  </a:lnTo>
                  <a:lnTo>
                    <a:pt x="4936508" y="1727982"/>
                  </a:lnTo>
                  <a:lnTo>
                    <a:pt x="4937761" y="1727982"/>
                  </a:lnTo>
                  <a:lnTo>
                    <a:pt x="4939014" y="1727982"/>
                  </a:lnTo>
                  <a:lnTo>
                    <a:pt x="4940268" y="1727982"/>
                  </a:lnTo>
                  <a:lnTo>
                    <a:pt x="4941521" y="1727982"/>
                  </a:lnTo>
                  <a:lnTo>
                    <a:pt x="4942774" y="1727982"/>
                  </a:lnTo>
                  <a:lnTo>
                    <a:pt x="4944027" y="1727982"/>
                  </a:lnTo>
                  <a:lnTo>
                    <a:pt x="4945281" y="1727982"/>
                  </a:lnTo>
                  <a:lnTo>
                    <a:pt x="4946534" y="1727982"/>
                  </a:lnTo>
                  <a:lnTo>
                    <a:pt x="4947787" y="1727982"/>
                  </a:lnTo>
                  <a:lnTo>
                    <a:pt x="4949040" y="1727982"/>
                  </a:lnTo>
                  <a:lnTo>
                    <a:pt x="4950293" y="1727982"/>
                  </a:lnTo>
                  <a:lnTo>
                    <a:pt x="4951547" y="1727982"/>
                  </a:lnTo>
                  <a:lnTo>
                    <a:pt x="4952800" y="1727982"/>
                  </a:lnTo>
                  <a:lnTo>
                    <a:pt x="4954053" y="1727982"/>
                  </a:lnTo>
                  <a:lnTo>
                    <a:pt x="4955306" y="1727982"/>
                  </a:lnTo>
                  <a:lnTo>
                    <a:pt x="4956559" y="1727982"/>
                  </a:lnTo>
                  <a:lnTo>
                    <a:pt x="4957813" y="1727982"/>
                  </a:lnTo>
                  <a:lnTo>
                    <a:pt x="4959066" y="1727982"/>
                  </a:lnTo>
                  <a:lnTo>
                    <a:pt x="4960319" y="1727982"/>
                  </a:lnTo>
                  <a:lnTo>
                    <a:pt x="4961572" y="1727982"/>
                  </a:lnTo>
                  <a:lnTo>
                    <a:pt x="4962826" y="1727982"/>
                  </a:lnTo>
                  <a:lnTo>
                    <a:pt x="4964079" y="1727982"/>
                  </a:lnTo>
                  <a:lnTo>
                    <a:pt x="4965332" y="1727982"/>
                  </a:lnTo>
                  <a:lnTo>
                    <a:pt x="4966585" y="1727982"/>
                  </a:lnTo>
                  <a:lnTo>
                    <a:pt x="4967838" y="1727982"/>
                  </a:lnTo>
                  <a:lnTo>
                    <a:pt x="4969092" y="1727982"/>
                  </a:lnTo>
                  <a:lnTo>
                    <a:pt x="4970345" y="1727982"/>
                  </a:lnTo>
                  <a:lnTo>
                    <a:pt x="4971598" y="1727982"/>
                  </a:lnTo>
                  <a:lnTo>
                    <a:pt x="4972851" y="1727982"/>
                  </a:lnTo>
                  <a:lnTo>
                    <a:pt x="4974105" y="1727982"/>
                  </a:lnTo>
                  <a:lnTo>
                    <a:pt x="4975358" y="1727982"/>
                  </a:lnTo>
                  <a:lnTo>
                    <a:pt x="4976611" y="1727982"/>
                  </a:lnTo>
                  <a:lnTo>
                    <a:pt x="4977864" y="1727982"/>
                  </a:lnTo>
                  <a:lnTo>
                    <a:pt x="4979117" y="1727982"/>
                  </a:lnTo>
                  <a:lnTo>
                    <a:pt x="4980371" y="1727982"/>
                  </a:lnTo>
                  <a:lnTo>
                    <a:pt x="4981624" y="1727982"/>
                  </a:lnTo>
                  <a:lnTo>
                    <a:pt x="4982877" y="1727982"/>
                  </a:lnTo>
                  <a:lnTo>
                    <a:pt x="4984130" y="1727982"/>
                  </a:lnTo>
                  <a:lnTo>
                    <a:pt x="4985383" y="1727982"/>
                  </a:lnTo>
                  <a:lnTo>
                    <a:pt x="4986637" y="1727982"/>
                  </a:lnTo>
                  <a:lnTo>
                    <a:pt x="4987890" y="1727982"/>
                  </a:lnTo>
                  <a:lnTo>
                    <a:pt x="4989143" y="1727982"/>
                  </a:lnTo>
                  <a:lnTo>
                    <a:pt x="4990396" y="1727982"/>
                  </a:lnTo>
                  <a:lnTo>
                    <a:pt x="4991650" y="1727982"/>
                  </a:lnTo>
                  <a:lnTo>
                    <a:pt x="4992903" y="1727982"/>
                  </a:lnTo>
                  <a:lnTo>
                    <a:pt x="4994156" y="1727982"/>
                  </a:lnTo>
                  <a:lnTo>
                    <a:pt x="4995409" y="1727982"/>
                  </a:lnTo>
                  <a:lnTo>
                    <a:pt x="4996662" y="1727982"/>
                  </a:lnTo>
                  <a:lnTo>
                    <a:pt x="4997916" y="1727982"/>
                  </a:lnTo>
                  <a:lnTo>
                    <a:pt x="4999169" y="1727982"/>
                  </a:lnTo>
                  <a:lnTo>
                    <a:pt x="5000422" y="1727982"/>
                  </a:lnTo>
                  <a:lnTo>
                    <a:pt x="5001675" y="1727982"/>
                  </a:lnTo>
                  <a:lnTo>
                    <a:pt x="5002929" y="1727982"/>
                  </a:lnTo>
                  <a:lnTo>
                    <a:pt x="5004182" y="1727982"/>
                  </a:lnTo>
                  <a:lnTo>
                    <a:pt x="5005435" y="1727982"/>
                  </a:lnTo>
                  <a:lnTo>
                    <a:pt x="5006688" y="1727982"/>
                  </a:lnTo>
                  <a:lnTo>
                    <a:pt x="5007941" y="1727982"/>
                  </a:lnTo>
                  <a:lnTo>
                    <a:pt x="5009195" y="1727982"/>
                  </a:lnTo>
                  <a:lnTo>
                    <a:pt x="5010448" y="1727982"/>
                  </a:lnTo>
                  <a:lnTo>
                    <a:pt x="5011701" y="1727982"/>
                  </a:lnTo>
                  <a:lnTo>
                    <a:pt x="5012954" y="1727982"/>
                  </a:lnTo>
                  <a:lnTo>
                    <a:pt x="5014207" y="1727982"/>
                  </a:lnTo>
                  <a:lnTo>
                    <a:pt x="5015461" y="1727982"/>
                  </a:lnTo>
                  <a:lnTo>
                    <a:pt x="5016714" y="1727982"/>
                  </a:lnTo>
                  <a:lnTo>
                    <a:pt x="5017967" y="1727982"/>
                  </a:lnTo>
                  <a:lnTo>
                    <a:pt x="5019220" y="1727982"/>
                  </a:lnTo>
                  <a:lnTo>
                    <a:pt x="5020474" y="1727982"/>
                  </a:lnTo>
                  <a:lnTo>
                    <a:pt x="5021727" y="1727982"/>
                  </a:lnTo>
                  <a:lnTo>
                    <a:pt x="5022980" y="1727982"/>
                  </a:lnTo>
                  <a:lnTo>
                    <a:pt x="5024233" y="1727982"/>
                  </a:lnTo>
                  <a:lnTo>
                    <a:pt x="5025486" y="1727982"/>
                  </a:lnTo>
                  <a:lnTo>
                    <a:pt x="5026740" y="1727982"/>
                  </a:lnTo>
                  <a:lnTo>
                    <a:pt x="5027993" y="1727982"/>
                  </a:lnTo>
                  <a:lnTo>
                    <a:pt x="5029246" y="1727982"/>
                  </a:lnTo>
                  <a:lnTo>
                    <a:pt x="5030499" y="1727982"/>
                  </a:lnTo>
                  <a:lnTo>
                    <a:pt x="5031753" y="1727982"/>
                  </a:lnTo>
                  <a:lnTo>
                    <a:pt x="5033006" y="1727982"/>
                  </a:lnTo>
                  <a:lnTo>
                    <a:pt x="5034259" y="1727982"/>
                  </a:lnTo>
                  <a:lnTo>
                    <a:pt x="5035512" y="1727982"/>
                  </a:lnTo>
                  <a:lnTo>
                    <a:pt x="5036765" y="1727982"/>
                  </a:lnTo>
                  <a:lnTo>
                    <a:pt x="5038019" y="1727982"/>
                  </a:lnTo>
                  <a:lnTo>
                    <a:pt x="5039272" y="1727982"/>
                  </a:lnTo>
                  <a:lnTo>
                    <a:pt x="5040525" y="1727982"/>
                  </a:lnTo>
                  <a:lnTo>
                    <a:pt x="5041778" y="1727982"/>
                  </a:lnTo>
                  <a:lnTo>
                    <a:pt x="5043031" y="1727982"/>
                  </a:lnTo>
                  <a:lnTo>
                    <a:pt x="5044285" y="1727982"/>
                  </a:lnTo>
                  <a:lnTo>
                    <a:pt x="5045538" y="1727982"/>
                  </a:lnTo>
                  <a:lnTo>
                    <a:pt x="5046791" y="1727982"/>
                  </a:lnTo>
                  <a:lnTo>
                    <a:pt x="5048044" y="1727982"/>
                  </a:lnTo>
                  <a:lnTo>
                    <a:pt x="5049298" y="1727982"/>
                  </a:lnTo>
                  <a:lnTo>
                    <a:pt x="5050551" y="1727982"/>
                  </a:lnTo>
                  <a:lnTo>
                    <a:pt x="5051804" y="1727982"/>
                  </a:lnTo>
                  <a:lnTo>
                    <a:pt x="5053057" y="1727982"/>
                  </a:lnTo>
                  <a:lnTo>
                    <a:pt x="5054310" y="1727982"/>
                  </a:lnTo>
                  <a:lnTo>
                    <a:pt x="5055564" y="1727982"/>
                  </a:lnTo>
                  <a:lnTo>
                    <a:pt x="5056817" y="1727982"/>
                  </a:lnTo>
                  <a:lnTo>
                    <a:pt x="5058070" y="1727982"/>
                  </a:lnTo>
                  <a:lnTo>
                    <a:pt x="5059323" y="1727982"/>
                  </a:lnTo>
                  <a:lnTo>
                    <a:pt x="5060577" y="1727982"/>
                  </a:lnTo>
                  <a:lnTo>
                    <a:pt x="5061830" y="1727982"/>
                  </a:lnTo>
                  <a:lnTo>
                    <a:pt x="5063083" y="1727982"/>
                  </a:lnTo>
                  <a:lnTo>
                    <a:pt x="5064336" y="1727982"/>
                  </a:lnTo>
                  <a:lnTo>
                    <a:pt x="5065589" y="1727982"/>
                  </a:lnTo>
                  <a:lnTo>
                    <a:pt x="5066843" y="1727982"/>
                  </a:lnTo>
                  <a:lnTo>
                    <a:pt x="5068096" y="1727982"/>
                  </a:lnTo>
                  <a:lnTo>
                    <a:pt x="5069349" y="1727982"/>
                  </a:lnTo>
                  <a:lnTo>
                    <a:pt x="5070602" y="1727982"/>
                  </a:lnTo>
                  <a:lnTo>
                    <a:pt x="5071855" y="1727982"/>
                  </a:lnTo>
                  <a:lnTo>
                    <a:pt x="5073109" y="1727982"/>
                  </a:lnTo>
                  <a:lnTo>
                    <a:pt x="5074362" y="1727982"/>
                  </a:lnTo>
                  <a:lnTo>
                    <a:pt x="5075615" y="1727982"/>
                  </a:lnTo>
                  <a:lnTo>
                    <a:pt x="5076868" y="1727982"/>
                  </a:lnTo>
                  <a:lnTo>
                    <a:pt x="5078122" y="1727982"/>
                  </a:lnTo>
                  <a:lnTo>
                    <a:pt x="5079375" y="1727982"/>
                  </a:lnTo>
                  <a:lnTo>
                    <a:pt x="5080628" y="1727982"/>
                  </a:lnTo>
                  <a:lnTo>
                    <a:pt x="5081881" y="1727982"/>
                  </a:lnTo>
                  <a:lnTo>
                    <a:pt x="5083134" y="1727982"/>
                  </a:lnTo>
                  <a:lnTo>
                    <a:pt x="5084388" y="1727982"/>
                  </a:lnTo>
                  <a:lnTo>
                    <a:pt x="5085641" y="1727982"/>
                  </a:lnTo>
                  <a:lnTo>
                    <a:pt x="5086894" y="1727982"/>
                  </a:lnTo>
                  <a:lnTo>
                    <a:pt x="5088147" y="1727982"/>
                  </a:lnTo>
                  <a:lnTo>
                    <a:pt x="5089401" y="1727982"/>
                  </a:lnTo>
                  <a:lnTo>
                    <a:pt x="5090654" y="1727982"/>
                  </a:lnTo>
                  <a:lnTo>
                    <a:pt x="5091907" y="1727982"/>
                  </a:lnTo>
                  <a:lnTo>
                    <a:pt x="5093160" y="1727982"/>
                  </a:lnTo>
                  <a:lnTo>
                    <a:pt x="5094413" y="1727982"/>
                  </a:lnTo>
                  <a:lnTo>
                    <a:pt x="5095667" y="1727982"/>
                  </a:lnTo>
                  <a:lnTo>
                    <a:pt x="5096920" y="1727982"/>
                  </a:lnTo>
                  <a:lnTo>
                    <a:pt x="5098173" y="1727982"/>
                  </a:lnTo>
                  <a:lnTo>
                    <a:pt x="5099426" y="1727982"/>
                  </a:lnTo>
                  <a:lnTo>
                    <a:pt x="5100679" y="1727982"/>
                  </a:lnTo>
                  <a:lnTo>
                    <a:pt x="5101933" y="1727982"/>
                  </a:lnTo>
                  <a:lnTo>
                    <a:pt x="5103186" y="1727982"/>
                  </a:lnTo>
                  <a:lnTo>
                    <a:pt x="5104439" y="1727982"/>
                  </a:lnTo>
                  <a:lnTo>
                    <a:pt x="5105692" y="1727982"/>
                  </a:lnTo>
                  <a:lnTo>
                    <a:pt x="5106946" y="1727982"/>
                  </a:lnTo>
                  <a:lnTo>
                    <a:pt x="5108199" y="1727982"/>
                  </a:lnTo>
                  <a:lnTo>
                    <a:pt x="5109452" y="1727982"/>
                  </a:lnTo>
                  <a:lnTo>
                    <a:pt x="5110705" y="1727982"/>
                  </a:lnTo>
                  <a:lnTo>
                    <a:pt x="5111958" y="1727982"/>
                  </a:lnTo>
                  <a:lnTo>
                    <a:pt x="5113212" y="1727982"/>
                  </a:lnTo>
                  <a:lnTo>
                    <a:pt x="5114465" y="1727982"/>
                  </a:lnTo>
                  <a:lnTo>
                    <a:pt x="5115718" y="1727982"/>
                  </a:lnTo>
                  <a:lnTo>
                    <a:pt x="5116971" y="1727982"/>
                  </a:lnTo>
                  <a:lnTo>
                    <a:pt x="5118224" y="1727982"/>
                  </a:lnTo>
                  <a:lnTo>
                    <a:pt x="5119478" y="1727982"/>
                  </a:lnTo>
                  <a:lnTo>
                    <a:pt x="5120731" y="1727982"/>
                  </a:lnTo>
                  <a:lnTo>
                    <a:pt x="5121984" y="1727982"/>
                  </a:lnTo>
                  <a:lnTo>
                    <a:pt x="5123237" y="1727982"/>
                  </a:lnTo>
                  <a:lnTo>
                    <a:pt x="5124491" y="1727982"/>
                  </a:lnTo>
                  <a:lnTo>
                    <a:pt x="5125744" y="1727982"/>
                  </a:lnTo>
                  <a:lnTo>
                    <a:pt x="5126997" y="1727982"/>
                  </a:lnTo>
                  <a:lnTo>
                    <a:pt x="5128250" y="1727982"/>
                  </a:lnTo>
                  <a:lnTo>
                    <a:pt x="5129503" y="1727982"/>
                  </a:lnTo>
                  <a:lnTo>
                    <a:pt x="5130757" y="1727982"/>
                  </a:lnTo>
                  <a:lnTo>
                    <a:pt x="5132010" y="1727982"/>
                  </a:lnTo>
                  <a:lnTo>
                    <a:pt x="5133263" y="1727982"/>
                  </a:lnTo>
                  <a:lnTo>
                    <a:pt x="5134516" y="1727982"/>
                  </a:lnTo>
                  <a:lnTo>
                    <a:pt x="5135770" y="1727982"/>
                  </a:lnTo>
                  <a:lnTo>
                    <a:pt x="5137023" y="1727982"/>
                  </a:lnTo>
                  <a:lnTo>
                    <a:pt x="5138276" y="1727982"/>
                  </a:lnTo>
                  <a:lnTo>
                    <a:pt x="5139529" y="1727982"/>
                  </a:lnTo>
                  <a:lnTo>
                    <a:pt x="5140782" y="1727982"/>
                  </a:lnTo>
                  <a:lnTo>
                    <a:pt x="5142036" y="1727982"/>
                  </a:lnTo>
                  <a:lnTo>
                    <a:pt x="5143289" y="1727982"/>
                  </a:lnTo>
                  <a:lnTo>
                    <a:pt x="5144542" y="1727982"/>
                  </a:lnTo>
                  <a:lnTo>
                    <a:pt x="5145795" y="1727982"/>
                  </a:lnTo>
                  <a:lnTo>
                    <a:pt x="5147048" y="1727982"/>
                  </a:lnTo>
                  <a:lnTo>
                    <a:pt x="5148302" y="1727982"/>
                  </a:lnTo>
                  <a:lnTo>
                    <a:pt x="5149555" y="1727982"/>
                  </a:lnTo>
                  <a:lnTo>
                    <a:pt x="5150808" y="1727982"/>
                  </a:lnTo>
                  <a:lnTo>
                    <a:pt x="5152061" y="1727982"/>
                  </a:lnTo>
                  <a:lnTo>
                    <a:pt x="5153315" y="1727982"/>
                  </a:lnTo>
                  <a:lnTo>
                    <a:pt x="5154568" y="1727982"/>
                  </a:lnTo>
                  <a:lnTo>
                    <a:pt x="5155821" y="1727982"/>
                  </a:lnTo>
                  <a:lnTo>
                    <a:pt x="5157074" y="1727982"/>
                  </a:lnTo>
                  <a:lnTo>
                    <a:pt x="5158327" y="1727982"/>
                  </a:lnTo>
                  <a:lnTo>
                    <a:pt x="5159581" y="1727982"/>
                  </a:lnTo>
                  <a:lnTo>
                    <a:pt x="5160834" y="1727982"/>
                  </a:lnTo>
                  <a:lnTo>
                    <a:pt x="5162087" y="1727982"/>
                  </a:lnTo>
                  <a:lnTo>
                    <a:pt x="5163340" y="1727982"/>
                  </a:lnTo>
                  <a:lnTo>
                    <a:pt x="5164594" y="1727982"/>
                  </a:lnTo>
                  <a:lnTo>
                    <a:pt x="5165847" y="1727982"/>
                  </a:lnTo>
                  <a:lnTo>
                    <a:pt x="5167100" y="1727982"/>
                  </a:lnTo>
                  <a:lnTo>
                    <a:pt x="5168353" y="1727982"/>
                  </a:lnTo>
                  <a:lnTo>
                    <a:pt x="5169606" y="1727982"/>
                  </a:lnTo>
                  <a:lnTo>
                    <a:pt x="5170860" y="1727982"/>
                  </a:lnTo>
                  <a:lnTo>
                    <a:pt x="5172113" y="1727982"/>
                  </a:lnTo>
                  <a:lnTo>
                    <a:pt x="5173366" y="1727982"/>
                  </a:lnTo>
                  <a:lnTo>
                    <a:pt x="5174619" y="1727982"/>
                  </a:lnTo>
                  <a:lnTo>
                    <a:pt x="5175872" y="1727982"/>
                  </a:lnTo>
                  <a:lnTo>
                    <a:pt x="5177126" y="1727982"/>
                  </a:lnTo>
                  <a:lnTo>
                    <a:pt x="5178379" y="1727982"/>
                  </a:lnTo>
                  <a:lnTo>
                    <a:pt x="5179632" y="1727982"/>
                  </a:lnTo>
                  <a:lnTo>
                    <a:pt x="5180885" y="1727982"/>
                  </a:lnTo>
                  <a:lnTo>
                    <a:pt x="5182139" y="1727982"/>
                  </a:lnTo>
                  <a:lnTo>
                    <a:pt x="5183392" y="1727982"/>
                  </a:lnTo>
                  <a:lnTo>
                    <a:pt x="5184645" y="1727982"/>
                  </a:lnTo>
                  <a:lnTo>
                    <a:pt x="5185898" y="1727982"/>
                  </a:lnTo>
                  <a:lnTo>
                    <a:pt x="5187151" y="1727982"/>
                  </a:lnTo>
                  <a:lnTo>
                    <a:pt x="5188405" y="1727982"/>
                  </a:lnTo>
                  <a:lnTo>
                    <a:pt x="5189658" y="1727982"/>
                  </a:lnTo>
                  <a:lnTo>
                    <a:pt x="5190911" y="1727982"/>
                  </a:lnTo>
                  <a:lnTo>
                    <a:pt x="5192164" y="1727982"/>
                  </a:lnTo>
                  <a:lnTo>
                    <a:pt x="5193418" y="1727982"/>
                  </a:lnTo>
                  <a:lnTo>
                    <a:pt x="5194671" y="1727982"/>
                  </a:lnTo>
                  <a:lnTo>
                    <a:pt x="5195924" y="1727982"/>
                  </a:lnTo>
                  <a:lnTo>
                    <a:pt x="5197177" y="1727982"/>
                  </a:lnTo>
                  <a:lnTo>
                    <a:pt x="5198430" y="1727982"/>
                  </a:lnTo>
                  <a:lnTo>
                    <a:pt x="5199684" y="1727982"/>
                  </a:lnTo>
                  <a:lnTo>
                    <a:pt x="5200937" y="1727982"/>
                  </a:lnTo>
                  <a:lnTo>
                    <a:pt x="5202190" y="1727982"/>
                  </a:lnTo>
                  <a:lnTo>
                    <a:pt x="5203443" y="1727982"/>
                  </a:lnTo>
                  <a:lnTo>
                    <a:pt x="5204696" y="1727982"/>
                  </a:lnTo>
                  <a:lnTo>
                    <a:pt x="5205950" y="1727982"/>
                  </a:lnTo>
                  <a:lnTo>
                    <a:pt x="5207203" y="1727982"/>
                  </a:lnTo>
                  <a:lnTo>
                    <a:pt x="5208456" y="1727982"/>
                  </a:lnTo>
                  <a:lnTo>
                    <a:pt x="5209709" y="1727982"/>
                  </a:lnTo>
                  <a:lnTo>
                    <a:pt x="5210963" y="1727982"/>
                  </a:lnTo>
                  <a:lnTo>
                    <a:pt x="5212216" y="1727982"/>
                  </a:lnTo>
                  <a:lnTo>
                    <a:pt x="5213469" y="1727982"/>
                  </a:lnTo>
                  <a:lnTo>
                    <a:pt x="5214722" y="1727982"/>
                  </a:lnTo>
                  <a:lnTo>
                    <a:pt x="5215975" y="1727982"/>
                  </a:lnTo>
                  <a:lnTo>
                    <a:pt x="5217229" y="1727982"/>
                  </a:lnTo>
                  <a:lnTo>
                    <a:pt x="5218482" y="1727982"/>
                  </a:lnTo>
                  <a:lnTo>
                    <a:pt x="5219735" y="1727982"/>
                  </a:lnTo>
                  <a:lnTo>
                    <a:pt x="5220988" y="1727982"/>
                  </a:lnTo>
                  <a:lnTo>
                    <a:pt x="5222242" y="1727982"/>
                  </a:lnTo>
                  <a:lnTo>
                    <a:pt x="5223495" y="1727982"/>
                  </a:lnTo>
                  <a:lnTo>
                    <a:pt x="5224748" y="1727982"/>
                  </a:lnTo>
                  <a:lnTo>
                    <a:pt x="5226001" y="1727982"/>
                  </a:lnTo>
                  <a:lnTo>
                    <a:pt x="5227254" y="1727982"/>
                  </a:lnTo>
                  <a:lnTo>
                    <a:pt x="5228508" y="1727982"/>
                  </a:lnTo>
                  <a:lnTo>
                    <a:pt x="5229761" y="1727982"/>
                  </a:lnTo>
                  <a:lnTo>
                    <a:pt x="5231014" y="1727982"/>
                  </a:lnTo>
                  <a:lnTo>
                    <a:pt x="5232267" y="1727982"/>
                  </a:lnTo>
                  <a:lnTo>
                    <a:pt x="5233520" y="1727982"/>
                  </a:lnTo>
                  <a:lnTo>
                    <a:pt x="5234774" y="1727982"/>
                  </a:lnTo>
                  <a:lnTo>
                    <a:pt x="5236027" y="1727982"/>
                  </a:lnTo>
                  <a:lnTo>
                    <a:pt x="5237280" y="1727982"/>
                  </a:lnTo>
                  <a:lnTo>
                    <a:pt x="5238533" y="1727982"/>
                  </a:lnTo>
                  <a:lnTo>
                    <a:pt x="5239787" y="1727982"/>
                  </a:lnTo>
                  <a:lnTo>
                    <a:pt x="5241040" y="1727982"/>
                  </a:lnTo>
                  <a:lnTo>
                    <a:pt x="5242293" y="1727982"/>
                  </a:lnTo>
                  <a:lnTo>
                    <a:pt x="5243546" y="1727982"/>
                  </a:lnTo>
                  <a:lnTo>
                    <a:pt x="5244799" y="1727982"/>
                  </a:lnTo>
                  <a:lnTo>
                    <a:pt x="5246053" y="1727982"/>
                  </a:lnTo>
                  <a:lnTo>
                    <a:pt x="5247306" y="1727982"/>
                  </a:lnTo>
                  <a:lnTo>
                    <a:pt x="5248559" y="1727982"/>
                  </a:lnTo>
                  <a:lnTo>
                    <a:pt x="5249812" y="1727982"/>
                  </a:lnTo>
                  <a:lnTo>
                    <a:pt x="5251066" y="1727982"/>
                  </a:lnTo>
                  <a:lnTo>
                    <a:pt x="5252319" y="1727982"/>
                  </a:lnTo>
                  <a:lnTo>
                    <a:pt x="5253572" y="1727982"/>
                  </a:lnTo>
                  <a:lnTo>
                    <a:pt x="5254825" y="1727982"/>
                  </a:lnTo>
                  <a:lnTo>
                    <a:pt x="5256078" y="1727982"/>
                  </a:lnTo>
                  <a:lnTo>
                    <a:pt x="5257332" y="1727982"/>
                  </a:lnTo>
                  <a:lnTo>
                    <a:pt x="5258585" y="1727982"/>
                  </a:lnTo>
                  <a:lnTo>
                    <a:pt x="5259838" y="1727982"/>
                  </a:lnTo>
                  <a:lnTo>
                    <a:pt x="5261091" y="1727982"/>
                  </a:lnTo>
                  <a:lnTo>
                    <a:pt x="5262344" y="1727982"/>
                  </a:lnTo>
                  <a:lnTo>
                    <a:pt x="5263598" y="1727982"/>
                  </a:lnTo>
                  <a:lnTo>
                    <a:pt x="5264851" y="1727982"/>
                  </a:lnTo>
                  <a:lnTo>
                    <a:pt x="5266104" y="1727982"/>
                  </a:lnTo>
                  <a:lnTo>
                    <a:pt x="5267357" y="1727982"/>
                  </a:lnTo>
                  <a:lnTo>
                    <a:pt x="5268611" y="1727982"/>
                  </a:lnTo>
                  <a:lnTo>
                    <a:pt x="5269864" y="1727982"/>
                  </a:lnTo>
                  <a:lnTo>
                    <a:pt x="5271117" y="1727982"/>
                  </a:lnTo>
                  <a:lnTo>
                    <a:pt x="5272370" y="1727982"/>
                  </a:lnTo>
                  <a:lnTo>
                    <a:pt x="5273623" y="1727982"/>
                  </a:lnTo>
                  <a:lnTo>
                    <a:pt x="5274877" y="1727982"/>
                  </a:lnTo>
                  <a:lnTo>
                    <a:pt x="5276130" y="1727982"/>
                  </a:lnTo>
                  <a:lnTo>
                    <a:pt x="5277383" y="1727982"/>
                  </a:lnTo>
                  <a:lnTo>
                    <a:pt x="5278636" y="1727982"/>
                  </a:lnTo>
                  <a:lnTo>
                    <a:pt x="5279889" y="1727982"/>
                  </a:lnTo>
                  <a:lnTo>
                    <a:pt x="5281143" y="1727982"/>
                  </a:lnTo>
                  <a:lnTo>
                    <a:pt x="5282396" y="1727982"/>
                  </a:lnTo>
                  <a:lnTo>
                    <a:pt x="5283649" y="1727982"/>
                  </a:lnTo>
                  <a:lnTo>
                    <a:pt x="5284902" y="1727982"/>
                  </a:lnTo>
                  <a:lnTo>
                    <a:pt x="5286156" y="1727982"/>
                  </a:lnTo>
                  <a:lnTo>
                    <a:pt x="5287409" y="1727982"/>
                  </a:lnTo>
                  <a:lnTo>
                    <a:pt x="5288662" y="1727982"/>
                  </a:lnTo>
                  <a:lnTo>
                    <a:pt x="5289915" y="1727982"/>
                  </a:lnTo>
                  <a:lnTo>
                    <a:pt x="5291168" y="1727982"/>
                  </a:lnTo>
                  <a:lnTo>
                    <a:pt x="5292422" y="1727982"/>
                  </a:lnTo>
                  <a:lnTo>
                    <a:pt x="5293675" y="1727982"/>
                  </a:lnTo>
                  <a:lnTo>
                    <a:pt x="5294928" y="1727982"/>
                  </a:lnTo>
                  <a:lnTo>
                    <a:pt x="5296181" y="1727982"/>
                  </a:lnTo>
                  <a:lnTo>
                    <a:pt x="5297435" y="1727982"/>
                  </a:lnTo>
                  <a:lnTo>
                    <a:pt x="5298688" y="1727982"/>
                  </a:lnTo>
                  <a:lnTo>
                    <a:pt x="5299941" y="1727982"/>
                  </a:lnTo>
                  <a:lnTo>
                    <a:pt x="5301194" y="1727982"/>
                  </a:lnTo>
                  <a:lnTo>
                    <a:pt x="5302447" y="1727982"/>
                  </a:lnTo>
                  <a:lnTo>
                    <a:pt x="5303701" y="1727982"/>
                  </a:lnTo>
                  <a:lnTo>
                    <a:pt x="5304954" y="1727982"/>
                  </a:lnTo>
                  <a:lnTo>
                    <a:pt x="5306207" y="1727982"/>
                  </a:lnTo>
                  <a:lnTo>
                    <a:pt x="5307460" y="1727982"/>
                  </a:lnTo>
                  <a:lnTo>
                    <a:pt x="5308713" y="1727982"/>
                  </a:lnTo>
                  <a:lnTo>
                    <a:pt x="5309967" y="1727982"/>
                  </a:lnTo>
                  <a:lnTo>
                    <a:pt x="5311220" y="1727982"/>
                  </a:lnTo>
                  <a:lnTo>
                    <a:pt x="5312473" y="1727982"/>
                  </a:lnTo>
                  <a:lnTo>
                    <a:pt x="5313726" y="1727982"/>
                  </a:lnTo>
                  <a:lnTo>
                    <a:pt x="5314980" y="1727982"/>
                  </a:lnTo>
                  <a:lnTo>
                    <a:pt x="5316233" y="1727982"/>
                  </a:lnTo>
                  <a:lnTo>
                    <a:pt x="5317486" y="1727982"/>
                  </a:lnTo>
                  <a:lnTo>
                    <a:pt x="5318739" y="1727982"/>
                  </a:lnTo>
                  <a:lnTo>
                    <a:pt x="5319992" y="1727982"/>
                  </a:lnTo>
                  <a:lnTo>
                    <a:pt x="5321246" y="1727982"/>
                  </a:lnTo>
                  <a:lnTo>
                    <a:pt x="5322499" y="1727982"/>
                  </a:lnTo>
                  <a:lnTo>
                    <a:pt x="5323752" y="1727982"/>
                  </a:lnTo>
                  <a:lnTo>
                    <a:pt x="5325005" y="1727982"/>
                  </a:lnTo>
                  <a:lnTo>
                    <a:pt x="5326259" y="1727982"/>
                  </a:lnTo>
                  <a:lnTo>
                    <a:pt x="5327512" y="1727982"/>
                  </a:lnTo>
                  <a:lnTo>
                    <a:pt x="5328765" y="1727982"/>
                  </a:lnTo>
                  <a:lnTo>
                    <a:pt x="5330018" y="1727982"/>
                  </a:lnTo>
                  <a:lnTo>
                    <a:pt x="5331271" y="1727982"/>
                  </a:lnTo>
                  <a:lnTo>
                    <a:pt x="5332525" y="1727982"/>
                  </a:lnTo>
                  <a:lnTo>
                    <a:pt x="5333778" y="1727982"/>
                  </a:lnTo>
                  <a:lnTo>
                    <a:pt x="5335031" y="1727982"/>
                  </a:lnTo>
                  <a:lnTo>
                    <a:pt x="5336284" y="1727982"/>
                  </a:lnTo>
                  <a:lnTo>
                    <a:pt x="5337537" y="1727982"/>
                  </a:lnTo>
                  <a:lnTo>
                    <a:pt x="5338791" y="1727982"/>
                  </a:lnTo>
                  <a:lnTo>
                    <a:pt x="5340044" y="1727982"/>
                  </a:lnTo>
                  <a:lnTo>
                    <a:pt x="5341297" y="1727982"/>
                  </a:lnTo>
                  <a:lnTo>
                    <a:pt x="5342550" y="1727982"/>
                  </a:lnTo>
                  <a:lnTo>
                    <a:pt x="5343804" y="1727982"/>
                  </a:lnTo>
                  <a:lnTo>
                    <a:pt x="5345057" y="1727982"/>
                  </a:lnTo>
                  <a:lnTo>
                    <a:pt x="5346310" y="1727982"/>
                  </a:lnTo>
                  <a:lnTo>
                    <a:pt x="5347563" y="1727982"/>
                  </a:lnTo>
                  <a:lnTo>
                    <a:pt x="5348816" y="1727982"/>
                  </a:lnTo>
                  <a:lnTo>
                    <a:pt x="5350070" y="1727982"/>
                  </a:lnTo>
                  <a:lnTo>
                    <a:pt x="5351323" y="1727982"/>
                  </a:lnTo>
                  <a:lnTo>
                    <a:pt x="5352576" y="1727982"/>
                  </a:lnTo>
                  <a:lnTo>
                    <a:pt x="5353829" y="1727982"/>
                  </a:lnTo>
                  <a:lnTo>
                    <a:pt x="5355083" y="1727982"/>
                  </a:lnTo>
                  <a:lnTo>
                    <a:pt x="5356336" y="1727982"/>
                  </a:lnTo>
                  <a:lnTo>
                    <a:pt x="5357589" y="1727982"/>
                  </a:lnTo>
                  <a:lnTo>
                    <a:pt x="5358842" y="1727982"/>
                  </a:lnTo>
                  <a:lnTo>
                    <a:pt x="5360095" y="1727982"/>
                  </a:lnTo>
                  <a:lnTo>
                    <a:pt x="5361349" y="1727982"/>
                  </a:lnTo>
                  <a:lnTo>
                    <a:pt x="5362602" y="1727982"/>
                  </a:lnTo>
                  <a:lnTo>
                    <a:pt x="5363855" y="1727982"/>
                  </a:lnTo>
                  <a:lnTo>
                    <a:pt x="5365108" y="1727982"/>
                  </a:lnTo>
                  <a:lnTo>
                    <a:pt x="5366361" y="1727982"/>
                  </a:lnTo>
                  <a:lnTo>
                    <a:pt x="5367615" y="1727982"/>
                  </a:lnTo>
                  <a:lnTo>
                    <a:pt x="5368868" y="1727982"/>
                  </a:lnTo>
                  <a:lnTo>
                    <a:pt x="5370121" y="1727982"/>
                  </a:lnTo>
                  <a:lnTo>
                    <a:pt x="5371374" y="1727982"/>
                  </a:lnTo>
                  <a:lnTo>
                    <a:pt x="5372628" y="1727982"/>
                  </a:lnTo>
                  <a:lnTo>
                    <a:pt x="5373881" y="1727982"/>
                  </a:lnTo>
                  <a:lnTo>
                    <a:pt x="5375134" y="1727982"/>
                  </a:lnTo>
                  <a:lnTo>
                    <a:pt x="5376387" y="1727982"/>
                  </a:lnTo>
                  <a:lnTo>
                    <a:pt x="5377640" y="1727982"/>
                  </a:lnTo>
                  <a:lnTo>
                    <a:pt x="5378894" y="1727982"/>
                  </a:lnTo>
                  <a:lnTo>
                    <a:pt x="5380147" y="1727982"/>
                  </a:lnTo>
                  <a:lnTo>
                    <a:pt x="5381400" y="1727982"/>
                  </a:lnTo>
                  <a:lnTo>
                    <a:pt x="5382653" y="1727982"/>
                  </a:lnTo>
                  <a:lnTo>
                    <a:pt x="5383907" y="1727982"/>
                  </a:lnTo>
                  <a:lnTo>
                    <a:pt x="5385160" y="1727982"/>
                  </a:lnTo>
                  <a:lnTo>
                    <a:pt x="5386413" y="1727982"/>
                  </a:lnTo>
                  <a:lnTo>
                    <a:pt x="5387666" y="1727982"/>
                  </a:lnTo>
                  <a:lnTo>
                    <a:pt x="5388919" y="1727982"/>
                  </a:lnTo>
                  <a:lnTo>
                    <a:pt x="5390173" y="1727982"/>
                  </a:lnTo>
                  <a:lnTo>
                    <a:pt x="5391426" y="1727982"/>
                  </a:lnTo>
                  <a:lnTo>
                    <a:pt x="5392679" y="1727982"/>
                  </a:lnTo>
                  <a:lnTo>
                    <a:pt x="5393932" y="1727982"/>
                  </a:lnTo>
                  <a:lnTo>
                    <a:pt x="5395185" y="1727982"/>
                  </a:lnTo>
                  <a:lnTo>
                    <a:pt x="5396439" y="1727982"/>
                  </a:lnTo>
                  <a:lnTo>
                    <a:pt x="5397692" y="1727982"/>
                  </a:lnTo>
                  <a:lnTo>
                    <a:pt x="5398945" y="1727982"/>
                  </a:lnTo>
                  <a:lnTo>
                    <a:pt x="5400198" y="1727982"/>
                  </a:lnTo>
                  <a:lnTo>
                    <a:pt x="5401452" y="1727982"/>
                  </a:lnTo>
                  <a:lnTo>
                    <a:pt x="5402705" y="1727982"/>
                  </a:lnTo>
                  <a:lnTo>
                    <a:pt x="5403958" y="1727982"/>
                  </a:lnTo>
                  <a:lnTo>
                    <a:pt x="5405211" y="1727982"/>
                  </a:lnTo>
                  <a:lnTo>
                    <a:pt x="5406464" y="1727982"/>
                  </a:lnTo>
                  <a:lnTo>
                    <a:pt x="5407718" y="1727982"/>
                  </a:lnTo>
                  <a:lnTo>
                    <a:pt x="5408971" y="1727982"/>
                  </a:lnTo>
                  <a:lnTo>
                    <a:pt x="5410224" y="1727982"/>
                  </a:lnTo>
                  <a:lnTo>
                    <a:pt x="5411477" y="1727982"/>
                  </a:lnTo>
                  <a:lnTo>
                    <a:pt x="5412731" y="1727982"/>
                  </a:lnTo>
                  <a:lnTo>
                    <a:pt x="5413984" y="1727982"/>
                  </a:lnTo>
                  <a:lnTo>
                    <a:pt x="5415237" y="1727982"/>
                  </a:lnTo>
                  <a:lnTo>
                    <a:pt x="5416490" y="1727982"/>
                  </a:lnTo>
                  <a:lnTo>
                    <a:pt x="5417743" y="1727982"/>
                  </a:lnTo>
                  <a:lnTo>
                    <a:pt x="5418997" y="1727982"/>
                  </a:lnTo>
                  <a:lnTo>
                    <a:pt x="5420250" y="1727982"/>
                  </a:lnTo>
                  <a:lnTo>
                    <a:pt x="5421503" y="1727982"/>
                  </a:lnTo>
                  <a:lnTo>
                    <a:pt x="5422756" y="1727982"/>
                  </a:lnTo>
                  <a:lnTo>
                    <a:pt x="5424009" y="1727982"/>
                  </a:lnTo>
                  <a:lnTo>
                    <a:pt x="5425263" y="1727982"/>
                  </a:lnTo>
                  <a:lnTo>
                    <a:pt x="5426516" y="1727982"/>
                  </a:lnTo>
                  <a:lnTo>
                    <a:pt x="5427769" y="1727982"/>
                  </a:lnTo>
                  <a:lnTo>
                    <a:pt x="5429022" y="1727982"/>
                  </a:lnTo>
                  <a:lnTo>
                    <a:pt x="5430276" y="1727982"/>
                  </a:lnTo>
                  <a:lnTo>
                    <a:pt x="5431529" y="1727982"/>
                  </a:lnTo>
                  <a:lnTo>
                    <a:pt x="5432782" y="1727982"/>
                  </a:lnTo>
                  <a:lnTo>
                    <a:pt x="5434035" y="1727982"/>
                  </a:lnTo>
                  <a:lnTo>
                    <a:pt x="5435288" y="1727982"/>
                  </a:lnTo>
                  <a:lnTo>
                    <a:pt x="5436542" y="1727982"/>
                  </a:lnTo>
                  <a:lnTo>
                    <a:pt x="5437795" y="1727982"/>
                  </a:lnTo>
                  <a:lnTo>
                    <a:pt x="5439048" y="1727982"/>
                  </a:lnTo>
                  <a:lnTo>
                    <a:pt x="5440301" y="1727982"/>
                  </a:lnTo>
                  <a:lnTo>
                    <a:pt x="5441554" y="1727982"/>
                  </a:lnTo>
                  <a:lnTo>
                    <a:pt x="5442808" y="1727982"/>
                  </a:lnTo>
                  <a:lnTo>
                    <a:pt x="5444061" y="1727982"/>
                  </a:lnTo>
                  <a:lnTo>
                    <a:pt x="5445314" y="1727982"/>
                  </a:lnTo>
                  <a:lnTo>
                    <a:pt x="5446567" y="1727982"/>
                  </a:lnTo>
                  <a:lnTo>
                    <a:pt x="5447821" y="1727982"/>
                  </a:lnTo>
                  <a:lnTo>
                    <a:pt x="5449074" y="1727982"/>
                  </a:lnTo>
                  <a:lnTo>
                    <a:pt x="5450327" y="1727982"/>
                  </a:lnTo>
                  <a:lnTo>
                    <a:pt x="5451580" y="1727982"/>
                  </a:lnTo>
                  <a:lnTo>
                    <a:pt x="5452833" y="1727982"/>
                  </a:lnTo>
                  <a:lnTo>
                    <a:pt x="5454087" y="1727982"/>
                  </a:lnTo>
                  <a:lnTo>
                    <a:pt x="5455340" y="1727982"/>
                  </a:lnTo>
                  <a:lnTo>
                    <a:pt x="5456593" y="1727982"/>
                  </a:lnTo>
                  <a:lnTo>
                    <a:pt x="5457846" y="1727982"/>
                  </a:lnTo>
                  <a:lnTo>
                    <a:pt x="5459100" y="1727982"/>
                  </a:lnTo>
                  <a:lnTo>
                    <a:pt x="5460353" y="1727982"/>
                  </a:lnTo>
                  <a:lnTo>
                    <a:pt x="5461606" y="1727982"/>
                  </a:lnTo>
                  <a:lnTo>
                    <a:pt x="5462859" y="1727982"/>
                  </a:lnTo>
                  <a:lnTo>
                    <a:pt x="5464112" y="1727982"/>
                  </a:lnTo>
                  <a:lnTo>
                    <a:pt x="5465366" y="1727982"/>
                  </a:lnTo>
                  <a:lnTo>
                    <a:pt x="5466619" y="1727982"/>
                  </a:lnTo>
                  <a:lnTo>
                    <a:pt x="5467872" y="1727982"/>
                  </a:lnTo>
                  <a:lnTo>
                    <a:pt x="5469125" y="1727982"/>
                  </a:lnTo>
                  <a:lnTo>
                    <a:pt x="5470378" y="1727982"/>
                  </a:lnTo>
                  <a:lnTo>
                    <a:pt x="5471632" y="1727982"/>
                  </a:lnTo>
                  <a:lnTo>
                    <a:pt x="5472885" y="1727982"/>
                  </a:lnTo>
                  <a:lnTo>
                    <a:pt x="5474138" y="1727982"/>
                  </a:lnTo>
                  <a:lnTo>
                    <a:pt x="5475391" y="1727982"/>
                  </a:lnTo>
                  <a:lnTo>
                    <a:pt x="5476645" y="1727982"/>
                  </a:lnTo>
                  <a:lnTo>
                    <a:pt x="5477898" y="1727982"/>
                  </a:lnTo>
                  <a:lnTo>
                    <a:pt x="5479151" y="1727982"/>
                  </a:lnTo>
                  <a:lnTo>
                    <a:pt x="5480404" y="1727982"/>
                  </a:lnTo>
                  <a:lnTo>
                    <a:pt x="5481657" y="1727982"/>
                  </a:lnTo>
                  <a:lnTo>
                    <a:pt x="5482911" y="1727982"/>
                  </a:lnTo>
                  <a:lnTo>
                    <a:pt x="5484164" y="1727982"/>
                  </a:lnTo>
                  <a:lnTo>
                    <a:pt x="5485417" y="1727982"/>
                  </a:lnTo>
                  <a:lnTo>
                    <a:pt x="5486670" y="1727982"/>
                  </a:lnTo>
                  <a:lnTo>
                    <a:pt x="5487924" y="1727982"/>
                  </a:lnTo>
                  <a:lnTo>
                    <a:pt x="5489177" y="1727982"/>
                  </a:lnTo>
                  <a:lnTo>
                    <a:pt x="5490430" y="1727982"/>
                  </a:lnTo>
                  <a:lnTo>
                    <a:pt x="5491683" y="1727982"/>
                  </a:lnTo>
                  <a:lnTo>
                    <a:pt x="5492936" y="1727982"/>
                  </a:lnTo>
                  <a:lnTo>
                    <a:pt x="5494190" y="1727982"/>
                  </a:lnTo>
                  <a:lnTo>
                    <a:pt x="5495443" y="1727982"/>
                  </a:lnTo>
                  <a:lnTo>
                    <a:pt x="5496696" y="1727982"/>
                  </a:lnTo>
                  <a:lnTo>
                    <a:pt x="5497949" y="1727982"/>
                  </a:lnTo>
                  <a:lnTo>
                    <a:pt x="5499202" y="1727982"/>
                  </a:lnTo>
                  <a:lnTo>
                    <a:pt x="5500456" y="1727982"/>
                  </a:lnTo>
                  <a:lnTo>
                    <a:pt x="5501709" y="1727982"/>
                  </a:lnTo>
                  <a:lnTo>
                    <a:pt x="5502962" y="1727982"/>
                  </a:lnTo>
                  <a:lnTo>
                    <a:pt x="5504215" y="1727982"/>
                  </a:lnTo>
                  <a:lnTo>
                    <a:pt x="5505469" y="1727982"/>
                  </a:lnTo>
                  <a:lnTo>
                    <a:pt x="5506722" y="1727982"/>
                  </a:lnTo>
                  <a:lnTo>
                    <a:pt x="5507975" y="1727982"/>
                  </a:lnTo>
                  <a:lnTo>
                    <a:pt x="5509228" y="1727982"/>
                  </a:lnTo>
                  <a:lnTo>
                    <a:pt x="5510481" y="1727982"/>
                  </a:lnTo>
                  <a:lnTo>
                    <a:pt x="5511735" y="1727982"/>
                  </a:lnTo>
                  <a:lnTo>
                    <a:pt x="5512988" y="1727982"/>
                  </a:lnTo>
                  <a:lnTo>
                    <a:pt x="5514241" y="1727982"/>
                  </a:lnTo>
                  <a:lnTo>
                    <a:pt x="5515494" y="1727982"/>
                  </a:lnTo>
                  <a:lnTo>
                    <a:pt x="5516748" y="1727982"/>
                  </a:lnTo>
                  <a:lnTo>
                    <a:pt x="5518001" y="1727982"/>
                  </a:lnTo>
                  <a:lnTo>
                    <a:pt x="5519254" y="1727982"/>
                  </a:lnTo>
                  <a:lnTo>
                    <a:pt x="5520507" y="1727982"/>
                  </a:lnTo>
                  <a:lnTo>
                    <a:pt x="5521760" y="1727982"/>
                  </a:lnTo>
                  <a:lnTo>
                    <a:pt x="5523014" y="1727982"/>
                  </a:lnTo>
                  <a:lnTo>
                    <a:pt x="5524267" y="1727982"/>
                  </a:lnTo>
                  <a:lnTo>
                    <a:pt x="5525520" y="1727982"/>
                  </a:lnTo>
                  <a:lnTo>
                    <a:pt x="5526773" y="1727982"/>
                  </a:lnTo>
                  <a:lnTo>
                    <a:pt x="5528026" y="1727982"/>
                  </a:lnTo>
                  <a:lnTo>
                    <a:pt x="5529280" y="1727982"/>
                  </a:lnTo>
                  <a:lnTo>
                    <a:pt x="5530533" y="1727982"/>
                  </a:lnTo>
                  <a:lnTo>
                    <a:pt x="5531786" y="1727982"/>
                  </a:lnTo>
                  <a:lnTo>
                    <a:pt x="5533039" y="1727982"/>
                  </a:lnTo>
                  <a:lnTo>
                    <a:pt x="5534293" y="1727982"/>
                  </a:lnTo>
                  <a:lnTo>
                    <a:pt x="5535546" y="1727982"/>
                  </a:lnTo>
                  <a:lnTo>
                    <a:pt x="5536799" y="1727982"/>
                  </a:lnTo>
                  <a:lnTo>
                    <a:pt x="5538052" y="1727982"/>
                  </a:lnTo>
                  <a:lnTo>
                    <a:pt x="5539305" y="1727982"/>
                  </a:lnTo>
                  <a:lnTo>
                    <a:pt x="5540559" y="1727982"/>
                  </a:lnTo>
                  <a:lnTo>
                    <a:pt x="5541812" y="1727982"/>
                  </a:lnTo>
                  <a:lnTo>
                    <a:pt x="5543065" y="1727982"/>
                  </a:lnTo>
                  <a:lnTo>
                    <a:pt x="5544318" y="1727982"/>
                  </a:lnTo>
                  <a:lnTo>
                    <a:pt x="5545572" y="1727982"/>
                  </a:lnTo>
                  <a:lnTo>
                    <a:pt x="5546825" y="1727982"/>
                  </a:lnTo>
                  <a:lnTo>
                    <a:pt x="5548078" y="1727982"/>
                  </a:lnTo>
                  <a:lnTo>
                    <a:pt x="5549331" y="1727982"/>
                  </a:lnTo>
                  <a:lnTo>
                    <a:pt x="5550584" y="1727982"/>
                  </a:lnTo>
                  <a:lnTo>
                    <a:pt x="5551838" y="1727982"/>
                  </a:lnTo>
                  <a:lnTo>
                    <a:pt x="5553091" y="1727982"/>
                  </a:lnTo>
                  <a:lnTo>
                    <a:pt x="5554344" y="1727982"/>
                  </a:lnTo>
                  <a:lnTo>
                    <a:pt x="5555597" y="1727982"/>
                  </a:lnTo>
                  <a:lnTo>
                    <a:pt x="5556850" y="1727982"/>
                  </a:lnTo>
                  <a:lnTo>
                    <a:pt x="5558104" y="1727982"/>
                  </a:lnTo>
                  <a:lnTo>
                    <a:pt x="5559357" y="1727982"/>
                  </a:lnTo>
                  <a:lnTo>
                    <a:pt x="5560610" y="1727982"/>
                  </a:lnTo>
                  <a:lnTo>
                    <a:pt x="5561863" y="1727982"/>
                  </a:lnTo>
                  <a:lnTo>
                    <a:pt x="5563117" y="1727982"/>
                  </a:lnTo>
                  <a:lnTo>
                    <a:pt x="5564370" y="1727982"/>
                  </a:lnTo>
                  <a:lnTo>
                    <a:pt x="5565623" y="1727982"/>
                  </a:lnTo>
                  <a:lnTo>
                    <a:pt x="5566876" y="1727982"/>
                  </a:lnTo>
                  <a:lnTo>
                    <a:pt x="5568129" y="1727982"/>
                  </a:lnTo>
                  <a:lnTo>
                    <a:pt x="5569383" y="1727982"/>
                  </a:lnTo>
                  <a:lnTo>
                    <a:pt x="5570636" y="1727982"/>
                  </a:lnTo>
                  <a:lnTo>
                    <a:pt x="5571889" y="1727982"/>
                  </a:lnTo>
                  <a:lnTo>
                    <a:pt x="5573142" y="1727982"/>
                  </a:lnTo>
                  <a:lnTo>
                    <a:pt x="5574396" y="1727982"/>
                  </a:lnTo>
                  <a:lnTo>
                    <a:pt x="5575649" y="1727982"/>
                  </a:lnTo>
                  <a:lnTo>
                    <a:pt x="5576902" y="1727982"/>
                  </a:lnTo>
                  <a:lnTo>
                    <a:pt x="5578155" y="1727982"/>
                  </a:lnTo>
                  <a:lnTo>
                    <a:pt x="5579408" y="1727982"/>
                  </a:lnTo>
                  <a:lnTo>
                    <a:pt x="5580662" y="1727982"/>
                  </a:lnTo>
                  <a:lnTo>
                    <a:pt x="5581915" y="1727982"/>
                  </a:lnTo>
                  <a:lnTo>
                    <a:pt x="5583168" y="1727982"/>
                  </a:lnTo>
                  <a:lnTo>
                    <a:pt x="5584421" y="1727982"/>
                  </a:lnTo>
                  <a:lnTo>
                    <a:pt x="5585674" y="1727982"/>
                  </a:lnTo>
                  <a:lnTo>
                    <a:pt x="5586928" y="1727982"/>
                  </a:lnTo>
                  <a:lnTo>
                    <a:pt x="5588181" y="1727982"/>
                  </a:lnTo>
                  <a:lnTo>
                    <a:pt x="5589434" y="1727982"/>
                  </a:lnTo>
                  <a:lnTo>
                    <a:pt x="5590687" y="1727982"/>
                  </a:lnTo>
                  <a:lnTo>
                    <a:pt x="5591941" y="1727982"/>
                  </a:lnTo>
                  <a:lnTo>
                    <a:pt x="5593194" y="1727982"/>
                  </a:lnTo>
                  <a:lnTo>
                    <a:pt x="5594447" y="1727982"/>
                  </a:lnTo>
                  <a:lnTo>
                    <a:pt x="5595700" y="1727982"/>
                  </a:lnTo>
                  <a:lnTo>
                    <a:pt x="5596953" y="1727982"/>
                  </a:lnTo>
                  <a:lnTo>
                    <a:pt x="5598207" y="1727982"/>
                  </a:lnTo>
                  <a:lnTo>
                    <a:pt x="5599460" y="1727982"/>
                  </a:lnTo>
                  <a:lnTo>
                    <a:pt x="5600713" y="1727982"/>
                  </a:lnTo>
                  <a:lnTo>
                    <a:pt x="5601966" y="1727982"/>
                  </a:lnTo>
                  <a:lnTo>
                    <a:pt x="5603219" y="1727982"/>
                  </a:lnTo>
                  <a:lnTo>
                    <a:pt x="5604473" y="1727982"/>
                  </a:lnTo>
                  <a:lnTo>
                    <a:pt x="5605726" y="1727982"/>
                  </a:lnTo>
                  <a:lnTo>
                    <a:pt x="5606979" y="1727982"/>
                  </a:lnTo>
                  <a:lnTo>
                    <a:pt x="5608232" y="1727982"/>
                  </a:lnTo>
                  <a:lnTo>
                    <a:pt x="5609486" y="1727982"/>
                  </a:lnTo>
                  <a:lnTo>
                    <a:pt x="5610739" y="1727982"/>
                  </a:lnTo>
                  <a:lnTo>
                    <a:pt x="5611992" y="1727982"/>
                  </a:lnTo>
                  <a:lnTo>
                    <a:pt x="5613245" y="1727982"/>
                  </a:lnTo>
                  <a:lnTo>
                    <a:pt x="5614498" y="1727982"/>
                  </a:lnTo>
                  <a:lnTo>
                    <a:pt x="5615752" y="1727982"/>
                  </a:lnTo>
                  <a:lnTo>
                    <a:pt x="5617005" y="1727982"/>
                  </a:lnTo>
                  <a:lnTo>
                    <a:pt x="5618258" y="1727982"/>
                  </a:lnTo>
                  <a:lnTo>
                    <a:pt x="5619511" y="1727982"/>
                  </a:lnTo>
                  <a:lnTo>
                    <a:pt x="5620765" y="1727982"/>
                  </a:lnTo>
                  <a:lnTo>
                    <a:pt x="5622018" y="1727982"/>
                  </a:lnTo>
                  <a:lnTo>
                    <a:pt x="5623271" y="1727982"/>
                  </a:lnTo>
                  <a:lnTo>
                    <a:pt x="5624524" y="1727982"/>
                  </a:lnTo>
                  <a:lnTo>
                    <a:pt x="5625777" y="1727982"/>
                  </a:lnTo>
                  <a:lnTo>
                    <a:pt x="5627031" y="1727982"/>
                  </a:lnTo>
                  <a:lnTo>
                    <a:pt x="5628284" y="1727982"/>
                  </a:lnTo>
                  <a:lnTo>
                    <a:pt x="5629537" y="1727982"/>
                  </a:lnTo>
                  <a:lnTo>
                    <a:pt x="5630790" y="1727982"/>
                  </a:lnTo>
                  <a:lnTo>
                    <a:pt x="5632043" y="1727982"/>
                  </a:lnTo>
                  <a:lnTo>
                    <a:pt x="5633297" y="1727982"/>
                  </a:lnTo>
                  <a:lnTo>
                    <a:pt x="5634550" y="1727982"/>
                  </a:lnTo>
                  <a:lnTo>
                    <a:pt x="5635803" y="1727982"/>
                  </a:lnTo>
                  <a:lnTo>
                    <a:pt x="5637056" y="1727982"/>
                  </a:lnTo>
                  <a:lnTo>
                    <a:pt x="5638310" y="1727982"/>
                  </a:lnTo>
                  <a:lnTo>
                    <a:pt x="5639563" y="1727982"/>
                  </a:lnTo>
                  <a:lnTo>
                    <a:pt x="5640816" y="1727982"/>
                  </a:lnTo>
                  <a:lnTo>
                    <a:pt x="5642069" y="1727982"/>
                  </a:lnTo>
                  <a:lnTo>
                    <a:pt x="5643322" y="1727982"/>
                  </a:lnTo>
                  <a:lnTo>
                    <a:pt x="5644576" y="1727982"/>
                  </a:lnTo>
                  <a:lnTo>
                    <a:pt x="5645829" y="1727982"/>
                  </a:lnTo>
                  <a:lnTo>
                    <a:pt x="5647082" y="1727982"/>
                  </a:lnTo>
                  <a:lnTo>
                    <a:pt x="5648335" y="1727982"/>
                  </a:lnTo>
                  <a:lnTo>
                    <a:pt x="5649589" y="1727982"/>
                  </a:lnTo>
                  <a:lnTo>
                    <a:pt x="5650842" y="1727982"/>
                  </a:lnTo>
                  <a:lnTo>
                    <a:pt x="5652095" y="1727982"/>
                  </a:lnTo>
                  <a:lnTo>
                    <a:pt x="5653348" y="1727982"/>
                  </a:lnTo>
                  <a:lnTo>
                    <a:pt x="5654601" y="1727982"/>
                  </a:lnTo>
                  <a:lnTo>
                    <a:pt x="5655855" y="1727982"/>
                  </a:lnTo>
                  <a:lnTo>
                    <a:pt x="5657108" y="1727982"/>
                  </a:lnTo>
                  <a:lnTo>
                    <a:pt x="5658361" y="1727982"/>
                  </a:lnTo>
                  <a:lnTo>
                    <a:pt x="5659614" y="1727982"/>
                  </a:lnTo>
                  <a:lnTo>
                    <a:pt x="5660867" y="1727982"/>
                  </a:lnTo>
                  <a:lnTo>
                    <a:pt x="5662121" y="1727982"/>
                  </a:lnTo>
                  <a:lnTo>
                    <a:pt x="5663374" y="1727982"/>
                  </a:lnTo>
                  <a:lnTo>
                    <a:pt x="5664627" y="1727982"/>
                  </a:lnTo>
                  <a:lnTo>
                    <a:pt x="5665880" y="1727982"/>
                  </a:lnTo>
                  <a:lnTo>
                    <a:pt x="5667134" y="1727982"/>
                  </a:lnTo>
                  <a:lnTo>
                    <a:pt x="5668387" y="1727982"/>
                  </a:lnTo>
                  <a:lnTo>
                    <a:pt x="5669640" y="1727982"/>
                  </a:lnTo>
                  <a:lnTo>
                    <a:pt x="5670893" y="1727982"/>
                  </a:lnTo>
                  <a:lnTo>
                    <a:pt x="5672146" y="1727982"/>
                  </a:lnTo>
                  <a:lnTo>
                    <a:pt x="5673400" y="1727982"/>
                  </a:lnTo>
                  <a:lnTo>
                    <a:pt x="5674653" y="1727982"/>
                  </a:lnTo>
                  <a:lnTo>
                    <a:pt x="5675906" y="1727982"/>
                  </a:lnTo>
                  <a:lnTo>
                    <a:pt x="5677159" y="1727982"/>
                  </a:lnTo>
                  <a:lnTo>
                    <a:pt x="5678413" y="1727982"/>
                  </a:lnTo>
                  <a:lnTo>
                    <a:pt x="5679666" y="1727982"/>
                  </a:lnTo>
                  <a:lnTo>
                    <a:pt x="5680919" y="1727982"/>
                  </a:lnTo>
                  <a:lnTo>
                    <a:pt x="5682172" y="1727982"/>
                  </a:lnTo>
                  <a:lnTo>
                    <a:pt x="5683425" y="1727982"/>
                  </a:lnTo>
                  <a:lnTo>
                    <a:pt x="5684679" y="1727982"/>
                  </a:lnTo>
                  <a:lnTo>
                    <a:pt x="5685932" y="1727982"/>
                  </a:lnTo>
                  <a:lnTo>
                    <a:pt x="5687185" y="1727982"/>
                  </a:lnTo>
                  <a:lnTo>
                    <a:pt x="5688438" y="1727982"/>
                  </a:lnTo>
                  <a:lnTo>
                    <a:pt x="5689691" y="1727982"/>
                  </a:lnTo>
                  <a:lnTo>
                    <a:pt x="5690945" y="1727982"/>
                  </a:lnTo>
                  <a:lnTo>
                    <a:pt x="5692198" y="1727982"/>
                  </a:lnTo>
                  <a:lnTo>
                    <a:pt x="5693451" y="1727982"/>
                  </a:lnTo>
                  <a:lnTo>
                    <a:pt x="5694704" y="1727982"/>
                  </a:lnTo>
                  <a:lnTo>
                    <a:pt x="5695958" y="1727982"/>
                  </a:lnTo>
                  <a:lnTo>
                    <a:pt x="5697211" y="1727982"/>
                  </a:lnTo>
                  <a:lnTo>
                    <a:pt x="5698464" y="1727982"/>
                  </a:lnTo>
                  <a:lnTo>
                    <a:pt x="5699717" y="1727982"/>
                  </a:lnTo>
                  <a:lnTo>
                    <a:pt x="5700970" y="1727982"/>
                  </a:lnTo>
                  <a:lnTo>
                    <a:pt x="5702224" y="1727982"/>
                  </a:lnTo>
                  <a:lnTo>
                    <a:pt x="5703477" y="1727982"/>
                  </a:lnTo>
                  <a:lnTo>
                    <a:pt x="5704730" y="1727982"/>
                  </a:lnTo>
                  <a:lnTo>
                    <a:pt x="5705983" y="1727982"/>
                  </a:lnTo>
                  <a:lnTo>
                    <a:pt x="5707237" y="1727982"/>
                  </a:lnTo>
                  <a:lnTo>
                    <a:pt x="5708490" y="1727982"/>
                  </a:lnTo>
                  <a:lnTo>
                    <a:pt x="5709743" y="1727982"/>
                  </a:lnTo>
                  <a:lnTo>
                    <a:pt x="5710996" y="1727982"/>
                  </a:lnTo>
                  <a:lnTo>
                    <a:pt x="5712249" y="1727982"/>
                  </a:lnTo>
                  <a:lnTo>
                    <a:pt x="5713503" y="1727982"/>
                  </a:lnTo>
                  <a:lnTo>
                    <a:pt x="5714756" y="1727982"/>
                  </a:lnTo>
                  <a:lnTo>
                    <a:pt x="5716009" y="1727982"/>
                  </a:lnTo>
                  <a:lnTo>
                    <a:pt x="5717262" y="1727982"/>
                  </a:lnTo>
                  <a:lnTo>
                    <a:pt x="5718515" y="1727982"/>
                  </a:lnTo>
                  <a:lnTo>
                    <a:pt x="5719769" y="1727982"/>
                  </a:lnTo>
                  <a:lnTo>
                    <a:pt x="5721022" y="1727982"/>
                  </a:lnTo>
                  <a:lnTo>
                    <a:pt x="5722275" y="1727982"/>
                  </a:lnTo>
                  <a:lnTo>
                    <a:pt x="5723528" y="1727982"/>
                  </a:lnTo>
                  <a:lnTo>
                    <a:pt x="5724782" y="1727982"/>
                  </a:lnTo>
                  <a:lnTo>
                    <a:pt x="5726035" y="1727982"/>
                  </a:lnTo>
                  <a:lnTo>
                    <a:pt x="5727288" y="1727982"/>
                  </a:lnTo>
                  <a:lnTo>
                    <a:pt x="5728541" y="1727982"/>
                  </a:lnTo>
                  <a:lnTo>
                    <a:pt x="5729794" y="1727982"/>
                  </a:lnTo>
                  <a:lnTo>
                    <a:pt x="5731048" y="1727982"/>
                  </a:lnTo>
                  <a:lnTo>
                    <a:pt x="5732301" y="1727982"/>
                  </a:lnTo>
                  <a:lnTo>
                    <a:pt x="5733554" y="1727982"/>
                  </a:lnTo>
                  <a:lnTo>
                    <a:pt x="5734807" y="1727982"/>
                  </a:lnTo>
                  <a:lnTo>
                    <a:pt x="5736061" y="1727982"/>
                  </a:lnTo>
                  <a:lnTo>
                    <a:pt x="5737314" y="1727982"/>
                  </a:lnTo>
                  <a:lnTo>
                    <a:pt x="5738567" y="1727982"/>
                  </a:lnTo>
                  <a:lnTo>
                    <a:pt x="5739820" y="1727982"/>
                  </a:lnTo>
                  <a:lnTo>
                    <a:pt x="5741073" y="1727982"/>
                  </a:lnTo>
                  <a:lnTo>
                    <a:pt x="5742327" y="1727982"/>
                  </a:lnTo>
                  <a:lnTo>
                    <a:pt x="5743580" y="1727982"/>
                  </a:lnTo>
                  <a:lnTo>
                    <a:pt x="5744833" y="1727982"/>
                  </a:lnTo>
                  <a:lnTo>
                    <a:pt x="5746086" y="1727982"/>
                  </a:lnTo>
                  <a:lnTo>
                    <a:pt x="5747339" y="1727982"/>
                  </a:lnTo>
                  <a:lnTo>
                    <a:pt x="5748593" y="1727982"/>
                  </a:lnTo>
                  <a:lnTo>
                    <a:pt x="5749846" y="1727982"/>
                  </a:lnTo>
                  <a:lnTo>
                    <a:pt x="5751099" y="1727982"/>
                  </a:lnTo>
                  <a:lnTo>
                    <a:pt x="5752352" y="1727982"/>
                  </a:lnTo>
                  <a:lnTo>
                    <a:pt x="5753606" y="1727982"/>
                  </a:lnTo>
                  <a:lnTo>
                    <a:pt x="5754859" y="1727982"/>
                  </a:lnTo>
                  <a:lnTo>
                    <a:pt x="5756112" y="1727982"/>
                  </a:lnTo>
                  <a:lnTo>
                    <a:pt x="5757365" y="1727982"/>
                  </a:lnTo>
                  <a:lnTo>
                    <a:pt x="5758618" y="1727982"/>
                  </a:lnTo>
                  <a:lnTo>
                    <a:pt x="5759872" y="1727982"/>
                  </a:lnTo>
                  <a:lnTo>
                    <a:pt x="5761125" y="1727982"/>
                  </a:lnTo>
                  <a:lnTo>
                    <a:pt x="5762378" y="1727982"/>
                  </a:lnTo>
                  <a:lnTo>
                    <a:pt x="5763631" y="1727982"/>
                  </a:lnTo>
                  <a:lnTo>
                    <a:pt x="5764884" y="1727982"/>
                  </a:lnTo>
                  <a:lnTo>
                    <a:pt x="5766138" y="1727982"/>
                  </a:lnTo>
                  <a:lnTo>
                    <a:pt x="5767391" y="1727982"/>
                  </a:lnTo>
                  <a:lnTo>
                    <a:pt x="5768644" y="1727982"/>
                  </a:lnTo>
                  <a:lnTo>
                    <a:pt x="5769897" y="1727982"/>
                  </a:lnTo>
                  <a:lnTo>
                    <a:pt x="5771151" y="1727982"/>
                  </a:lnTo>
                  <a:lnTo>
                    <a:pt x="5772404" y="1727982"/>
                  </a:lnTo>
                  <a:lnTo>
                    <a:pt x="5773657" y="1727982"/>
                  </a:lnTo>
                  <a:lnTo>
                    <a:pt x="5774910" y="1727982"/>
                  </a:lnTo>
                  <a:lnTo>
                    <a:pt x="5776163" y="1727982"/>
                  </a:lnTo>
                  <a:lnTo>
                    <a:pt x="5777417" y="1727982"/>
                  </a:lnTo>
                  <a:lnTo>
                    <a:pt x="5778670" y="1727982"/>
                  </a:lnTo>
                  <a:lnTo>
                    <a:pt x="5779923" y="1727982"/>
                  </a:lnTo>
                  <a:lnTo>
                    <a:pt x="5781176" y="1727982"/>
                  </a:lnTo>
                  <a:lnTo>
                    <a:pt x="5782430" y="1727982"/>
                  </a:lnTo>
                  <a:lnTo>
                    <a:pt x="5783683" y="1727982"/>
                  </a:lnTo>
                  <a:lnTo>
                    <a:pt x="5784936" y="1727982"/>
                  </a:lnTo>
                  <a:lnTo>
                    <a:pt x="5786189" y="1727982"/>
                  </a:lnTo>
                  <a:lnTo>
                    <a:pt x="5787442" y="1727982"/>
                  </a:lnTo>
                  <a:lnTo>
                    <a:pt x="5788696" y="1727982"/>
                  </a:lnTo>
                  <a:lnTo>
                    <a:pt x="5789949" y="1727982"/>
                  </a:lnTo>
                  <a:lnTo>
                    <a:pt x="5791202" y="1727982"/>
                  </a:lnTo>
                  <a:lnTo>
                    <a:pt x="5792455" y="1727982"/>
                  </a:lnTo>
                  <a:lnTo>
                    <a:pt x="5793708" y="1727982"/>
                  </a:lnTo>
                  <a:lnTo>
                    <a:pt x="5794962" y="1727982"/>
                  </a:lnTo>
                  <a:lnTo>
                    <a:pt x="5796215" y="1727982"/>
                  </a:lnTo>
                  <a:lnTo>
                    <a:pt x="5797468" y="1727982"/>
                  </a:lnTo>
                  <a:lnTo>
                    <a:pt x="5798721" y="1727982"/>
                  </a:lnTo>
                  <a:lnTo>
                    <a:pt x="5799975" y="1727982"/>
                  </a:lnTo>
                  <a:lnTo>
                    <a:pt x="5801228" y="1727982"/>
                  </a:lnTo>
                  <a:lnTo>
                    <a:pt x="5802481" y="1727982"/>
                  </a:lnTo>
                  <a:lnTo>
                    <a:pt x="5803734" y="1727982"/>
                  </a:lnTo>
                  <a:lnTo>
                    <a:pt x="5804987" y="1727982"/>
                  </a:lnTo>
                  <a:lnTo>
                    <a:pt x="5806241" y="1727982"/>
                  </a:lnTo>
                  <a:lnTo>
                    <a:pt x="5807494" y="1727982"/>
                  </a:lnTo>
                  <a:lnTo>
                    <a:pt x="5808747" y="1727982"/>
                  </a:lnTo>
                  <a:lnTo>
                    <a:pt x="5810000" y="1727982"/>
                  </a:lnTo>
                  <a:lnTo>
                    <a:pt x="5811254" y="1727982"/>
                  </a:lnTo>
                  <a:lnTo>
                    <a:pt x="5812507" y="1727982"/>
                  </a:lnTo>
                  <a:lnTo>
                    <a:pt x="5813760" y="1727982"/>
                  </a:lnTo>
                  <a:lnTo>
                    <a:pt x="5815013" y="1727982"/>
                  </a:lnTo>
                  <a:lnTo>
                    <a:pt x="5816266" y="1727982"/>
                  </a:lnTo>
                  <a:lnTo>
                    <a:pt x="5817520" y="1727982"/>
                  </a:lnTo>
                  <a:lnTo>
                    <a:pt x="5818773" y="1727982"/>
                  </a:lnTo>
                  <a:lnTo>
                    <a:pt x="5820026" y="1727982"/>
                  </a:lnTo>
                  <a:lnTo>
                    <a:pt x="5821279" y="1727982"/>
                  </a:lnTo>
                  <a:lnTo>
                    <a:pt x="5822532" y="1727982"/>
                  </a:lnTo>
                  <a:lnTo>
                    <a:pt x="5823786" y="1727982"/>
                  </a:lnTo>
                  <a:lnTo>
                    <a:pt x="5825039" y="1727982"/>
                  </a:lnTo>
                  <a:lnTo>
                    <a:pt x="5826292" y="1727982"/>
                  </a:lnTo>
                  <a:lnTo>
                    <a:pt x="5827545" y="1727982"/>
                  </a:lnTo>
                  <a:lnTo>
                    <a:pt x="5828799" y="1727982"/>
                  </a:lnTo>
                  <a:lnTo>
                    <a:pt x="5830052" y="1727982"/>
                  </a:lnTo>
                  <a:lnTo>
                    <a:pt x="5831305" y="1727982"/>
                  </a:lnTo>
                  <a:lnTo>
                    <a:pt x="5832558" y="1727982"/>
                  </a:lnTo>
                  <a:lnTo>
                    <a:pt x="5833811" y="1727982"/>
                  </a:lnTo>
                  <a:lnTo>
                    <a:pt x="5835065" y="1727982"/>
                  </a:lnTo>
                  <a:lnTo>
                    <a:pt x="5836318" y="1727982"/>
                  </a:lnTo>
                  <a:lnTo>
                    <a:pt x="5837571" y="1727982"/>
                  </a:lnTo>
                  <a:lnTo>
                    <a:pt x="5838824" y="1727982"/>
                  </a:lnTo>
                  <a:lnTo>
                    <a:pt x="5840078" y="1727982"/>
                  </a:lnTo>
                  <a:lnTo>
                    <a:pt x="5841331" y="1727982"/>
                  </a:lnTo>
                  <a:lnTo>
                    <a:pt x="5842584" y="1727982"/>
                  </a:lnTo>
                  <a:lnTo>
                    <a:pt x="5843837" y="1727982"/>
                  </a:lnTo>
                  <a:lnTo>
                    <a:pt x="5845090" y="1727982"/>
                  </a:lnTo>
                  <a:lnTo>
                    <a:pt x="5846344" y="1727982"/>
                  </a:lnTo>
                  <a:lnTo>
                    <a:pt x="5847597" y="1727982"/>
                  </a:lnTo>
                  <a:lnTo>
                    <a:pt x="5848850" y="1727982"/>
                  </a:lnTo>
                  <a:lnTo>
                    <a:pt x="5850103" y="1727982"/>
                  </a:lnTo>
                  <a:lnTo>
                    <a:pt x="5851356" y="1727982"/>
                  </a:lnTo>
                  <a:lnTo>
                    <a:pt x="5852610" y="1727982"/>
                  </a:lnTo>
                  <a:lnTo>
                    <a:pt x="5853863" y="1727982"/>
                  </a:lnTo>
                  <a:lnTo>
                    <a:pt x="5855116" y="1727982"/>
                  </a:lnTo>
                  <a:lnTo>
                    <a:pt x="5856369" y="1727982"/>
                  </a:lnTo>
                  <a:lnTo>
                    <a:pt x="5857623" y="1727982"/>
                  </a:lnTo>
                  <a:lnTo>
                    <a:pt x="5858876" y="1727982"/>
                  </a:lnTo>
                  <a:lnTo>
                    <a:pt x="5860129" y="1727982"/>
                  </a:lnTo>
                  <a:lnTo>
                    <a:pt x="5861382" y="1727982"/>
                  </a:lnTo>
                  <a:lnTo>
                    <a:pt x="5862635" y="1727982"/>
                  </a:lnTo>
                  <a:lnTo>
                    <a:pt x="5863889" y="1727982"/>
                  </a:lnTo>
                  <a:lnTo>
                    <a:pt x="5865142" y="1727982"/>
                  </a:lnTo>
                  <a:lnTo>
                    <a:pt x="5866395" y="1727982"/>
                  </a:lnTo>
                  <a:lnTo>
                    <a:pt x="5867648" y="1727982"/>
                  </a:lnTo>
                  <a:lnTo>
                    <a:pt x="5868902" y="1727982"/>
                  </a:lnTo>
                  <a:lnTo>
                    <a:pt x="5870155" y="1727982"/>
                  </a:lnTo>
                  <a:lnTo>
                    <a:pt x="5871408" y="1727982"/>
                  </a:lnTo>
                  <a:lnTo>
                    <a:pt x="5872661" y="1727982"/>
                  </a:lnTo>
                  <a:lnTo>
                    <a:pt x="5873914" y="1727982"/>
                  </a:lnTo>
                  <a:lnTo>
                    <a:pt x="5875168" y="1727982"/>
                  </a:lnTo>
                  <a:lnTo>
                    <a:pt x="5876421" y="1727982"/>
                  </a:lnTo>
                  <a:lnTo>
                    <a:pt x="5877674" y="1727982"/>
                  </a:lnTo>
                  <a:lnTo>
                    <a:pt x="5878927" y="1727982"/>
                  </a:lnTo>
                  <a:lnTo>
                    <a:pt x="5880180" y="1727982"/>
                  </a:lnTo>
                  <a:lnTo>
                    <a:pt x="5881434" y="1727982"/>
                  </a:lnTo>
                  <a:lnTo>
                    <a:pt x="5882687" y="1727982"/>
                  </a:lnTo>
                  <a:lnTo>
                    <a:pt x="5883940" y="1727982"/>
                  </a:lnTo>
                  <a:lnTo>
                    <a:pt x="5885193" y="1727982"/>
                  </a:lnTo>
                  <a:lnTo>
                    <a:pt x="5886447" y="1727982"/>
                  </a:lnTo>
                  <a:lnTo>
                    <a:pt x="5887700" y="1727982"/>
                  </a:lnTo>
                  <a:lnTo>
                    <a:pt x="5888953" y="1727982"/>
                  </a:lnTo>
                  <a:lnTo>
                    <a:pt x="5890206" y="1727982"/>
                  </a:lnTo>
                  <a:lnTo>
                    <a:pt x="5891459" y="1727982"/>
                  </a:lnTo>
                  <a:lnTo>
                    <a:pt x="5892713" y="1727982"/>
                  </a:lnTo>
                  <a:lnTo>
                    <a:pt x="5893966" y="1727982"/>
                  </a:lnTo>
                  <a:lnTo>
                    <a:pt x="5895219" y="1727982"/>
                  </a:lnTo>
                  <a:lnTo>
                    <a:pt x="5896472" y="1727982"/>
                  </a:lnTo>
                  <a:lnTo>
                    <a:pt x="5897726" y="1727982"/>
                  </a:lnTo>
                  <a:lnTo>
                    <a:pt x="5898979" y="1727982"/>
                  </a:lnTo>
                  <a:lnTo>
                    <a:pt x="5900232" y="1727982"/>
                  </a:lnTo>
                  <a:lnTo>
                    <a:pt x="5901485" y="1727982"/>
                  </a:lnTo>
                  <a:lnTo>
                    <a:pt x="5902738" y="1727982"/>
                  </a:lnTo>
                  <a:lnTo>
                    <a:pt x="5903992" y="1727982"/>
                  </a:lnTo>
                  <a:lnTo>
                    <a:pt x="5905245" y="1727982"/>
                  </a:lnTo>
                  <a:lnTo>
                    <a:pt x="5906498" y="1727982"/>
                  </a:lnTo>
                  <a:lnTo>
                    <a:pt x="5907751" y="1727982"/>
                  </a:lnTo>
                  <a:lnTo>
                    <a:pt x="5909004" y="1727982"/>
                  </a:lnTo>
                  <a:lnTo>
                    <a:pt x="5910258" y="1727982"/>
                  </a:lnTo>
                  <a:lnTo>
                    <a:pt x="5911511" y="1727982"/>
                  </a:lnTo>
                  <a:lnTo>
                    <a:pt x="5912764" y="1727982"/>
                  </a:lnTo>
                  <a:lnTo>
                    <a:pt x="5914017" y="1727982"/>
                  </a:lnTo>
                  <a:lnTo>
                    <a:pt x="5915271" y="1727982"/>
                  </a:lnTo>
                  <a:lnTo>
                    <a:pt x="5916524" y="1727982"/>
                  </a:lnTo>
                  <a:lnTo>
                    <a:pt x="5917777" y="1727982"/>
                  </a:lnTo>
                  <a:lnTo>
                    <a:pt x="5919030" y="1727982"/>
                  </a:lnTo>
                  <a:lnTo>
                    <a:pt x="5920283" y="1727982"/>
                  </a:lnTo>
                  <a:lnTo>
                    <a:pt x="5921537" y="1727982"/>
                  </a:lnTo>
                  <a:lnTo>
                    <a:pt x="5922790" y="1727982"/>
                  </a:lnTo>
                  <a:lnTo>
                    <a:pt x="5924043" y="1727982"/>
                  </a:lnTo>
                  <a:lnTo>
                    <a:pt x="5925296" y="1727982"/>
                  </a:lnTo>
                  <a:lnTo>
                    <a:pt x="5926549" y="1727982"/>
                  </a:lnTo>
                  <a:lnTo>
                    <a:pt x="5927803" y="1727982"/>
                  </a:lnTo>
                  <a:lnTo>
                    <a:pt x="5929056" y="1727982"/>
                  </a:lnTo>
                  <a:lnTo>
                    <a:pt x="5930309" y="1727982"/>
                  </a:lnTo>
                  <a:lnTo>
                    <a:pt x="5931562" y="1727982"/>
                  </a:lnTo>
                  <a:lnTo>
                    <a:pt x="5932816" y="1727982"/>
                  </a:lnTo>
                  <a:lnTo>
                    <a:pt x="5934069" y="1727982"/>
                  </a:lnTo>
                  <a:lnTo>
                    <a:pt x="5935322" y="1727982"/>
                  </a:lnTo>
                  <a:lnTo>
                    <a:pt x="5936575" y="1727982"/>
                  </a:lnTo>
                  <a:lnTo>
                    <a:pt x="5937828" y="1727982"/>
                  </a:lnTo>
                  <a:lnTo>
                    <a:pt x="5939082" y="1727982"/>
                  </a:lnTo>
                  <a:lnTo>
                    <a:pt x="5940335" y="1727982"/>
                  </a:lnTo>
                  <a:lnTo>
                    <a:pt x="5941588" y="1727982"/>
                  </a:lnTo>
                  <a:lnTo>
                    <a:pt x="5942841" y="1727982"/>
                  </a:lnTo>
                  <a:lnTo>
                    <a:pt x="5944095" y="1727982"/>
                  </a:lnTo>
                  <a:lnTo>
                    <a:pt x="5945348" y="1727982"/>
                  </a:lnTo>
                  <a:lnTo>
                    <a:pt x="5946601" y="1727982"/>
                  </a:lnTo>
                  <a:lnTo>
                    <a:pt x="5947854" y="1727982"/>
                  </a:lnTo>
                  <a:lnTo>
                    <a:pt x="5949107" y="1727982"/>
                  </a:lnTo>
                  <a:lnTo>
                    <a:pt x="5950361" y="1727982"/>
                  </a:lnTo>
                  <a:lnTo>
                    <a:pt x="5951614" y="1727982"/>
                  </a:lnTo>
                  <a:lnTo>
                    <a:pt x="5952867" y="1727982"/>
                  </a:lnTo>
                  <a:lnTo>
                    <a:pt x="5954120" y="1727982"/>
                  </a:lnTo>
                  <a:lnTo>
                    <a:pt x="5955373" y="1727982"/>
                  </a:lnTo>
                  <a:lnTo>
                    <a:pt x="5956627" y="1727982"/>
                  </a:lnTo>
                  <a:lnTo>
                    <a:pt x="5957880" y="1727982"/>
                  </a:lnTo>
                  <a:lnTo>
                    <a:pt x="5959133" y="1727982"/>
                  </a:lnTo>
                  <a:lnTo>
                    <a:pt x="5960386" y="1727982"/>
                  </a:lnTo>
                  <a:lnTo>
                    <a:pt x="5961640" y="1727982"/>
                  </a:lnTo>
                  <a:lnTo>
                    <a:pt x="5962893" y="1727982"/>
                  </a:lnTo>
                  <a:lnTo>
                    <a:pt x="5964146" y="1727982"/>
                  </a:lnTo>
                  <a:lnTo>
                    <a:pt x="5965399" y="1727982"/>
                  </a:lnTo>
                  <a:lnTo>
                    <a:pt x="5966652" y="1727982"/>
                  </a:lnTo>
                  <a:lnTo>
                    <a:pt x="5967906" y="1727982"/>
                  </a:lnTo>
                  <a:lnTo>
                    <a:pt x="5969159" y="1727982"/>
                  </a:lnTo>
                  <a:lnTo>
                    <a:pt x="5970412" y="1727982"/>
                  </a:lnTo>
                  <a:lnTo>
                    <a:pt x="5971665" y="1727982"/>
                  </a:lnTo>
                  <a:lnTo>
                    <a:pt x="5972919" y="1727982"/>
                  </a:lnTo>
                  <a:lnTo>
                    <a:pt x="5974172" y="1727982"/>
                  </a:lnTo>
                  <a:lnTo>
                    <a:pt x="5975425" y="1727982"/>
                  </a:lnTo>
                  <a:lnTo>
                    <a:pt x="5976678" y="1727982"/>
                  </a:lnTo>
                  <a:lnTo>
                    <a:pt x="5977931" y="1727982"/>
                  </a:lnTo>
                  <a:lnTo>
                    <a:pt x="5979185" y="1727982"/>
                  </a:lnTo>
                  <a:lnTo>
                    <a:pt x="5980438" y="1727982"/>
                  </a:lnTo>
                  <a:lnTo>
                    <a:pt x="5981691" y="1727982"/>
                  </a:lnTo>
                  <a:lnTo>
                    <a:pt x="5982944" y="1727982"/>
                  </a:lnTo>
                  <a:lnTo>
                    <a:pt x="5984197" y="1727982"/>
                  </a:lnTo>
                  <a:lnTo>
                    <a:pt x="5985451" y="1727982"/>
                  </a:lnTo>
                  <a:lnTo>
                    <a:pt x="5986704" y="1727982"/>
                  </a:lnTo>
                  <a:lnTo>
                    <a:pt x="5987957" y="1727982"/>
                  </a:lnTo>
                  <a:lnTo>
                    <a:pt x="5989210" y="1727982"/>
                  </a:lnTo>
                  <a:lnTo>
                    <a:pt x="5990464" y="1727982"/>
                  </a:lnTo>
                  <a:lnTo>
                    <a:pt x="5991717" y="1727982"/>
                  </a:lnTo>
                  <a:lnTo>
                    <a:pt x="5992970" y="1727982"/>
                  </a:lnTo>
                  <a:lnTo>
                    <a:pt x="5994223" y="1727982"/>
                  </a:lnTo>
                  <a:lnTo>
                    <a:pt x="5995476" y="1727982"/>
                  </a:lnTo>
                  <a:lnTo>
                    <a:pt x="5996730" y="1727982"/>
                  </a:lnTo>
                  <a:lnTo>
                    <a:pt x="5997983" y="1727982"/>
                  </a:lnTo>
                  <a:lnTo>
                    <a:pt x="5999236" y="1727982"/>
                  </a:lnTo>
                  <a:lnTo>
                    <a:pt x="6000489" y="1727982"/>
                  </a:lnTo>
                  <a:lnTo>
                    <a:pt x="6001743" y="1727982"/>
                  </a:lnTo>
                  <a:lnTo>
                    <a:pt x="6002996" y="1727982"/>
                  </a:lnTo>
                  <a:lnTo>
                    <a:pt x="6004249" y="1727982"/>
                  </a:lnTo>
                  <a:lnTo>
                    <a:pt x="6005502" y="1727982"/>
                  </a:lnTo>
                  <a:lnTo>
                    <a:pt x="6006755" y="1727982"/>
                  </a:lnTo>
                  <a:lnTo>
                    <a:pt x="6008009" y="1727982"/>
                  </a:lnTo>
                  <a:lnTo>
                    <a:pt x="6009262" y="1727982"/>
                  </a:lnTo>
                  <a:lnTo>
                    <a:pt x="6010515" y="1727982"/>
                  </a:lnTo>
                  <a:lnTo>
                    <a:pt x="6011768" y="1727982"/>
                  </a:lnTo>
                  <a:lnTo>
                    <a:pt x="6013021" y="1727982"/>
                  </a:lnTo>
                  <a:lnTo>
                    <a:pt x="6014275" y="1727982"/>
                  </a:lnTo>
                  <a:lnTo>
                    <a:pt x="6015528" y="1727982"/>
                  </a:lnTo>
                  <a:lnTo>
                    <a:pt x="6016781" y="1727982"/>
                  </a:lnTo>
                  <a:lnTo>
                    <a:pt x="6018034" y="1727982"/>
                  </a:lnTo>
                  <a:lnTo>
                    <a:pt x="6019288" y="1727982"/>
                  </a:lnTo>
                  <a:lnTo>
                    <a:pt x="6020541" y="1727982"/>
                  </a:lnTo>
                  <a:lnTo>
                    <a:pt x="6021794" y="1727982"/>
                  </a:lnTo>
                  <a:lnTo>
                    <a:pt x="6023047" y="1727982"/>
                  </a:lnTo>
                  <a:lnTo>
                    <a:pt x="6024300" y="1727982"/>
                  </a:lnTo>
                  <a:lnTo>
                    <a:pt x="6025554" y="1727982"/>
                  </a:lnTo>
                  <a:lnTo>
                    <a:pt x="6026807" y="1727982"/>
                  </a:lnTo>
                  <a:lnTo>
                    <a:pt x="6028060" y="1727982"/>
                  </a:lnTo>
                  <a:lnTo>
                    <a:pt x="6029313" y="1727982"/>
                  </a:lnTo>
                  <a:lnTo>
                    <a:pt x="6030567" y="1727982"/>
                  </a:lnTo>
                  <a:lnTo>
                    <a:pt x="6031820" y="1727982"/>
                  </a:lnTo>
                  <a:lnTo>
                    <a:pt x="6033073" y="1727982"/>
                  </a:lnTo>
                  <a:lnTo>
                    <a:pt x="6034326" y="1727982"/>
                  </a:lnTo>
                  <a:lnTo>
                    <a:pt x="6035579" y="1727982"/>
                  </a:lnTo>
                  <a:lnTo>
                    <a:pt x="6036833" y="1727982"/>
                  </a:lnTo>
                  <a:lnTo>
                    <a:pt x="6038086" y="1727982"/>
                  </a:lnTo>
                  <a:lnTo>
                    <a:pt x="6039339" y="1727982"/>
                  </a:lnTo>
                  <a:lnTo>
                    <a:pt x="6040592" y="1727982"/>
                  </a:lnTo>
                  <a:lnTo>
                    <a:pt x="6041845" y="1727982"/>
                  </a:lnTo>
                  <a:lnTo>
                    <a:pt x="6043099" y="1727982"/>
                  </a:lnTo>
                  <a:lnTo>
                    <a:pt x="6044352" y="1727982"/>
                  </a:lnTo>
                  <a:lnTo>
                    <a:pt x="6045605" y="1727982"/>
                  </a:lnTo>
                  <a:lnTo>
                    <a:pt x="6046858" y="1727982"/>
                  </a:lnTo>
                  <a:lnTo>
                    <a:pt x="6048112" y="1727982"/>
                  </a:lnTo>
                  <a:lnTo>
                    <a:pt x="6049365" y="1727982"/>
                  </a:lnTo>
                  <a:lnTo>
                    <a:pt x="6050618" y="1727982"/>
                  </a:lnTo>
                  <a:lnTo>
                    <a:pt x="6051871" y="1727982"/>
                  </a:lnTo>
                  <a:lnTo>
                    <a:pt x="6053124" y="1727982"/>
                  </a:lnTo>
                  <a:lnTo>
                    <a:pt x="6054378" y="1727982"/>
                  </a:lnTo>
                  <a:lnTo>
                    <a:pt x="6055631" y="1727982"/>
                  </a:lnTo>
                  <a:lnTo>
                    <a:pt x="6056884" y="1727982"/>
                  </a:lnTo>
                  <a:lnTo>
                    <a:pt x="6058137" y="1727982"/>
                  </a:lnTo>
                  <a:lnTo>
                    <a:pt x="6059391" y="1727982"/>
                  </a:lnTo>
                  <a:lnTo>
                    <a:pt x="6060644" y="1727982"/>
                  </a:lnTo>
                  <a:lnTo>
                    <a:pt x="6061897" y="1727982"/>
                  </a:lnTo>
                  <a:lnTo>
                    <a:pt x="6063150" y="1727982"/>
                  </a:lnTo>
                  <a:lnTo>
                    <a:pt x="6064403" y="1727982"/>
                  </a:lnTo>
                  <a:lnTo>
                    <a:pt x="6065657" y="1727982"/>
                  </a:lnTo>
                  <a:lnTo>
                    <a:pt x="6066910" y="1727982"/>
                  </a:lnTo>
                  <a:lnTo>
                    <a:pt x="6068163" y="1727982"/>
                  </a:lnTo>
                  <a:lnTo>
                    <a:pt x="6069416" y="1727982"/>
                  </a:lnTo>
                  <a:lnTo>
                    <a:pt x="6070669" y="1727982"/>
                  </a:lnTo>
                  <a:lnTo>
                    <a:pt x="6071923" y="1727982"/>
                  </a:lnTo>
                  <a:lnTo>
                    <a:pt x="6073176" y="1727982"/>
                  </a:lnTo>
                  <a:lnTo>
                    <a:pt x="6074429" y="1727982"/>
                  </a:lnTo>
                  <a:lnTo>
                    <a:pt x="6075682" y="1727982"/>
                  </a:lnTo>
                  <a:lnTo>
                    <a:pt x="6076936" y="1727982"/>
                  </a:lnTo>
                  <a:lnTo>
                    <a:pt x="6078189" y="1727982"/>
                  </a:lnTo>
                  <a:lnTo>
                    <a:pt x="6079442" y="1727982"/>
                  </a:lnTo>
                  <a:lnTo>
                    <a:pt x="6080695" y="1727982"/>
                  </a:lnTo>
                  <a:lnTo>
                    <a:pt x="6081948" y="1727982"/>
                  </a:lnTo>
                  <a:lnTo>
                    <a:pt x="6083202" y="1727982"/>
                  </a:lnTo>
                  <a:lnTo>
                    <a:pt x="6084455" y="1727982"/>
                  </a:lnTo>
                  <a:lnTo>
                    <a:pt x="6085708" y="1727982"/>
                  </a:lnTo>
                  <a:lnTo>
                    <a:pt x="6086961" y="1727982"/>
                  </a:lnTo>
                  <a:lnTo>
                    <a:pt x="6088214" y="1727982"/>
                  </a:lnTo>
                  <a:lnTo>
                    <a:pt x="6089468" y="1727982"/>
                  </a:lnTo>
                  <a:lnTo>
                    <a:pt x="6090721" y="1727982"/>
                  </a:lnTo>
                  <a:lnTo>
                    <a:pt x="6091974" y="1727982"/>
                  </a:lnTo>
                  <a:lnTo>
                    <a:pt x="6093227" y="1727982"/>
                  </a:lnTo>
                  <a:lnTo>
                    <a:pt x="6094481" y="1727982"/>
                  </a:lnTo>
                  <a:lnTo>
                    <a:pt x="6095734" y="1727982"/>
                  </a:lnTo>
                  <a:lnTo>
                    <a:pt x="6096987" y="1727982"/>
                  </a:lnTo>
                  <a:lnTo>
                    <a:pt x="6098240" y="1727982"/>
                  </a:lnTo>
                  <a:lnTo>
                    <a:pt x="6099493" y="1727982"/>
                  </a:lnTo>
                  <a:lnTo>
                    <a:pt x="6100747" y="1727982"/>
                  </a:lnTo>
                  <a:lnTo>
                    <a:pt x="6102000" y="1727982"/>
                  </a:lnTo>
                  <a:lnTo>
                    <a:pt x="6103253" y="1727982"/>
                  </a:lnTo>
                  <a:lnTo>
                    <a:pt x="6104506" y="1727982"/>
                  </a:lnTo>
                  <a:lnTo>
                    <a:pt x="6105760" y="1727982"/>
                  </a:lnTo>
                  <a:lnTo>
                    <a:pt x="6107013" y="1727982"/>
                  </a:lnTo>
                  <a:lnTo>
                    <a:pt x="6108266" y="1727982"/>
                  </a:lnTo>
                  <a:lnTo>
                    <a:pt x="6109519" y="1727982"/>
                  </a:lnTo>
                  <a:lnTo>
                    <a:pt x="6110772" y="1727982"/>
                  </a:lnTo>
                  <a:lnTo>
                    <a:pt x="6112026" y="1727982"/>
                  </a:lnTo>
                  <a:lnTo>
                    <a:pt x="6113279" y="1727982"/>
                  </a:lnTo>
                  <a:lnTo>
                    <a:pt x="6114532" y="1727982"/>
                  </a:lnTo>
                  <a:lnTo>
                    <a:pt x="6115785" y="1727982"/>
                  </a:lnTo>
                  <a:lnTo>
                    <a:pt x="6117038" y="1727982"/>
                  </a:lnTo>
                  <a:lnTo>
                    <a:pt x="6118292" y="1727982"/>
                  </a:lnTo>
                  <a:lnTo>
                    <a:pt x="6119545" y="1727982"/>
                  </a:lnTo>
                  <a:lnTo>
                    <a:pt x="6120798" y="1727982"/>
                  </a:lnTo>
                  <a:lnTo>
                    <a:pt x="6122051" y="1727982"/>
                  </a:lnTo>
                  <a:lnTo>
                    <a:pt x="6123305" y="1727982"/>
                  </a:lnTo>
                  <a:lnTo>
                    <a:pt x="6124558" y="1727982"/>
                  </a:lnTo>
                  <a:lnTo>
                    <a:pt x="6125811" y="1727982"/>
                  </a:lnTo>
                  <a:lnTo>
                    <a:pt x="6127064" y="1727982"/>
                  </a:lnTo>
                  <a:lnTo>
                    <a:pt x="6128317" y="1727982"/>
                  </a:lnTo>
                  <a:lnTo>
                    <a:pt x="6129571" y="1727982"/>
                  </a:lnTo>
                  <a:lnTo>
                    <a:pt x="6130824" y="1727982"/>
                  </a:lnTo>
                  <a:lnTo>
                    <a:pt x="6132077" y="1727982"/>
                  </a:lnTo>
                  <a:lnTo>
                    <a:pt x="6133330" y="1727982"/>
                  </a:lnTo>
                  <a:lnTo>
                    <a:pt x="6134584" y="1727982"/>
                  </a:lnTo>
                  <a:lnTo>
                    <a:pt x="6135837" y="1727982"/>
                  </a:lnTo>
                  <a:lnTo>
                    <a:pt x="6137090" y="1727982"/>
                  </a:lnTo>
                  <a:lnTo>
                    <a:pt x="6138343" y="1727982"/>
                  </a:lnTo>
                  <a:lnTo>
                    <a:pt x="6139596" y="1727982"/>
                  </a:lnTo>
                  <a:lnTo>
                    <a:pt x="6140850" y="1727982"/>
                  </a:lnTo>
                  <a:lnTo>
                    <a:pt x="6142103" y="1727982"/>
                  </a:lnTo>
                  <a:lnTo>
                    <a:pt x="6143356" y="1727982"/>
                  </a:lnTo>
                  <a:lnTo>
                    <a:pt x="6144609" y="1727982"/>
                  </a:lnTo>
                  <a:lnTo>
                    <a:pt x="6145862" y="1727982"/>
                  </a:lnTo>
                  <a:lnTo>
                    <a:pt x="6147116" y="1727982"/>
                  </a:lnTo>
                  <a:lnTo>
                    <a:pt x="6148369" y="1727982"/>
                  </a:lnTo>
                  <a:lnTo>
                    <a:pt x="6149622" y="1727982"/>
                  </a:lnTo>
                  <a:lnTo>
                    <a:pt x="6150875" y="1727982"/>
                  </a:lnTo>
                  <a:lnTo>
                    <a:pt x="6152129" y="1727982"/>
                  </a:lnTo>
                  <a:lnTo>
                    <a:pt x="6153382" y="1727982"/>
                  </a:lnTo>
                  <a:lnTo>
                    <a:pt x="6154635" y="1727982"/>
                  </a:lnTo>
                  <a:lnTo>
                    <a:pt x="6155888" y="1727982"/>
                  </a:lnTo>
                  <a:lnTo>
                    <a:pt x="6157141" y="1727982"/>
                  </a:lnTo>
                  <a:lnTo>
                    <a:pt x="6158395" y="1727982"/>
                  </a:lnTo>
                  <a:lnTo>
                    <a:pt x="6159648" y="1727982"/>
                  </a:lnTo>
                  <a:lnTo>
                    <a:pt x="6160901" y="1727982"/>
                  </a:lnTo>
                  <a:lnTo>
                    <a:pt x="6162154" y="1727982"/>
                  </a:lnTo>
                  <a:lnTo>
                    <a:pt x="6163408" y="1727982"/>
                  </a:lnTo>
                  <a:lnTo>
                    <a:pt x="6164661" y="1727982"/>
                  </a:lnTo>
                  <a:lnTo>
                    <a:pt x="6165914" y="1727982"/>
                  </a:lnTo>
                  <a:lnTo>
                    <a:pt x="6167167" y="1727982"/>
                  </a:lnTo>
                  <a:lnTo>
                    <a:pt x="6168420" y="1727982"/>
                  </a:lnTo>
                  <a:lnTo>
                    <a:pt x="6169674" y="1727982"/>
                  </a:lnTo>
                  <a:lnTo>
                    <a:pt x="6170927" y="1727982"/>
                  </a:lnTo>
                  <a:lnTo>
                    <a:pt x="6172180" y="1727982"/>
                  </a:lnTo>
                  <a:lnTo>
                    <a:pt x="6173433" y="1727982"/>
                  </a:lnTo>
                  <a:lnTo>
                    <a:pt x="6174686" y="1727982"/>
                  </a:lnTo>
                  <a:lnTo>
                    <a:pt x="6175940" y="1727982"/>
                  </a:lnTo>
                  <a:lnTo>
                    <a:pt x="6177193" y="1727982"/>
                  </a:lnTo>
                  <a:lnTo>
                    <a:pt x="6178446" y="1727982"/>
                  </a:lnTo>
                  <a:lnTo>
                    <a:pt x="6179699" y="1727982"/>
                  </a:lnTo>
                  <a:lnTo>
                    <a:pt x="6180953" y="1727982"/>
                  </a:lnTo>
                  <a:lnTo>
                    <a:pt x="6182206" y="1727982"/>
                  </a:lnTo>
                  <a:lnTo>
                    <a:pt x="6183459" y="1727982"/>
                  </a:lnTo>
                  <a:lnTo>
                    <a:pt x="6184712" y="1727982"/>
                  </a:lnTo>
                  <a:lnTo>
                    <a:pt x="6185965" y="1727982"/>
                  </a:lnTo>
                  <a:lnTo>
                    <a:pt x="6187219" y="1727982"/>
                  </a:lnTo>
                  <a:lnTo>
                    <a:pt x="6188472" y="1727982"/>
                  </a:lnTo>
                  <a:lnTo>
                    <a:pt x="6189725" y="1727982"/>
                  </a:lnTo>
                  <a:lnTo>
                    <a:pt x="6190978" y="1727982"/>
                  </a:lnTo>
                  <a:lnTo>
                    <a:pt x="6192232" y="1727982"/>
                  </a:lnTo>
                  <a:lnTo>
                    <a:pt x="6193485" y="1727982"/>
                  </a:lnTo>
                  <a:lnTo>
                    <a:pt x="6194738" y="1727982"/>
                  </a:lnTo>
                  <a:lnTo>
                    <a:pt x="6195991" y="1727982"/>
                  </a:lnTo>
                  <a:lnTo>
                    <a:pt x="6197244" y="1727982"/>
                  </a:lnTo>
                  <a:lnTo>
                    <a:pt x="6198498" y="1727982"/>
                  </a:lnTo>
                  <a:lnTo>
                    <a:pt x="6199751" y="1727982"/>
                  </a:lnTo>
                  <a:lnTo>
                    <a:pt x="6201004" y="1727982"/>
                  </a:lnTo>
                  <a:lnTo>
                    <a:pt x="6202257" y="1727982"/>
                  </a:lnTo>
                  <a:lnTo>
                    <a:pt x="6203510" y="1727982"/>
                  </a:lnTo>
                  <a:lnTo>
                    <a:pt x="6204764" y="1727982"/>
                  </a:lnTo>
                  <a:lnTo>
                    <a:pt x="6204820" y="1826954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4885680" y="1965959"/>
              <a:ext cx="0" cy="1897221"/>
            </a:xfrm>
            <a:custGeom>
              <a:avLst/>
              <a:pathLst>
                <a:path w="0" h="1897221">
                  <a:moveTo>
                    <a:pt x="0" y="18972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4885742" y="1965959"/>
              <a:ext cx="0" cy="1897221"/>
            </a:xfrm>
            <a:custGeom>
              <a:avLst/>
              <a:pathLst>
                <a:path w="0" h="1897221">
                  <a:moveTo>
                    <a:pt x="0" y="18972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85680" y="1965959"/>
              <a:ext cx="0" cy="1897221"/>
            </a:xfrm>
            <a:custGeom>
              <a:avLst/>
              <a:pathLst>
                <a:path w="0" h="1897221">
                  <a:moveTo>
                    <a:pt x="0" y="18972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050" cap="rnd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1468578" y="4225208"/>
              <a:ext cx="6204820" cy="1535194"/>
            </a:xfrm>
            <a:custGeom>
              <a:avLst/>
              <a:pathLst>
                <a:path w="6204820" h="1535194">
                  <a:moveTo>
                    <a:pt x="0" y="1535194"/>
                  </a:moveTo>
                  <a:lnTo>
                    <a:pt x="80" y="1401986"/>
                  </a:lnTo>
                  <a:lnTo>
                    <a:pt x="1333" y="1403071"/>
                  </a:lnTo>
                  <a:lnTo>
                    <a:pt x="2586" y="1404127"/>
                  </a:lnTo>
                  <a:lnTo>
                    <a:pt x="3839" y="1405157"/>
                  </a:lnTo>
                  <a:lnTo>
                    <a:pt x="5092" y="1406159"/>
                  </a:lnTo>
                  <a:lnTo>
                    <a:pt x="6346" y="1407132"/>
                  </a:lnTo>
                  <a:lnTo>
                    <a:pt x="7599" y="1408090"/>
                  </a:lnTo>
                  <a:lnTo>
                    <a:pt x="8852" y="1409054"/>
                  </a:lnTo>
                  <a:lnTo>
                    <a:pt x="10105" y="1410024"/>
                  </a:lnTo>
                  <a:lnTo>
                    <a:pt x="11359" y="1411002"/>
                  </a:lnTo>
                  <a:lnTo>
                    <a:pt x="12612" y="1411987"/>
                  </a:lnTo>
                  <a:lnTo>
                    <a:pt x="13865" y="1412980"/>
                  </a:lnTo>
                  <a:lnTo>
                    <a:pt x="15118" y="1413981"/>
                  </a:lnTo>
                  <a:lnTo>
                    <a:pt x="16371" y="1414988"/>
                  </a:lnTo>
                  <a:lnTo>
                    <a:pt x="17625" y="1416001"/>
                  </a:lnTo>
                  <a:lnTo>
                    <a:pt x="18878" y="1417019"/>
                  </a:lnTo>
                  <a:lnTo>
                    <a:pt x="20131" y="1418042"/>
                  </a:lnTo>
                  <a:lnTo>
                    <a:pt x="21384" y="1419069"/>
                  </a:lnTo>
                  <a:lnTo>
                    <a:pt x="22637" y="1420103"/>
                  </a:lnTo>
                  <a:lnTo>
                    <a:pt x="23891" y="1421121"/>
                  </a:lnTo>
                  <a:lnTo>
                    <a:pt x="25144" y="1422108"/>
                  </a:lnTo>
                  <a:lnTo>
                    <a:pt x="26397" y="1423065"/>
                  </a:lnTo>
                  <a:lnTo>
                    <a:pt x="27650" y="1423992"/>
                  </a:lnTo>
                  <a:lnTo>
                    <a:pt x="28904" y="1424889"/>
                  </a:lnTo>
                  <a:lnTo>
                    <a:pt x="30157" y="1425755"/>
                  </a:lnTo>
                  <a:lnTo>
                    <a:pt x="31410" y="1426589"/>
                  </a:lnTo>
                  <a:lnTo>
                    <a:pt x="32663" y="1427392"/>
                  </a:lnTo>
                  <a:lnTo>
                    <a:pt x="33916" y="1428163"/>
                  </a:lnTo>
                  <a:lnTo>
                    <a:pt x="35170" y="1428892"/>
                  </a:lnTo>
                  <a:lnTo>
                    <a:pt x="36423" y="1429558"/>
                  </a:lnTo>
                  <a:lnTo>
                    <a:pt x="37676" y="1430161"/>
                  </a:lnTo>
                  <a:lnTo>
                    <a:pt x="38929" y="1430700"/>
                  </a:lnTo>
                  <a:lnTo>
                    <a:pt x="40183" y="1431177"/>
                  </a:lnTo>
                  <a:lnTo>
                    <a:pt x="41436" y="1431591"/>
                  </a:lnTo>
                  <a:lnTo>
                    <a:pt x="42689" y="1431958"/>
                  </a:lnTo>
                  <a:lnTo>
                    <a:pt x="43942" y="1432293"/>
                  </a:lnTo>
                  <a:lnTo>
                    <a:pt x="45195" y="1432595"/>
                  </a:lnTo>
                  <a:lnTo>
                    <a:pt x="46449" y="1432863"/>
                  </a:lnTo>
                  <a:lnTo>
                    <a:pt x="47702" y="1433097"/>
                  </a:lnTo>
                  <a:lnTo>
                    <a:pt x="48955" y="1433297"/>
                  </a:lnTo>
                  <a:lnTo>
                    <a:pt x="50208" y="1433462"/>
                  </a:lnTo>
                  <a:lnTo>
                    <a:pt x="51461" y="1433593"/>
                  </a:lnTo>
                  <a:lnTo>
                    <a:pt x="52715" y="1433688"/>
                  </a:lnTo>
                  <a:lnTo>
                    <a:pt x="53968" y="1433756"/>
                  </a:lnTo>
                  <a:lnTo>
                    <a:pt x="55221" y="1433823"/>
                  </a:lnTo>
                  <a:lnTo>
                    <a:pt x="56474" y="1433888"/>
                  </a:lnTo>
                  <a:lnTo>
                    <a:pt x="57728" y="1433952"/>
                  </a:lnTo>
                  <a:lnTo>
                    <a:pt x="58981" y="1434012"/>
                  </a:lnTo>
                  <a:lnTo>
                    <a:pt x="60234" y="1434071"/>
                  </a:lnTo>
                  <a:lnTo>
                    <a:pt x="61487" y="1434126"/>
                  </a:lnTo>
                  <a:lnTo>
                    <a:pt x="62740" y="1434177"/>
                  </a:lnTo>
                  <a:lnTo>
                    <a:pt x="63994" y="1434224"/>
                  </a:lnTo>
                  <a:lnTo>
                    <a:pt x="65247" y="1434267"/>
                  </a:lnTo>
                  <a:lnTo>
                    <a:pt x="66500" y="1434304"/>
                  </a:lnTo>
                  <a:lnTo>
                    <a:pt x="67753" y="1434337"/>
                  </a:lnTo>
                  <a:lnTo>
                    <a:pt x="69007" y="1434366"/>
                  </a:lnTo>
                  <a:lnTo>
                    <a:pt x="70260" y="1434389"/>
                  </a:lnTo>
                  <a:lnTo>
                    <a:pt x="71513" y="1434409"/>
                  </a:lnTo>
                  <a:lnTo>
                    <a:pt x="72766" y="1434427"/>
                  </a:lnTo>
                  <a:lnTo>
                    <a:pt x="74019" y="1434441"/>
                  </a:lnTo>
                  <a:lnTo>
                    <a:pt x="75273" y="1434453"/>
                  </a:lnTo>
                  <a:lnTo>
                    <a:pt x="76526" y="1434461"/>
                  </a:lnTo>
                  <a:lnTo>
                    <a:pt x="77779" y="1434467"/>
                  </a:lnTo>
                  <a:lnTo>
                    <a:pt x="79032" y="1434467"/>
                  </a:lnTo>
                  <a:lnTo>
                    <a:pt x="80285" y="1434463"/>
                  </a:lnTo>
                  <a:lnTo>
                    <a:pt x="81539" y="1434455"/>
                  </a:lnTo>
                  <a:lnTo>
                    <a:pt x="82792" y="1434444"/>
                  </a:lnTo>
                  <a:lnTo>
                    <a:pt x="84045" y="1434431"/>
                  </a:lnTo>
                  <a:lnTo>
                    <a:pt x="85298" y="1434414"/>
                  </a:lnTo>
                  <a:lnTo>
                    <a:pt x="86552" y="1434395"/>
                  </a:lnTo>
                  <a:lnTo>
                    <a:pt x="87805" y="1434373"/>
                  </a:lnTo>
                  <a:lnTo>
                    <a:pt x="89058" y="1434348"/>
                  </a:lnTo>
                  <a:lnTo>
                    <a:pt x="90311" y="1434318"/>
                  </a:lnTo>
                  <a:lnTo>
                    <a:pt x="91564" y="1434284"/>
                  </a:lnTo>
                  <a:lnTo>
                    <a:pt x="92818" y="1434248"/>
                  </a:lnTo>
                  <a:lnTo>
                    <a:pt x="94071" y="1434210"/>
                  </a:lnTo>
                  <a:lnTo>
                    <a:pt x="95324" y="1434170"/>
                  </a:lnTo>
                  <a:lnTo>
                    <a:pt x="96577" y="1434128"/>
                  </a:lnTo>
                  <a:lnTo>
                    <a:pt x="97831" y="1434086"/>
                  </a:lnTo>
                  <a:lnTo>
                    <a:pt x="99084" y="1434043"/>
                  </a:lnTo>
                  <a:lnTo>
                    <a:pt x="100337" y="1433999"/>
                  </a:lnTo>
                  <a:lnTo>
                    <a:pt x="101590" y="1433956"/>
                  </a:lnTo>
                  <a:lnTo>
                    <a:pt x="102843" y="1433912"/>
                  </a:lnTo>
                  <a:lnTo>
                    <a:pt x="104097" y="1433867"/>
                  </a:lnTo>
                  <a:lnTo>
                    <a:pt x="105350" y="1433822"/>
                  </a:lnTo>
                  <a:lnTo>
                    <a:pt x="106603" y="1433776"/>
                  </a:lnTo>
                  <a:lnTo>
                    <a:pt x="107856" y="1433731"/>
                  </a:lnTo>
                  <a:lnTo>
                    <a:pt x="109109" y="1433689"/>
                  </a:lnTo>
                  <a:lnTo>
                    <a:pt x="110363" y="1433648"/>
                  </a:lnTo>
                  <a:lnTo>
                    <a:pt x="111616" y="1433607"/>
                  </a:lnTo>
                  <a:lnTo>
                    <a:pt x="112869" y="1433566"/>
                  </a:lnTo>
                  <a:lnTo>
                    <a:pt x="114122" y="1433525"/>
                  </a:lnTo>
                  <a:lnTo>
                    <a:pt x="115376" y="1433484"/>
                  </a:lnTo>
                  <a:lnTo>
                    <a:pt x="116629" y="1433445"/>
                  </a:lnTo>
                  <a:lnTo>
                    <a:pt x="117882" y="1433406"/>
                  </a:lnTo>
                  <a:lnTo>
                    <a:pt x="119135" y="1433370"/>
                  </a:lnTo>
                  <a:lnTo>
                    <a:pt x="120388" y="1433334"/>
                  </a:lnTo>
                  <a:lnTo>
                    <a:pt x="121642" y="1433300"/>
                  </a:lnTo>
                  <a:lnTo>
                    <a:pt x="122895" y="1433268"/>
                  </a:lnTo>
                  <a:lnTo>
                    <a:pt x="124148" y="1433236"/>
                  </a:lnTo>
                  <a:lnTo>
                    <a:pt x="125401" y="1433207"/>
                  </a:lnTo>
                  <a:lnTo>
                    <a:pt x="126654" y="1433179"/>
                  </a:lnTo>
                  <a:lnTo>
                    <a:pt x="127908" y="1433154"/>
                  </a:lnTo>
                  <a:lnTo>
                    <a:pt x="129161" y="1433131"/>
                  </a:lnTo>
                  <a:lnTo>
                    <a:pt x="130414" y="1433111"/>
                  </a:lnTo>
                  <a:lnTo>
                    <a:pt x="131667" y="1433092"/>
                  </a:lnTo>
                  <a:lnTo>
                    <a:pt x="132921" y="1433077"/>
                  </a:lnTo>
                  <a:lnTo>
                    <a:pt x="134174" y="1433063"/>
                  </a:lnTo>
                  <a:lnTo>
                    <a:pt x="135427" y="1433051"/>
                  </a:lnTo>
                  <a:lnTo>
                    <a:pt x="136680" y="1433040"/>
                  </a:lnTo>
                  <a:lnTo>
                    <a:pt x="137933" y="1433031"/>
                  </a:lnTo>
                  <a:lnTo>
                    <a:pt x="139187" y="1433023"/>
                  </a:lnTo>
                  <a:lnTo>
                    <a:pt x="140440" y="1433018"/>
                  </a:lnTo>
                  <a:lnTo>
                    <a:pt x="141693" y="1433017"/>
                  </a:lnTo>
                  <a:lnTo>
                    <a:pt x="142946" y="1433021"/>
                  </a:lnTo>
                  <a:lnTo>
                    <a:pt x="144200" y="1433030"/>
                  </a:lnTo>
                  <a:lnTo>
                    <a:pt x="145453" y="1433042"/>
                  </a:lnTo>
                  <a:lnTo>
                    <a:pt x="146706" y="1433059"/>
                  </a:lnTo>
                  <a:lnTo>
                    <a:pt x="147959" y="1433078"/>
                  </a:lnTo>
                  <a:lnTo>
                    <a:pt x="149212" y="1433103"/>
                  </a:lnTo>
                  <a:lnTo>
                    <a:pt x="150466" y="1433136"/>
                  </a:lnTo>
                  <a:lnTo>
                    <a:pt x="151719" y="1433175"/>
                  </a:lnTo>
                  <a:lnTo>
                    <a:pt x="152972" y="1433224"/>
                  </a:lnTo>
                  <a:lnTo>
                    <a:pt x="154225" y="1433281"/>
                  </a:lnTo>
                  <a:lnTo>
                    <a:pt x="155478" y="1433344"/>
                  </a:lnTo>
                  <a:lnTo>
                    <a:pt x="156732" y="1433413"/>
                  </a:lnTo>
                  <a:lnTo>
                    <a:pt x="157985" y="1433489"/>
                  </a:lnTo>
                  <a:lnTo>
                    <a:pt x="159238" y="1433572"/>
                  </a:lnTo>
                  <a:lnTo>
                    <a:pt x="160491" y="1433663"/>
                  </a:lnTo>
                  <a:lnTo>
                    <a:pt x="161745" y="1433759"/>
                  </a:lnTo>
                  <a:lnTo>
                    <a:pt x="162998" y="1433863"/>
                  </a:lnTo>
                  <a:lnTo>
                    <a:pt x="164251" y="1433973"/>
                  </a:lnTo>
                  <a:lnTo>
                    <a:pt x="165504" y="1434090"/>
                  </a:lnTo>
                  <a:lnTo>
                    <a:pt x="166757" y="1434213"/>
                  </a:lnTo>
                  <a:lnTo>
                    <a:pt x="168011" y="1434343"/>
                  </a:lnTo>
                  <a:lnTo>
                    <a:pt x="169264" y="1434476"/>
                  </a:lnTo>
                  <a:lnTo>
                    <a:pt x="170517" y="1434612"/>
                  </a:lnTo>
                  <a:lnTo>
                    <a:pt x="171770" y="1434750"/>
                  </a:lnTo>
                  <a:lnTo>
                    <a:pt x="173024" y="1434888"/>
                  </a:lnTo>
                  <a:lnTo>
                    <a:pt x="174277" y="1435030"/>
                  </a:lnTo>
                  <a:lnTo>
                    <a:pt x="175530" y="1435176"/>
                  </a:lnTo>
                  <a:lnTo>
                    <a:pt x="176783" y="1435326"/>
                  </a:lnTo>
                  <a:lnTo>
                    <a:pt x="178036" y="1435478"/>
                  </a:lnTo>
                  <a:lnTo>
                    <a:pt x="179290" y="1435631"/>
                  </a:lnTo>
                  <a:lnTo>
                    <a:pt x="180543" y="1435785"/>
                  </a:lnTo>
                  <a:lnTo>
                    <a:pt x="181796" y="1435939"/>
                  </a:lnTo>
                  <a:lnTo>
                    <a:pt x="183049" y="1436092"/>
                  </a:lnTo>
                  <a:lnTo>
                    <a:pt x="184302" y="1436246"/>
                  </a:lnTo>
                  <a:lnTo>
                    <a:pt x="185556" y="1436399"/>
                  </a:lnTo>
                  <a:lnTo>
                    <a:pt x="186809" y="1436554"/>
                  </a:lnTo>
                  <a:lnTo>
                    <a:pt x="188062" y="1436711"/>
                  </a:lnTo>
                  <a:lnTo>
                    <a:pt x="189315" y="1436868"/>
                  </a:lnTo>
                  <a:lnTo>
                    <a:pt x="190569" y="1437027"/>
                  </a:lnTo>
                  <a:lnTo>
                    <a:pt x="191822" y="1437189"/>
                  </a:lnTo>
                  <a:lnTo>
                    <a:pt x="193075" y="1437353"/>
                  </a:lnTo>
                  <a:lnTo>
                    <a:pt x="194328" y="1437519"/>
                  </a:lnTo>
                  <a:lnTo>
                    <a:pt x="195581" y="1437687"/>
                  </a:lnTo>
                  <a:lnTo>
                    <a:pt x="196835" y="1437858"/>
                  </a:lnTo>
                  <a:lnTo>
                    <a:pt x="198088" y="1438032"/>
                  </a:lnTo>
                  <a:lnTo>
                    <a:pt x="199341" y="1438210"/>
                  </a:lnTo>
                  <a:lnTo>
                    <a:pt x="200594" y="1438391"/>
                  </a:lnTo>
                  <a:lnTo>
                    <a:pt x="201848" y="1438579"/>
                  </a:lnTo>
                  <a:lnTo>
                    <a:pt x="203101" y="1438771"/>
                  </a:lnTo>
                  <a:lnTo>
                    <a:pt x="204354" y="1438967"/>
                  </a:lnTo>
                  <a:lnTo>
                    <a:pt x="205607" y="1439165"/>
                  </a:lnTo>
                  <a:lnTo>
                    <a:pt x="206860" y="1439365"/>
                  </a:lnTo>
                  <a:lnTo>
                    <a:pt x="208114" y="1439569"/>
                  </a:lnTo>
                  <a:lnTo>
                    <a:pt x="209367" y="1439775"/>
                  </a:lnTo>
                  <a:lnTo>
                    <a:pt x="210620" y="1439984"/>
                  </a:lnTo>
                  <a:lnTo>
                    <a:pt x="211873" y="1440192"/>
                  </a:lnTo>
                  <a:lnTo>
                    <a:pt x="213126" y="1440397"/>
                  </a:lnTo>
                  <a:lnTo>
                    <a:pt x="214380" y="1440596"/>
                  </a:lnTo>
                  <a:lnTo>
                    <a:pt x="215633" y="1440789"/>
                  </a:lnTo>
                  <a:lnTo>
                    <a:pt x="216886" y="1440972"/>
                  </a:lnTo>
                  <a:lnTo>
                    <a:pt x="218139" y="1441147"/>
                  </a:lnTo>
                  <a:lnTo>
                    <a:pt x="219393" y="1441313"/>
                  </a:lnTo>
                  <a:lnTo>
                    <a:pt x="220646" y="1441466"/>
                  </a:lnTo>
                  <a:lnTo>
                    <a:pt x="221899" y="1441604"/>
                  </a:lnTo>
                  <a:lnTo>
                    <a:pt x="223152" y="1441726"/>
                  </a:lnTo>
                  <a:lnTo>
                    <a:pt x="224405" y="1441833"/>
                  </a:lnTo>
                  <a:lnTo>
                    <a:pt x="225659" y="1441924"/>
                  </a:lnTo>
                  <a:lnTo>
                    <a:pt x="226912" y="1441999"/>
                  </a:lnTo>
                  <a:lnTo>
                    <a:pt x="228165" y="1442058"/>
                  </a:lnTo>
                  <a:lnTo>
                    <a:pt x="229418" y="1442101"/>
                  </a:lnTo>
                  <a:lnTo>
                    <a:pt x="230672" y="1442128"/>
                  </a:lnTo>
                  <a:lnTo>
                    <a:pt x="231925" y="1442142"/>
                  </a:lnTo>
                  <a:lnTo>
                    <a:pt x="233178" y="1442148"/>
                  </a:lnTo>
                  <a:lnTo>
                    <a:pt x="234431" y="1442145"/>
                  </a:lnTo>
                  <a:lnTo>
                    <a:pt x="235684" y="1442136"/>
                  </a:lnTo>
                  <a:lnTo>
                    <a:pt x="236938" y="1442119"/>
                  </a:lnTo>
                  <a:lnTo>
                    <a:pt x="238191" y="1442095"/>
                  </a:lnTo>
                  <a:lnTo>
                    <a:pt x="239444" y="1442064"/>
                  </a:lnTo>
                  <a:lnTo>
                    <a:pt x="240697" y="1442028"/>
                  </a:lnTo>
                  <a:lnTo>
                    <a:pt x="241950" y="1441990"/>
                  </a:lnTo>
                  <a:lnTo>
                    <a:pt x="243204" y="1441951"/>
                  </a:lnTo>
                  <a:lnTo>
                    <a:pt x="244457" y="1441912"/>
                  </a:lnTo>
                  <a:lnTo>
                    <a:pt x="245710" y="1441872"/>
                  </a:lnTo>
                  <a:lnTo>
                    <a:pt x="246963" y="1441833"/>
                  </a:lnTo>
                  <a:lnTo>
                    <a:pt x="248217" y="1441794"/>
                  </a:lnTo>
                  <a:lnTo>
                    <a:pt x="249470" y="1441753"/>
                  </a:lnTo>
                  <a:lnTo>
                    <a:pt x="250723" y="1441710"/>
                  </a:lnTo>
                  <a:lnTo>
                    <a:pt x="251976" y="1441663"/>
                  </a:lnTo>
                  <a:lnTo>
                    <a:pt x="253229" y="1441614"/>
                  </a:lnTo>
                  <a:lnTo>
                    <a:pt x="254483" y="1441561"/>
                  </a:lnTo>
                  <a:lnTo>
                    <a:pt x="255736" y="1441505"/>
                  </a:lnTo>
                  <a:lnTo>
                    <a:pt x="256989" y="1441447"/>
                  </a:lnTo>
                  <a:lnTo>
                    <a:pt x="258242" y="1441386"/>
                  </a:lnTo>
                  <a:lnTo>
                    <a:pt x="259496" y="1441324"/>
                  </a:lnTo>
                  <a:lnTo>
                    <a:pt x="260749" y="1441260"/>
                  </a:lnTo>
                  <a:lnTo>
                    <a:pt x="262002" y="1441192"/>
                  </a:lnTo>
                  <a:lnTo>
                    <a:pt x="263255" y="1441121"/>
                  </a:lnTo>
                  <a:lnTo>
                    <a:pt x="264508" y="1441044"/>
                  </a:lnTo>
                  <a:lnTo>
                    <a:pt x="265762" y="1440959"/>
                  </a:lnTo>
                  <a:lnTo>
                    <a:pt x="267015" y="1440868"/>
                  </a:lnTo>
                  <a:lnTo>
                    <a:pt x="268268" y="1440773"/>
                  </a:lnTo>
                  <a:lnTo>
                    <a:pt x="269521" y="1440676"/>
                  </a:lnTo>
                  <a:lnTo>
                    <a:pt x="270774" y="1440577"/>
                  </a:lnTo>
                  <a:lnTo>
                    <a:pt x="272028" y="1440477"/>
                  </a:lnTo>
                  <a:lnTo>
                    <a:pt x="273281" y="1440378"/>
                  </a:lnTo>
                  <a:lnTo>
                    <a:pt x="274534" y="1440280"/>
                  </a:lnTo>
                  <a:lnTo>
                    <a:pt x="275787" y="1440182"/>
                  </a:lnTo>
                  <a:lnTo>
                    <a:pt x="277041" y="1440089"/>
                  </a:lnTo>
                  <a:lnTo>
                    <a:pt x="278294" y="1439999"/>
                  </a:lnTo>
                  <a:lnTo>
                    <a:pt x="279547" y="1439914"/>
                  </a:lnTo>
                  <a:lnTo>
                    <a:pt x="280800" y="1439837"/>
                  </a:lnTo>
                  <a:lnTo>
                    <a:pt x="282053" y="1439768"/>
                  </a:lnTo>
                  <a:lnTo>
                    <a:pt x="283307" y="1439710"/>
                  </a:lnTo>
                  <a:lnTo>
                    <a:pt x="284560" y="1439665"/>
                  </a:lnTo>
                  <a:lnTo>
                    <a:pt x="285813" y="1439632"/>
                  </a:lnTo>
                  <a:lnTo>
                    <a:pt x="287066" y="1439610"/>
                  </a:lnTo>
                  <a:lnTo>
                    <a:pt x="288319" y="1439598"/>
                  </a:lnTo>
                  <a:lnTo>
                    <a:pt x="289573" y="1439597"/>
                  </a:lnTo>
                  <a:lnTo>
                    <a:pt x="290826" y="1439606"/>
                  </a:lnTo>
                  <a:lnTo>
                    <a:pt x="292079" y="1439625"/>
                  </a:lnTo>
                  <a:lnTo>
                    <a:pt x="293332" y="1439656"/>
                  </a:lnTo>
                  <a:lnTo>
                    <a:pt x="294586" y="1439699"/>
                  </a:lnTo>
                  <a:lnTo>
                    <a:pt x="295839" y="1439749"/>
                  </a:lnTo>
                  <a:lnTo>
                    <a:pt x="297092" y="1439805"/>
                  </a:lnTo>
                  <a:lnTo>
                    <a:pt x="298345" y="1439869"/>
                  </a:lnTo>
                  <a:lnTo>
                    <a:pt x="299598" y="1439938"/>
                  </a:lnTo>
                  <a:lnTo>
                    <a:pt x="300852" y="1440012"/>
                  </a:lnTo>
                  <a:lnTo>
                    <a:pt x="302105" y="1440092"/>
                  </a:lnTo>
                  <a:lnTo>
                    <a:pt x="303358" y="1440175"/>
                  </a:lnTo>
                  <a:lnTo>
                    <a:pt x="304611" y="1440262"/>
                  </a:lnTo>
                  <a:lnTo>
                    <a:pt x="305865" y="1440352"/>
                  </a:lnTo>
                  <a:lnTo>
                    <a:pt x="307118" y="1440446"/>
                  </a:lnTo>
                  <a:lnTo>
                    <a:pt x="308371" y="1440542"/>
                  </a:lnTo>
                  <a:lnTo>
                    <a:pt x="309624" y="1440641"/>
                  </a:lnTo>
                  <a:lnTo>
                    <a:pt x="310877" y="1440741"/>
                  </a:lnTo>
                  <a:lnTo>
                    <a:pt x="312131" y="1440841"/>
                  </a:lnTo>
                  <a:lnTo>
                    <a:pt x="313384" y="1440942"/>
                  </a:lnTo>
                  <a:lnTo>
                    <a:pt x="314637" y="1441044"/>
                  </a:lnTo>
                  <a:lnTo>
                    <a:pt x="315890" y="1441149"/>
                  </a:lnTo>
                  <a:lnTo>
                    <a:pt x="317143" y="1441254"/>
                  </a:lnTo>
                  <a:lnTo>
                    <a:pt x="318397" y="1441362"/>
                  </a:lnTo>
                  <a:lnTo>
                    <a:pt x="319650" y="1441469"/>
                  </a:lnTo>
                  <a:lnTo>
                    <a:pt x="320903" y="1441576"/>
                  </a:lnTo>
                  <a:lnTo>
                    <a:pt x="322156" y="1441681"/>
                  </a:lnTo>
                  <a:lnTo>
                    <a:pt x="323410" y="1441783"/>
                  </a:lnTo>
                  <a:lnTo>
                    <a:pt x="324663" y="1441883"/>
                  </a:lnTo>
                  <a:lnTo>
                    <a:pt x="325916" y="1441982"/>
                  </a:lnTo>
                  <a:lnTo>
                    <a:pt x="327169" y="1442081"/>
                  </a:lnTo>
                  <a:lnTo>
                    <a:pt x="328422" y="1442182"/>
                  </a:lnTo>
                  <a:lnTo>
                    <a:pt x="329676" y="1442281"/>
                  </a:lnTo>
                  <a:lnTo>
                    <a:pt x="330929" y="1442378"/>
                  </a:lnTo>
                  <a:lnTo>
                    <a:pt x="332182" y="1442467"/>
                  </a:lnTo>
                  <a:lnTo>
                    <a:pt x="333435" y="1442547"/>
                  </a:lnTo>
                  <a:lnTo>
                    <a:pt x="334689" y="1442615"/>
                  </a:lnTo>
                  <a:lnTo>
                    <a:pt x="335942" y="1442669"/>
                  </a:lnTo>
                  <a:lnTo>
                    <a:pt x="337195" y="1442709"/>
                  </a:lnTo>
                  <a:lnTo>
                    <a:pt x="338448" y="1442738"/>
                  </a:lnTo>
                  <a:lnTo>
                    <a:pt x="339701" y="1442755"/>
                  </a:lnTo>
                  <a:lnTo>
                    <a:pt x="340955" y="1442762"/>
                  </a:lnTo>
                  <a:lnTo>
                    <a:pt x="342208" y="1442759"/>
                  </a:lnTo>
                  <a:lnTo>
                    <a:pt x="343461" y="1442743"/>
                  </a:lnTo>
                  <a:lnTo>
                    <a:pt x="344714" y="1442715"/>
                  </a:lnTo>
                  <a:lnTo>
                    <a:pt x="345967" y="1442672"/>
                  </a:lnTo>
                  <a:lnTo>
                    <a:pt x="347221" y="1442617"/>
                  </a:lnTo>
                  <a:lnTo>
                    <a:pt x="348474" y="1442550"/>
                  </a:lnTo>
                  <a:lnTo>
                    <a:pt x="349727" y="1442476"/>
                  </a:lnTo>
                  <a:lnTo>
                    <a:pt x="350980" y="1442399"/>
                  </a:lnTo>
                  <a:lnTo>
                    <a:pt x="352234" y="1442318"/>
                  </a:lnTo>
                  <a:lnTo>
                    <a:pt x="353487" y="1442237"/>
                  </a:lnTo>
                  <a:lnTo>
                    <a:pt x="354740" y="1442159"/>
                  </a:lnTo>
                  <a:lnTo>
                    <a:pt x="355993" y="1442079"/>
                  </a:lnTo>
                  <a:lnTo>
                    <a:pt x="357246" y="1441998"/>
                  </a:lnTo>
                  <a:lnTo>
                    <a:pt x="358500" y="1441880"/>
                  </a:lnTo>
                  <a:lnTo>
                    <a:pt x="359753" y="1441705"/>
                  </a:lnTo>
                  <a:lnTo>
                    <a:pt x="361006" y="1441467"/>
                  </a:lnTo>
                  <a:lnTo>
                    <a:pt x="362259" y="1441166"/>
                  </a:lnTo>
                  <a:lnTo>
                    <a:pt x="363513" y="1440806"/>
                  </a:lnTo>
                  <a:lnTo>
                    <a:pt x="364766" y="1440386"/>
                  </a:lnTo>
                  <a:lnTo>
                    <a:pt x="366019" y="1439906"/>
                  </a:lnTo>
                  <a:lnTo>
                    <a:pt x="367272" y="1439367"/>
                  </a:lnTo>
                  <a:lnTo>
                    <a:pt x="368525" y="1438768"/>
                  </a:lnTo>
                  <a:lnTo>
                    <a:pt x="369779" y="1438108"/>
                  </a:lnTo>
                  <a:lnTo>
                    <a:pt x="371032" y="1437384"/>
                  </a:lnTo>
                  <a:lnTo>
                    <a:pt x="372285" y="1436597"/>
                  </a:lnTo>
                  <a:lnTo>
                    <a:pt x="373538" y="1435747"/>
                  </a:lnTo>
                  <a:lnTo>
                    <a:pt x="374791" y="1434837"/>
                  </a:lnTo>
                  <a:lnTo>
                    <a:pt x="376045" y="1433861"/>
                  </a:lnTo>
                  <a:lnTo>
                    <a:pt x="377298" y="1432829"/>
                  </a:lnTo>
                  <a:lnTo>
                    <a:pt x="378551" y="1431761"/>
                  </a:lnTo>
                  <a:lnTo>
                    <a:pt x="379804" y="1430665"/>
                  </a:lnTo>
                  <a:lnTo>
                    <a:pt x="381058" y="1429539"/>
                  </a:lnTo>
                  <a:lnTo>
                    <a:pt x="382311" y="1428379"/>
                  </a:lnTo>
                  <a:lnTo>
                    <a:pt x="383564" y="1427156"/>
                  </a:lnTo>
                  <a:lnTo>
                    <a:pt x="384817" y="1425871"/>
                  </a:lnTo>
                  <a:lnTo>
                    <a:pt x="386070" y="1424524"/>
                  </a:lnTo>
                  <a:lnTo>
                    <a:pt x="387324" y="1423116"/>
                  </a:lnTo>
                  <a:lnTo>
                    <a:pt x="388577" y="1421647"/>
                  </a:lnTo>
                  <a:lnTo>
                    <a:pt x="389830" y="1420117"/>
                  </a:lnTo>
                  <a:lnTo>
                    <a:pt x="391083" y="1418524"/>
                  </a:lnTo>
                  <a:lnTo>
                    <a:pt x="392337" y="1416869"/>
                  </a:lnTo>
                  <a:lnTo>
                    <a:pt x="393590" y="1415154"/>
                  </a:lnTo>
                  <a:lnTo>
                    <a:pt x="394843" y="1413386"/>
                  </a:lnTo>
                  <a:lnTo>
                    <a:pt x="396096" y="1411592"/>
                  </a:lnTo>
                  <a:lnTo>
                    <a:pt x="397349" y="1409768"/>
                  </a:lnTo>
                  <a:lnTo>
                    <a:pt x="398603" y="1407918"/>
                  </a:lnTo>
                  <a:lnTo>
                    <a:pt x="399856" y="1406041"/>
                  </a:lnTo>
                  <a:lnTo>
                    <a:pt x="401109" y="1404138"/>
                  </a:lnTo>
                  <a:lnTo>
                    <a:pt x="402362" y="1402244"/>
                  </a:lnTo>
                  <a:lnTo>
                    <a:pt x="403615" y="1400358"/>
                  </a:lnTo>
                  <a:lnTo>
                    <a:pt x="404869" y="1398478"/>
                  </a:lnTo>
                  <a:lnTo>
                    <a:pt x="406122" y="1396605"/>
                  </a:lnTo>
                  <a:lnTo>
                    <a:pt x="407375" y="1394738"/>
                  </a:lnTo>
                  <a:lnTo>
                    <a:pt x="408628" y="1392879"/>
                  </a:lnTo>
                  <a:lnTo>
                    <a:pt x="409882" y="1391028"/>
                  </a:lnTo>
                  <a:lnTo>
                    <a:pt x="411135" y="1389184"/>
                  </a:lnTo>
                  <a:lnTo>
                    <a:pt x="412388" y="1387330"/>
                  </a:lnTo>
                  <a:lnTo>
                    <a:pt x="413641" y="1385443"/>
                  </a:lnTo>
                  <a:lnTo>
                    <a:pt x="414894" y="1383521"/>
                  </a:lnTo>
                  <a:lnTo>
                    <a:pt x="416148" y="1381560"/>
                  </a:lnTo>
                  <a:lnTo>
                    <a:pt x="417401" y="1379556"/>
                  </a:lnTo>
                  <a:lnTo>
                    <a:pt x="418654" y="1377509"/>
                  </a:lnTo>
                  <a:lnTo>
                    <a:pt x="419907" y="1375421"/>
                  </a:lnTo>
                  <a:lnTo>
                    <a:pt x="421161" y="1373328"/>
                  </a:lnTo>
                  <a:lnTo>
                    <a:pt x="422414" y="1371287"/>
                  </a:lnTo>
                  <a:lnTo>
                    <a:pt x="423667" y="1369296"/>
                  </a:lnTo>
                  <a:lnTo>
                    <a:pt x="424920" y="1367359"/>
                  </a:lnTo>
                  <a:lnTo>
                    <a:pt x="426173" y="1365473"/>
                  </a:lnTo>
                  <a:lnTo>
                    <a:pt x="427427" y="1363635"/>
                  </a:lnTo>
                  <a:lnTo>
                    <a:pt x="428680" y="1361846"/>
                  </a:lnTo>
                  <a:lnTo>
                    <a:pt x="429933" y="1360104"/>
                  </a:lnTo>
                  <a:lnTo>
                    <a:pt x="431186" y="1358423"/>
                  </a:lnTo>
                  <a:lnTo>
                    <a:pt x="432439" y="1356823"/>
                  </a:lnTo>
                  <a:lnTo>
                    <a:pt x="433693" y="1355305"/>
                  </a:lnTo>
                  <a:lnTo>
                    <a:pt x="434946" y="1353876"/>
                  </a:lnTo>
                  <a:lnTo>
                    <a:pt x="436199" y="1352536"/>
                  </a:lnTo>
                  <a:lnTo>
                    <a:pt x="437452" y="1351285"/>
                  </a:lnTo>
                  <a:lnTo>
                    <a:pt x="438706" y="1350125"/>
                  </a:lnTo>
                  <a:lnTo>
                    <a:pt x="439959" y="1349054"/>
                  </a:lnTo>
                  <a:lnTo>
                    <a:pt x="441212" y="1348044"/>
                  </a:lnTo>
                  <a:lnTo>
                    <a:pt x="442465" y="1347101"/>
                  </a:lnTo>
                  <a:lnTo>
                    <a:pt x="443718" y="1346218"/>
                  </a:lnTo>
                  <a:lnTo>
                    <a:pt x="444972" y="1345404"/>
                  </a:lnTo>
                  <a:lnTo>
                    <a:pt x="446225" y="1344693"/>
                  </a:lnTo>
                  <a:lnTo>
                    <a:pt x="447478" y="1344113"/>
                  </a:lnTo>
                  <a:lnTo>
                    <a:pt x="448731" y="1343666"/>
                  </a:lnTo>
                  <a:lnTo>
                    <a:pt x="449984" y="1343348"/>
                  </a:lnTo>
                  <a:lnTo>
                    <a:pt x="451238" y="1343155"/>
                  </a:lnTo>
                  <a:lnTo>
                    <a:pt x="452491" y="1343088"/>
                  </a:lnTo>
                  <a:lnTo>
                    <a:pt x="453744" y="1343145"/>
                  </a:lnTo>
                  <a:lnTo>
                    <a:pt x="454997" y="1343329"/>
                  </a:lnTo>
                  <a:lnTo>
                    <a:pt x="456251" y="1343638"/>
                  </a:lnTo>
                  <a:lnTo>
                    <a:pt x="457504" y="1344067"/>
                  </a:lnTo>
                  <a:lnTo>
                    <a:pt x="458757" y="1344586"/>
                  </a:lnTo>
                  <a:lnTo>
                    <a:pt x="460010" y="1345173"/>
                  </a:lnTo>
                  <a:lnTo>
                    <a:pt x="461263" y="1345831"/>
                  </a:lnTo>
                  <a:lnTo>
                    <a:pt x="462517" y="1346563"/>
                  </a:lnTo>
                  <a:lnTo>
                    <a:pt x="463770" y="1347364"/>
                  </a:lnTo>
                  <a:lnTo>
                    <a:pt x="465023" y="1348196"/>
                  </a:lnTo>
                  <a:lnTo>
                    <a:pt x="466276" y="1349027"/>
                  </a:lnTo>
                  <a:lnTo>
                    <a:pt x="467530" y="1349859"/>
                  </a:lnTo>
                  <a:lnTo>
                    <a:pt x="468783" y="1350691"/>
                  </a:lnTo>
                  <a:lnTo>
                    <a:pt x="470036" y="1351526"/>
                  </a:lnTo>
                  <a:lnTo>
                    <a:pt x="471289" y="1352363"/>
                  </a:lnTo>
                  <a:lnTo>
                    <a:pt x="472542" y="1353203"/>
                  </a:lnTo>
                  <a:lnTo>
                    <a:pt x="473796" y="1354045"/>
                  </a:lnTo>
                  <a:lnTo>
                    <a:pt x="475049" y="1354903"/>
                  </a:lnTo>
                  <a:lnTo>
                    <a:pt x="476302" y="1355813"/>
                  </a:lnTo>
                  <a:lnTo>
                    <a:pt x="477555" y="1356798"/>
                  </a:lnTo>
                  <a:lnTo>
                    <a:pt x="478808" y="1357857"/>
                  </a:lnTo>
                  <a:lnTo>
                    <a:pt x="480062" y="1358994"/>
                  </a:lnTo>
                  <a:lnTo>
                    <a:pt x="481315" y="1360209"/>
                  </a:lnTo>
                  <a:lnTo>
                    <a:pt x="482568" y="1361500"/>
                  </a:lnTo>
                  <a:lnTo>
                    <a:pt x="483821" y="1362868"/>
                  </a:lnTo>
                  <a:lnTo>
                    <a:pt x="485075" y="1364275"/>
                  </a:lnTo>
                  <a:lnTo>
                    <a:pt x="486328" y="1365728"/>
                  </a:lnTo>
                  <a:lnTo>
                    <a:pt x="487581" y="1367253"/>
                  </a:lnTo>
                  <a:lnTo>
                    <a:pt x="488834" y="1368852"/>
                  </a:lnTo>
                  <a:lnTo>
                    <a:pt x="490087" y="1370527"/>
                  </a:lnTo>
                  <a:lnTo>
                    <a:pt x="491341" y="1372278"/>
                  </a:lnTo>
                  <a:lnTo>
                    <a:pt x="492594" y="1374106"/>
                  </a:lnTo>
                  <a:lnTo>
                    <a:pt x="493847" y="1375998"/>
                  </a:lnTo>
                  <a:lnTo>
                    <a:pt x="495100" y="1377921"/>
                  </a:lnTo>
                  <a:lnTo>
                    <a:pt x="496354" y="1379855"/>
                  </a:lnTo>
                  <a:lnTo>
                    <a:pt x="497607" y="1381799"/>
                  </a:lnTo>
                  <a:lnTo>
                    <a:pt x="498860" y="1383749"/>
                  </a:lnTo>
                  <a:lnTo>
                    <a:pt x="500113" y="1385706"/>
                  </a:lnTo>
                  <a:lnTo>
                    <a:pt x="501366" y="1387670"/>
                  </a:lnTo>
                  <a:lnTo>
                    <a:pt x="502620" y="1389638"/>
                  </a:lnTo>
                  <a:lnTo>
                    <a:pt x="503873" y="1391618"/>
                  </a:lnTo>
                  <a:lnTo>
                    <a:pt x="505126" y="1393597"/>
                  </a:lnTo>
                  <a:lnTo>
                    <a:pt x="506379" y="1395548"/>
                  </a:lnTo>
                  <a:lnTo>
                    <a:pt x="507632" y="1397469"/>
                  </a:lnTo>
                  <a:lnTo>
                    <a:pt x="508886" y="1399353"/>
                  </a:lnTo>
                  <a:lnTo>
                    <a:pt x="510139" y="1401169"/>
                  </a:lnTo>
                  <a:lnTo>
                    <a:pt x="511392" y="1402919"/>
                  </a:lnTo>
                  <a:lnTo>
                    <a:pt x="512645" y="1404604"/>
                  </a:lnTo>
                  <a:lnTo>
                    <a:pt x="513899" y="1406229"/>
                  </a:lnTo>
                  <a:lnTo>
                    <a:pt x="515152" y="1407795"/>
                  </a:lnTo>
                  <a:lnTo>
                    <a:pt x="516405" y="1409305"/>
                  </a:lnTo>
                  <a:lnTo>
                    <a:pt x="517658" y="1410759"/>
                  </a:lnTo>
                  <a:lnTo>
                    <a:pt x="518911" y="1412156"/>
                  </a:lnTo>
                  <a:lnTo>
                    <a:pt x="520165" y="1413497"/>
                  </a:lnTo>
                  <a:lnTo>
                    <a:pt x="521418" y="1414788"/>
                  </a:lnTo>
                  <a:lnTo>
                    <a:pt x="522671" y="1416052"/>
                  </a:lnTo>
                  <a:lnTo>
                    <a:pt x="523924" y="1417286"/>
                  </a:lnTo>
                  <a:lnTo>
                    <a:pt x="525178" y="1418487"/>
                  </a:lnTo>
                  <a:lnTo>
                    <a:pt x="526431" y="1419656"/>
                  </a:lnTo>
                  <a:lnTo>
                    <a:pt x="527684" y="1420797"/>
                  </a:lnTo>
                  <a:lnTo>
                    <a:pt x="528937" y="1421944"/>
                  </a:lnTo>
                  <a:lnTo>
                    <a:pt x="530190" y="1423097"/>
                  </a:lnTo>
                  <a:lnTo>
                    <a:pt x="531444" y="1424257"/>
                  </a:lnTo>
                  <a:lnTo>
                    <a:pt x="532697" y="1425419"/>
                  </a:lnTo>
                  <a:lnTo>
                    <a:pt x="533950" y="1426584"/>
                  </a:lnTo>
                  <a:lnTo>
                    <a:pt x="535203" y="1427749"/>
                  </a:lnTo>
                  <a:lnTo>
                    <a:pt x="536456" y="1428914"/>
                  </a:lnTo>
                  <a:lnTo>
                    <a:pt x="537710" y="1430078"/>
                  </a:lnTo>
                  <a:lnTo>
                    <a:pt x="538963" y="1431224"/>
                  </a:lnTo>
                  <a:lnTo>
                    <a:pt x="540216" y="1432331"/>
                  </a:lnTo>
                  <a:lnTo>
                    <a:pt x="541469" y="1433398"/>
                  </a:lnTo>
                  <a:lnTo>
                    <a:pt x="542723" y="1434428"/>
                  </a:lnTo>
                  <a:lnTo>
                    <a:pt x="543976" y="1435421"/>
                  </a:lnTo>
                  <a:lnTo>
                    <a:pt x="545229" y="1436375"/>
                  </a:lnTo>
                  <a:lnTo>
                    <a:pt x="546482" y="1437290"/>
                  </a:lnTo>
                  <a:lnTo>
                    <a:pt x="547735" y="1438169"/>
                  </a:lnTo>
                  <a:lnTo>
                    <a:pt x="548989" y="1439011"/>
                  </a:lnTo>
                  <a:lnTo>
                    <a:pt x="550242" y="1439787"/>
                  </a:lnTo>
                  <a:lnTo>
                    <a:pt x="551495" y="1440495"/>
                  </a:lnTo>
                  <a:lnTo>
                    <a:pt x="552748" y="1441134"/>
                  </a:lnTo>
                  <a:lnTo>
                    <a:pt x="554002" y="1441704"/>
                  </a:lnTo>
                  <a:lnTo>
                    <a:pt x="555255" y="1442205"/>
                  </a:lnTo>
                  <a:lnTo>
                    <a:pt x="556508" y="1442637"/>
                  </a:lnTo>
                  <a:lnTo>
                    <a:pt x="557761" y="1443013"/>
                  </a:lnTo>
                  <a:lnTo>
                    <a:pt x="559014" y="1443354"/>
                  </a:lnTo>
                  <a:lnTo>
                    <a:pt x="560268" y="1443659"/>
                  </a:lnTo>
                  <a:lnTo>
                    <a:pt x="561521" y="1443927"/>
                  </a:lnTo>
                  <a:lnTo>
                    <a:pt x="562774" y="1444159"/>
                  </a:lnTo>
                  <a:lnTo>
                    <a:pt x="564027" y="1444354"/>
                  </a:lnTo>
                  <a:lnTo>
                    <a:pt x="565280" y="1444511"/>
                  </a:lnTo>
                  <a:lnTo>
                    <a:pt x="566534" y="1444630"/>
                  </a:lnTo>
                  <a:lnTo>
                    <a:pt x="567787" y="1444709"/>
                  </a:lnTo>
                  <a:lnTo>
                    <a:pt x="569040" y="1444778"/>
                  </a:lnTo>
                  <a:lnTo>
                    <a:pt x="570293" y="1444839"/>
                  </a:lnTo>
                  <a:lnTo>
                    <a:pt x="571547" y="1444896"/>
                  </a:lnTo>
                  <a:lnTo>
                    <a:pt x="572800" y="1444948"/>
                  </a:lnTo>
                  <a:lnTo>
                    <a:pt x="574053" y="1444997"/>
                  </a:lnTo>
                  <a:lnTo>
                    <a:pt x="575306" y="1445043"/>
                  </a:lnTo>
                  <a:lnTo>
                    <a:pt x="576559" y="1445084"/>
                  </a:lnTo>
                  <a:lnTo>
                    <a:pt x="577813" y="1445117"/>
                  </a:lnTo>
                  <a:lnTo>
                    <a:pt x="579066" y="1445142"/>
                  </a:lnTo>
                  <a:lnTo>
                    <a:pt x="580319" y="1445159"/>
                  </a:lnTo>
                  <a:lnTo>
                    <a:pt x="581572" y="1445167"/>
                  </a:lnTo>
                  <a:lnTo>
                    <a:pt x="582826" y="1445166"/>
                  </a:lnTo>
                  <a:lnTo>
                    <a:pt x="584079" y="1445159"/>
                  </a:lnTo>
                  <a:lnTo>
                    <a:pt x="585332" y="1445146"/>
                  </a:lnTo>
                  <a:lnTo>
                    <a:pt x="586585" y="1445127"/>
                  </a:lnTo>
                  <a:lnTo>
                    <a:pt x="587838" y="1445111"/>
                  </a:lnTo>
                  <a:lnTo>
                    <a:pt x="589092" y="1445097"/>
                  </a:lnTo>
                  <a:lnTo>
                    <a:pt x="590345" y="1445084"/>
                  </a:lnTo>
                  <a:lnTo>
                    <a:pt x="591598" y="1445073"/>
                  </a:lnTo>
                  <a:lnTo>
                    <a:pt x="592851" y="1445061"/>
                  </a:lnTo>
                  <a:lnTo>
                    <a:pt x="594104" y="1445046"/>
                  </a:lnTo>
                  <a:lnTo>
                    <a:pt x="595358" y="1445029"/>
                  </a:lnTo>
                  <a:lnTo>
                    <a:pt x="596611" y="1445014"/>
                  </a:lnTo>
                  <a:lnTo>
                    <a:pt x="597864" y="1445001"/>
                  </a:lnTo>
                  <a:lnTo>
                    <a:pt x="599117" y="1444989"/>
                  </a:lnTo>
                  <a:lnTo>
                    <a:pt x="600371" y="1444984"/>
                  </a:lnTo>
                  <a:lnTo>
                    <a:pt x="601624" y="1444988"/>
                  </a:lnTo>
                  <a:lnTo>
                    <a:pt x="602877" y="1445003"/>
                  </a:lnTo>
                  <a:lnTo>
                    <a:pt x="604130" y="1445029"/>
                  </a:lnTo>
                  <a:lnTo>
                    <a:pt x="605383" y="1445061"/>
                  </a:lnTo>
                  <a:lnTo>
                    <a:pt x="606637" y="1445097"/>
                  </a:lnTo>
                  <a:lnTo>
                    <a:pt x="607890" y="1445138"/>
                  </a:lnTo>
                  <a:lnTo>
                    <a:pt x="609143" y="1445184"/>
                  </a:lnTo>
                  <a:lnTo>
                    <a:pt x="610396" y="1445234"/>
                  </a:lnTo>
                  <a:lnTo>
                    <a:pt x="611649" y="1445287"/>
                  </a:lnTo>
                  <a:lnTo>
                    <a:pt x="612903" y="1445344"/>
                  </a:lnTo>
                  <a:lnTo>
                    <a:pt x="614156" y="1445406"/>
                  </a:lnTo>
                  <a:lnTo>
                    <a:pt x="615409" y="1445473"/>
                  </a:lnTo>
                  <a:lnTo>
                    <a:pt x="616662" y="1445545"/>
                  </a:lnTo>
                  <a:lnTo>
                    <a:pt x="617916" y="1445623"/>
                  </a:lnTo>
                  <a:lnTo>
                    <a:pt x="619169" y="1445706"/>
                  </a:lnTo>
                  <a:lnTo>
                    <a:pt x="620422" y="1445795"/>
                  </a:lnTo>
                  <a:lnTo>
                    <a:pt x="621675" y="1445885"/>
                  </a:lnTo>
                  <a:lnTo>
                    <a:pt x="622928" y="1445978"/>
                  </a:lnTo>
                  <a:lnTo>
                    <a:pt x="624182" y="1446075"/>
                  </a:lnTo>
                  <a:lnTo>
                    <a:pt x="625435" y="1446174"/>
                  </a:lnTo>
                  <a:lnTo>
                    <a:pt x="626688" y="1446276"/>
                  </a:lnTo>
                  <a:lnTo>
                    <a:pt x="627941" y="1446381"/>
                  </a:lnTo>
                  <a:lnTo>
                    <a:pt x="629195" y="1446487"/>
                  </a:lnTo>
                  <a:lnTo>
                    <a:pt x="630448" y="1446596"/>
                  </a:lnTo>
                  <a:lnTo>
                    <a:pt x="631701" y="1446709"/>
                  </a:lnTo>
                  <a:lnTo>
                    <a:pt x="632954" y="1446827"/>
                  </a:lnTo>
                  <a:lnTo>
                    <a:pt x="634207" y="1446945"/>
                  </a:lnTo>
                  <a:lnTo>
                    <a:pt x="635461" y="1447063"/>
                  </a:lnTo>
                  <a:lnTo>
                    <a:pt x="636714" y="1447179"/>
                  </a:lnTo>
                  <a:lnTo>
                    <a:pt x="637967" y="1447291"/>
                  </a:lnTo>
                  <a:lnTo>
                    <a:pt x="639220" y="1447396"/>
                  </a:lnTo>
                  <a:lnTo>
                    <a:pt x="640473" y="1447498"/>
                  </a:lnTo>
                  <a:lnTo>
                    <a:pt x="641727" y="1447595"/>
                  </a:lnTo>
                  <a:lnTo>
                    <a:pt x="642980" y="1447687"/>
                  </a:lnTo>
                  <a:lnTo>
                    <a:pt x="644233" y="1447775"/>
                  </a:lnTo>
                  <a:lnTo>
                    <a:pt x="645486" y="1447857"/>
                  </a:lnTo>
                  <a:lnTo>
                    <a:pt x="646740" y="1447933"/>
                  </a:lnTo>
                  <a:lnTo>
                    <a:pt x="647993" y="1448000"/>
                  </a:lnTo>
                  <a:lnTo>
                    <a:pt x="649246" y="1448059"/>
                  </a:lnTo>
                  <a:lnTo>
                    <a:pt x="650499" y="1448104"/>
                  </a:lnTo>
                  <a:lnTo>
                    <a:pt x="651752" y="1448131"/>
                  </a:lnTo>
                  <a:lnTo>
                    <a:pt x="653006" y="1448141"/>
                  </a:lnTo>
                  <a:lnTo>
                    <a:pt x="654259" y="1448132"/>
                  </a:lnTo>
                  <a:lnTo>
                    <a:pt x="655512" y="1448102"/>
                  </a:lnTo>
                  <a:lnTo>
                    <a:pt x="656765" y="1448059"/>
                  </a:lnTo>
                  <a:lnTo>
                    <a:pt x="658019" y="1448000"/>
                  </a:lnTo>
                  <a:lnTo>
                    <a:pt x="659272" y="1447897"/>
                  </a:lnTo>
                  <a:lnTo>
                    <a:pt x="660525" y="1447742"/>
                  </a:lnTo>
                  <a:lnTo>
                    <a:pt x="661778" y="1447537"/>
                  </a:lnTo>
                  <a:lnTo>
                    <a:pt x="663031" y="1447282"/>
                  </a:lnTo>
                  <a:lnTo>
                    <a:pt x="664285" y="1446971"/>
                  </a:lnTo>
                  <a:lnTo>
                    <a:pt x="665538" y="1446603"/>
                  </a:lnTo>
                  <a:lnTo>
                    <a:pt x="666791" y="1446178"/>
                  </a:lnTo>
                  <a:lnTo>
                    <a:pt x="668044" y="1445700"/>
                  </a:lnTo>
                  <a:lnTo>
                    <a:pt x="669297" y="1445172"/>
                  </a:lnTo>
                  <a:lnTo>
                    <a:pt x="670551" y="1444575"/>
                  </a:lnTo>
                  <a:lnTo>
                    <a:pt x="671804" y="1443900"/>
                  </a:lnTo>
                  <a:lnTo>
                    <a:pt x="673057" y="1443152"/>
                  </a:lnTo>
                  <a:lnTo>
                    <a:pt x="674310" y="1442330"/>
                  </a:lnTo>
                  <a:lnTo>
                    <a:pt x="675564" y="1441436"/>
                  </a:lnTo>
                  <a:lnTo>
                    <a:pt x="676817" y="1440467"/>
                  </a:lnTo>
                  <a:lnTo>
                    <a:pt x="678070" y="1439450"/>
                  </a:lnTo>
                  <a:lnTo>
                    <a:pt x="679323" y="1438389"/>
                  </a:lnTo>
                  <a:lnTo>
                    <a:pt x="680576" y="1437287"/>
                  </a:lnTo>
                  <a:lnTo>
                    <a:pt x="681830" y="1436142"/>
                  </a:lnTo>
                  <a:lnTo>
                    <a:pt x="683083" y="1434954"/>
                  </a:lnTo>
                  <a:lnTo>
                    <a:pt x="684336" y="1433725"/>
                  </a:lnTo>
                  <a:lnTo>
                    <a:pt x="685589" y="1432457"/>
                  </a:lnTo>
                  <a:lnTo>
                    <a:pt x="686843" y="1431151"/>
                  </a:lnTo>
                  <a:lnTo>
                    <a:pt x="688096" y="1429807"/>
                  </a:lnTo>
                  <a:lnTo>
                    <a:pt x="689349" y="1428452"/>
                  </a:lnTo>
                  <a:lnTo>
                    <a:pt x="690602" y="1427072"/>
                  </a:lnTo>
                  <a:lnTo>
                    <a:pt x="691855" y="1425658"/>
                  </a:lnTo>
                  <a:lnTo>
                    <a:pt x="693109" y="1424194"/>
                  </a:lnTo>
                  <a:lnTo>
                    <a:pt x="694362" y="1422666"/>
                  </a:lnTo>
                  <a:lnTo>
                    <a:pt x="695615" y="1421073"/>
                  </a:lnTo>
                  <a:lnTo>
                    <a:pt x="696868" y="1419417"/>
                  </a:lnTo>
                  <a:lnTo>
                    <a:pt x="698121" y="1417699"/>
                  </a:lnTo>
                  <a:lnTo>
                    <a:pt x="699375" y="1415920"/>
                  </a:lnTo>
                  <a:lnTo>
                    <a:pt x="700628" y="1414082"/>
                  </a:lnTo>
                  <a:lnTo>
                    <a:pt x="701881" y="1412186"/>
                  </a:lnTo>
                  <a:lnTo>
                    <a:pt x="703134" y="1410236"/>
                  </a:lnTo>
                  <a:lnTo>
                    <a:pt x="704388" y="1408209"/>
                  </a:lnTo>
                  <a:lnTo>
                    <a:pt x="705641" y="1406099"/>
                  </a:lnTo>
                  <a:lnTo>
                    <a:pt x="706894" y="1403908"/>
                  </a:lnTo>
                  <a:lnTo>
                    <a:pt x="708147" y="1401636"/>
                  </a:lnTo>
                  <a:lnTo>
                    <a:pt x="709400" y="1399275"/>
                  </a:lnTo>
                  <a:lnTo>
                    <a:pt x="710654" y="1396833"/>
                  </a:lnTo>
                  <a:lnTo>
                    <a:pt x="711907" y="1394324"/>
                  </a:lnTo>
                  <a:lnTo>
                    <a:pt x="713160" y="1391763"/>
                  </a:lnTo>
                  <a:lnTo>
                    <a:pt x="714413" y="1389153"/>
                  </a:lnTo>
                  <a:lnTo>
                    <a:pt x="715667" y="1386494"/>
                  </a:lnTo>
                  <a:lnTo>
                    <a:pt x="716920" y="1383774"/>
                  </a:lnTo>
                  <a:lnTo>
                    <a:pt x="718173" y="1380984"/>
                  </a:lnTo>
                  <a:lnTo>
                    <a:pt x="719426" y="1378119"/>
                  </a:lnTo>
                  <a:lnTo>
                    <a:pt x="720679" y="1375179"/>
                  </a:lnTo>
                  <a:lnTo>
                    <a:pt x="721933" y="1372193"/>
                  </a:lnTo>
                  <a:lnTo>
                    <a:pt x="723186" y="1369216"/>
                  </a:lnTo>
                  <a:lnTo>
                    <a:pt x="724439" y="1366261"/>
                  </a:lnTo>
                  <a:lnTo>
                    <a:pt x="725692" y="1363324"/>
                  </a:lnTo>
                  <a:lnTo>
                    <a:pt x="726945" y="1360407"/>
                  </a:lnTo>
                  <a:lnTo>
                    <a:pt x="728199" y="1357540"/>
                  </a:lnTo>
                  <a:lnTo>
                    <a:pt x="729452" y="1354726"/>
                  </a:lnTo>
                  <a:lnTo>
                    <a:pt x="730705" y="1351962"/>
                  </a:lnTo>
                  <a:lnTo>
                    <a:pt x="731958" y="1349246"/>
                  </a:lnTo>
                  <a:lnTo>
                    <a:pt x="733212" y="1346600"/>
                  </a:lnTo>
                  <a:lnTo>
                    <a:pt x="734465" y="1344051"/>
                  </a:lnTo>
                  <a:lnTo>
                    <a:pt x="735718" y="1341623"/>
                  </a:lnTo>
                  <a:lnTo>
                    <a:pt x="736971" y="1339333"/>
                  </a:lnTo>
                  <a:lnTo>
                    <a:pt x="738224" y="1337148"/>
                  </a:lnTo>
                  <a:lnTo>
                    <a:pt x="739478" y="1335066"/>
                  </a:lnTo>
                  <a:lnTo>
                    <a:pt x="740731" y="1333066"/>
                  </a:lnTo>
                  <a:lnTo>
                    <a:pt x="741984" y="1331116"/>
                  </a:lnTo>
                  <a:lnTo>
                    <a:pt x="743237" y="1329209"/>
                  </a:lnTo>
                  <a:lnTo>
                    <a:pt x="744491" y="1327349"/>
                  </a:lnTo>
                  <a:lnTo>
                    <a:pt x="745744" y="1325534"/>
                  </a:lnTo>
                  <a:lnTo>
                    <a:pt x="746997" y="1323734"/>
                  </a:lnTo>
                  <a:lnTo>
                    <a:pt x="748250" y="1321948"/>
                  </a:lnTo>
                  <a:lnTo>
                    <a:pt x="749503" y="1320177"/>
                  </a:lnTo>
                  <a:lnTo>
                    <a:pt x="750757" y="1318418"/>
                  </a:lnTo>
                  <a:lnTo>
                    <a:pt x="752010" y="1316647"/>
                  </a:lnTo>
                  <a:lnTo>
                    <a:pt x="753263" y="1314851"/>
                  </a:lnTo>
                  <a:lnTo>
                    <a:pt x="754516" y="1313053"/>
                  </a:lnTo>
                  <a:lnTo>
                    <a:pt x="755769" y="1311281"/>
                  </a:lnTo>
                  <a:lnTo>
                    <a:pt x="757023" y="1309574"/>
                  </a:lnTo>
                  <a:lnTo>
                    <a:pt x="758276" y="1307944"/>
                  </a:lnTo>
                  <a:lnTo>
                    <a:pt x="759529" y="1306392"/>
                  </a:lnTo>
                  <a:lnTo>
                    <a:pt x="760782" y="1304917"/>
                  </a:lnTo>
                  <a:lnTo>
                    <a:pt x="762036" y="1303519"/>
                  </a:lnTo>
                  <a:lnTo>
                    <a:pt x="763289" y="1302198"/>
                  </a:lnTo>
                  <a:lnTo>
                    <a:pt x="764542" y="1300956"/>
                  </a:lnTo>
                  <a:lnTo>
                    <a:pt x="765795" y="1299821"/>
                  </a:lnTo>
                  <a:lnTo>
                    <a:pt x="767048" y="1298814"/>
                  </a:lnTo>
                  <a:lnTo>
                    <a:pt x="768302" y="1297966"/>
                  </a:lnTo>
                  <a:lnTo>
                    <a:pt x="769555" y="1297258"/>
                  </a:lnTo>
                  <a:lnTo>
                    <a:pt x="770808" y="1296687"/>
                  </a:lnTo>
                  <a:lnTo>
                    <a:pt x="772061" y="1296258"/>
                  </a:lnTo>
                  <a:lnTo>
                    <a:pt x="773314" y="1295952"/>
                  </a:lnTo>
                  <a:lnTo>
                    <a:pt x="774568" y="1295723"/>
                  </a:lnTo>
                  <a:lnTo>
                    <a:pt x="775821" y="1295553"/>
                  </a:lnTo>
                  <a:lnTo>
                    <a:pt x="777074" y="1295437"/>
                  </a:lnTo>
                  <a:lnTo>
                    <a:pt x="778327" y="1295368"/>
                  </a:lnTo>
                  <a:lnTo>
                    <a:pt x="779581" y="1295358"/>
                  </a:lnTo>
                  <a:lnTo>
                    <a:pt x="780834" y="1295432"/>
                  </a:lnTo>
                  <a:lnTo>
                    <a:pt x="782087" y="1295604"/>
                  </a:lnTo>
                  <a:lnTo>
                    <a:pt x="783340" y="1295872"/>
                  </a:lnTo>
                  <a:lnTo>
                    <a:pt x="784593" y="1296234"/>
                  </a:lnTo>
                  <a:lnTo>
                    <a:pt x="785847" y="1296610"/>
                  </a:lnTo>
                  <a:lnTo>
                    <a:pt x="787100" y="1296957"/>
                  </a:lnTo>
                  <a:lnTo>
                    <a:pt x="788353" y="1297286"/>
                  </a:lnTo>
                  <a:lnTo>
                    <a:pt x="789606" y="1297601"/>
                  </a:lnTo>
                  <a:lnTo>
                    <a:pt x="790860" y="1297874"/>
                  </a:lnTo>
                  <a:lnTo>
                    <a:pt x="792113" y="1298080"/>
                  </a:lnTo>
                  <a:lnTo>
                    <a:pt x="793366" y="1298244"/>
                  </a:lnTo>
                  <a:lnTo>
                    <a:pt x="794619" y="1298384"/>
                  </a:lnTo>
                  <a:lnTo>
                    <a:pt x="795872" y="1298502"/>
                  </a:lnTo>
                  <a:lnTo>
                    <a:pt x="797126" y="1298575"/>
                  </a:lnTo>
                  <a:lnTo>
                    <a:pt x="798379" y="1298589"/>
                  </a:lnTo>
                  <a:lnTo>
                    <a:pt x="799632" y="1298516"/>
                  </a:lnTo>
                  <a:lnTo>
                    <a:pt x="800885" y="1298380"/>
                  </a:lnTo>
                  <a:lnTo>
                    <a:pt x="802138" y="1298204"/>
                  </a:lnTo>
                  <a:lnTo>
                    <a:pt x="803392" y="1297974"/>
                  </a:lnTo>
                  <a:lnTo>
                    <a:pt x="804645" y="1297750"/>
                  </a:lnTo>
                  <a:lnTo>
                    <a:pt x="805898" y="1297552"/>
                  </a:lnTo>
                  <a:lnTo>
                    <a:pt x="807151" y="1297391"/>
                  </a:lnTo>
                  <a:lnTo>
                    <a:pt x="808405" y="1297264"/>
                  </a:lnTo>
                  <a:lnTo>
                    <a:pt x="809658" y="1297212"/>
                  </a:lnTo>
                  <a:lnTo>
                    <a:pt x="810911" y="1297277"/>
                  </a:lnTo>
                  <a:lnTo>
                    <a:pt x="812164" y="1297456"/>
                  </a:lnTo>
                  <a:lnTo>
                    <a:pt x="813417" y="1297717"/>
                  </a:lnTo>
                  <a:lnTo>
                    <a:pt x="814671" y="1298025"/>
                  </a:lnTo>
                  <a:lnTo>
                    <a:pt x="815924" y="1298385"/>
                  </a:lnTo>
                  <a:lnTo>
                    <a:pt x="817177" y="1298785"/>
                  </a:lnTo>
                  <a:lnTo>
                    <a:pt x="818430" y="1299215"/>
                  </a:lnTo>
                  <a:lnTo>
                    <a:pt x="819684" y="1299650"/>
                  </a:lnTo>
                  <a:lnTo>
                    <a:pt x="820937" y="1300053"/>
                  </a:lnTo>
                  <a:lnTo>
                    <a:pt x="822190" y="1300438"/>
                  </a:lnTo>
                  <a:lnTo>
                    <a:pt x="823443" y="1300806"/>
                  </a:lnTo>
                  <a:lnTo>
                    <a:pt x="824696" y="1301141"/>
                  </a:lnTo>
                  <a:lnTo>
                    <a:pt x="825950" y="1301435"/>
                  </a:lnTo>
                  <a:lnTo>
                    <a:pt x="827203" y="1301678"/>
                  </a:lnTo>
                  <a:lnTo>
                    <a:pt x="828456" y="1301822"/>
                  </a:lnTo>
                  <a:lnTo>
                    <a:pt x="829709" y="1301827"/>
                  </a:lnTo>
                  <a:lnTo>
                    <a:pt x="830962" y="1301670"/>
                  </a:lnTo>
                  <a:lnTo>
                    <a:pt x="832216" y="1301378"/>
                  </a:lnTo>
                  <a:lnTo>
                    <a:pt x="833469" y="1300995"/>
                  </a:lnTo>
                  <a:lnTo>
                    <a:pt x="834722" y="1300533"/>
                  </a:lnTo>
                  <a:lnTo>
                    <a:pt x="835975" y="1300019"/>
                  </a:lnTo>
                  <a:lnTo>
                    <a:pt x="837229" y="1299471"/>
                  </a:lnTo>
                  <a:lnTo>
                    <a:pt x="838482" y="1298877"/>
                  </a:lnTo>
                  <a:lnTo>
                    <a:pt x="839735" y="1298249"/>
                  </a:lnTo>
                  <a:lnTo>
                    <a:pt x="840988" y="1297591"/>
                  </a:lnTo>
                  <a:lnTo>
                    <a:pt x="842241" y="1296900"/>
                  </a:lnTo>
                  <a:lnTo>
                    <a:pt x="843495" y="1296176"/>
                  </a:lnTo>
                  <a:lnTo>
                    <a:pt x="844748" y="1295417"/>
                  </a:lnTo>
                  <a:lnTo>
                    <a:pt x="846001" y="1294636"/>
                  </a:lnTo>
                  <a:lnTo>
                    <a:pt x="847254" y="1293845"/>
                  </a:lnTo>
                  <a:lnTo>
                    <a:pt x="848508" y="1293045"/>
                  </a:lnTo>
                  <a:lnTo>
                    <a:pt x="849761" y="1292297"/>
                  </a:lnTo>
                  <a:lnTo>
                    <a:pt x="851014" y="1291598"/>
                  </a:lnTo>
                  <a:lnTo>
                    <a:pt x="852267" y="1290927"/>
                  </a:lnTo>
                  <a:lnTo>
                    <a:pt x="853520" y="1290281"/>
                  </a:lnTo>
                  <a:lnTo>
                    <a:pt x="854774" y="1289681"/>
                  </a:lnTo>
                  <a:lnTo>
                    <a:pt x="856027" y="1289100"/>
                  </a:lnTo>
                  <a:lnTo>
                    <a:pt x="857280" y="1288539"/>
                  </a:lnTo>
                  <a:lnTo>
                    <a:pt x="858533" y="1287958"/>
                  </a:lnTo>
                  <a:lnTo>
                    <a:pt x="859786" y="1287359"/>
                  </a:lnTo>
                  <a:lnTo>
                    <a:pt x="861040" y="1286731"/>
                  </a:lnTo>
                  <a:lnTo>
                    <a:pt x="862293" y="1286076"/>
                  </a:lnTo>
                  <a:lnTo>
                    <a:pt x="863546" y="1285394"/>
                  </a:lnTo>
                  <a:lnTo>
                    <a:pt x="864799" y="1284656"/>
                  </a:lnTo>
                  <a:lnTo>
                    <a:pt x="866053" y="1283885"/>
                  </a:lnTo>
                  <a:lnTo>
                    <a:pt x="867306" y="1283114"/>
                  </a:lnTo>
                  <a:lnTo>
                    <a:pt x="868559" y="1282295"/>
                  </a:lnTo>
                  <a:lnTo>
                    <a:pt x="869812" y="1281404"/>
                  </a:lnTo>
                  <a:lnTo>
                    <a:pt x="871065" y="1280400"/>
                  </a:lnTo>
                  <a:lnTo>
                    <a:pt x="872319" y="1279271"/>
                  </a:lnTo>
                  <a:lnTo>
                    <a:pt x="873572" y="1277967"/>
                  </a:lnTo>
                  <a:lnTo>
                    <a:pt x="874825" y="1276475"/>
                  </a:lnTo>
                  <a:lnTo>
                    <a:pt x="876078" y="1274832"/>
                  </a:lnTo>
                  <a:lnTo>
                    <a:pt x="877332" y="1273112"/>
                  </a:lnTo>
                  <a:lnTo>
                    <a:pt x="878585" y="1271361"/>
                  </a:lnTo>
                  <a:lnTo>
                    <a:pt x="879838" y="1269597"/>
                  </a:lnTo>
                  <a:lnTo>
                    <a:pt x="881091" y="1267818"/>
                  </a:lnTo>
                  <a:lnTo>
                    <a:pt x="882344" y="1266006"/>
                  </a:lnTo>
                  <a:lnTo>
                    <a:pt x="883598" y="1264178"/>
                  </a:lnTo>
                  <a:lnTo>
                    <a:pt x="884851" y="1262324"/>
                  </a:lnTo>
                  <a:lnTo>
                    <a:pt x="886104" y="1260419"/>
                  </a:lnTo>
                  <a:lnTo>
                    <a:pt x="887357" y="1258465"/>
                  </a:lnTo>
                  <a:lnTo>
                    <a:pt x="888610" y="1256480"/>
                  </a:lnTo>
                  <a:lnTo>
                    <a:pt x="889864" y="1254499"/>
                  </a:lnTo>
                  <a:lnTo>
                    <a:pt x="891117" y="1252544"/>
                  </a:lnTo>
                  <a:lnTo>
                    <a:pt x="892370" y="1250653"/>
                  </a:lnTo>
                  <a:lnTo>
                    <a:pt x="893623" y="1248839"/>
                  </a:lnTo>
                  <a:lnTo>
                    <a:pt x="894877" y="1247092"/>
                  </a:lnTo>
                  <a:lnTo>
                    <a:pt x="896130" y="1245372"/>
                  </a:lnTo>
                  <a:lnTo>
                    <a:pt x="897383" y="1243662"/>
                  </a:lnTo>
                  <a:lnTo>
                    <a:pt x="898636" y="1241930"/>
                  </a:lnTo>
                  <a:lnTo>
                    <a:pt x="899889" y="1240155"/>
                  </a:lnTo>
                  <a:lnTo>
                    <a:pt x="901143" y="1238388"/>
                  </a:lnTo>
                  <a:lnTo>
                    <a:pt x="902396" y="1236672"/>
                  </a:lnTo>
                  <a:lnTo>
                    <a:pt x="903649" y="1234998"/>
                  </a:lnTo>
                  <a:lnTo>
                    <a:pt x="904902" y="1233379"/>
                  </a:lnTo>
                  <a:lnTo>
                    <a:pt x="906156" y="1231822"/>
                  </a:lnTo>
                  <a:lnTo>
                    <a:pt x="907409" y="1230316"/>
                  </a:lnTo>
                  <a:lnTo>
                    <a:pt x="908662" y="1228820"/>
                  </a:lnTo>
                  <a:lnTo>
                    <a:pt x="909915" y="1227292"/>
                  </a:lnTo>
                  <a:lnTo>
                    <a:pt x="911168" y="1225772"/>
                  </a:lnTo>
                  <a:lnTo>
                    <a:pt x="912422" y="1224254"/>
                  </a:lnTo>
                  <a:lnTo>
                    <a:pt x="913675" y="1222735"/>
                  </a:lnTo>
                  <a:lnTo>
                    <a:pt x="914928" y="1221233"/>
                  </a:lnTo>
                  <a:lnTo>
                    <a:pt x="916181" y="1219747"/>
                  </a:lnTo>
                  <a:lnTo>
                    <a:pt x="917434" y="1218288"/>
                  </a:lnTo>
                  <a:lnTo>
                    <a:pt x="918688" y="1216862"/>
                  </a:lnTo>
                  <a:lnTo>
                    <a:pt x="919941" y="1215461"/>
                  </a:lnTo>
                  <a:lnTo>
                    <a:pt x="921194" y="1214077"/>
                  </a:lnTo>
                  <a:lnTo>
                    <a:pt x="922447" y="1212736"/>
                  </a:lnTo>
                  <a:lnTo>
                    <a:pt x="923701" y="1211433"/>
                  </a:lnTo>
                  <a:lnTo>
                    <a:pt x="924954" y="1210178"/>
                  </a:lnTo>
                  <a:lnTo>
                    <a:pt x="926207" y="1208978"/>
                  </a:lnTo>
                  <a:lnTo>
                    <a:pt x="927460" y="1207860"/>
                  </a:lnTo>
                  <a:lnTo>
                    <a:pt x="928713" y="1206851"/>
                  </a:lnTo>
                  <a:lnTo>
                    <a:pt x="929967" y="1205882"/>
                  </a:lnTo>
                  <a:lnTo>
                    <a:pt x="931220" y="1204930"/>
                  </a:lnTo>
                  <a:lnTo>
                    <a:pt x="932473" y="1204005"/>
                  </a:lnTo>
                  <a:lnTo>
                    <a:pt x="933726" y="1203149"/>
                  </a:lnTo>
                  <a:lnTo>
                    <a:pt x="934979" y="1202392"/>
                  </a:lnTo>
                  <a:lnTo>
                    <a:pt x="936233" y="1201753"/>
                  </a:lnTo>
                  <a:lnTo>
                    <a:pt x="937486" y="1201274"/>
                  </a:lnTo>
                  <a:lnTo>
                    <a:pt x="938739" y="1200954"/>
                  </a:lnTo>
                  <a:lnTo>
                    <a:pt x="939992" y="1200752"/>
                  </a:lnTo>
                  <a:lnTo>
                    <a:pt x="941246" y="1200633"/>
                  </a:lnTo>
                  <a:lnTo>
                    <a:pt x="942499" y="1200586"/>
                  </a:lnTo>
                  <a:lnTo>
                    <a:pt x="943752" y="1200613"/>
                  </a:lnTo>
                  <a:lnTo>
                    <a:pt x="945005" y="1200732"/>
                  </a:lnTo>
                  <a:lnTo>
                    <a:pt x="946258" y="1200968"/>
                  </a:lnTo>
                  <a:lnTo>
                    <a:pt x="947512" y="1201323"/>
                  </a:lnTo>
                  <a:lnTo>
                    <a:pt x="948765" y="1201835"/>
                  </a:lnTo>
                  <a:lnTo>
                    <a:pt x="950018" y="1202528"/>
                  </a:lnTo>
                  <a:lnTo>
                    <a:pt x="951271" y="1203409"/>
                  </a:lnTo>
                  <a:lnTo>
                    <a:pt x="952525" y="1204455"/>
                  </a:lnTo>
                  <a:lnTo>
                    <a:pt x="953778" y="1205642"/>
                  </a:lnTo>
                  <a:lnTo>
                    <a:pt x="955031" y="1206974"/>
                  </a:lnTo>
                  <a:lnTo>
                    <a:pt x="956284" y="1208453"/>
                  </a:lnTo>
                  <a:lnTo>
                    <a:pt x="957537" y="1210078"/>
                  </a:lnTo>
                  <a:lnTo>
                    <a:pt x="958791" y="1211845"/>
                  </a:lnTo>
                  <a:lnTo>
                    <a:pt x="960044" y="1213747"/>
                  </a:lnTo>
                  <a:lnTo>
                    <a:pt x="961297" y="1215794"/>
                  </a:lnTo>
                  <a:lnTo>
                    <a:pt x="962550" y="1218028"/>
                  </a:lnTo>
                  <a:lnTo>
                    <a:pt x="963803" y="1220436"/>
                  </a:lnTo>
                  <a:lnTo>
                    <a:pt x="965057" y="1222969"/>
                  </a:lnTo>
                  <a:lnTo>
                    <a:pt x="966310" y="1225626"/>
                  </a:lnTo>
                  <a:lnTo>
                    <a:pt x="967563" y="1228392"/>
                  </a:lnTo>
                  <a:lnTo>
                    <a:pt x="968816" y="1231231"/>
                  </a:lnTo>
                  <a:lnTo>
                    <a:pt x="970070" y="1234133"/>
                  </a:lnTo>
                  <a:lnTo>
                    <a:pt x="971323" y="1237114"/>
                  </a:lnTo>
                  <a:lnTo>
                    <a:pt x="972576" y="1240226"/>
                  </a:lnTo>
                  <a:lnTo>
                    <a:pt x="973829" y="1243483"/>
                  </a:lnTo>
                  <a:lnTo>
                    <a:pt x="975082" y="1246842"/>
                  </a:lnTo>
                  <a:lnTo>
                    <a:pt x="976336" y="1250306"/>
                  </a:lnTo>
                  <a:lnTo>
                    <a:pt x="977589" y="1253872"/>
                  </a:lnTo>
                  <a:lnTo>
                    <a:pt x="978842" y="1257547"/>
                  </a:lnTo>
                  <a:lnTo>
                    <a:pt x="980095" y="1261324"/>
                  </a:lnTo>
                  <a:lnTo>
                    <a:pt x="981349" y="1265191"/>
                  </a:lnTo>
                  <a:lnTo>
                    <a:pt x="982602" y="1269138"/>
                  </a:lnTo>
                  <a:lnTo>
                    <a:pt x="983855" y="1273196"/>
                  </a:lnTo>
                  <a:lnTo>
                    <a:pt x="985108" y="1277341"/>
                  </a:lnTo>
                  <a:lnTo>
                    <a:pt x="986361" y="1281575"/>
                  </a:lnTo>
                  <a:lnTo>
                    <a:pt x="987615" y="1285898"/>
                  </a:lnTo>
                  <a:lnTo>
                    <a:pt x="988868" y="1290312"/>
                  </a:lnTo>
                  <a:lnTo>
                    <a:pt x="990121" y="1294801"/>
                  </a:lnTo>
                  <a:lnTo>
                    <a:pt x="991374" y="1299305"/>
                  </a:lnTo>
                  <a:lnTo>
                    <a:pt x="992627" y="1303751"/>
                  </a:lnTo>
                  <a:lnTo>
                    <a:pt x="993881" y="1308164"/>
                  </a:lnTo>
                  <a:lnTo>
                    <a:pt x="995134" y="1312547"/>
                  </a:lnTo>
                  <a:lnTo>
                    <a:pt x="996387" y="1316900"/>
                  </a:lnTo>
                  <a:lnTo>
                    <a:pt x="997640" y="1321193"/>
                  </a:lnTo>
                  <a:lnTo>
                    <a:pt x="998894" y="1325420"/>
                  </a:lnTo>
                  <a:lnTo>
                    <a:pt x="1000147" y="1329546"/>
                  </a:lnTo>
                  <a:lnTo>
                    <a:pt x="1001400" y="1333522"/>
                  </a:lnTo>
                  <a:lnTo>
                    <a:pt x="1002653" y="1337287"/>
                  </a:lnTo>
                  <a:lnTo>
                    <a:pt x="1003906" y="1340836"/>
                  </a:lnTo>
                  <a:lnTo>
                    <a:pt x="1005160" y="1344162"/>
                  </a:lnTo>
                  <a:lnTo>
                    <a:pt x="1006413" y="1347265"/>
                  </a:lnTo>
                  <a:lnTo>
                    <a:pt x="1007666" y="1350145"/>
                  </a:lnTo>
                  <a:lnTo>
                    <a:pt x="1008919" y="1352784"/>
                  </a:lnTo>
                  <a:lnTo>
                    <a:pt x="1010173" y="1355177"/>
                  </a:lnTo>
                  <a:lnTo>
                    <a:pt x="1011426" y="1357331"/>
                  </a:lnTo>
                  <a:lnTo>
                    <a:pt x="1012679" y="1359259"/>
                  </a:lnTo>
                  <a:lnTo>
                    <a:pt x="1013932" y="1360924"/>
                  </a:lnTo>
                  <a:lnTo>
                    <a:pt x="1015185" y="1362284"/>
                  </a:lnTo>
                  <a:lnTo>
                    <a:pt x="1016439" y="1363360"/>
                  </a:lnTo>
                  <a:lnTo>
                    <a:pt x="1017692" y="1364148"/>
                  </a:lnTo>
                  <a:lnTo>
                    <a:pt x="1018945" y="1364633"/>
                  </a:lnTo>
                  <a:lnTo>
                    <a:pt x="1020198" y="1364828"/>
                  </a:lnTo>
                  <a:lnTo>
                    <a:pt x="1021451" y="1364787"/>
                  </a:lnTo>
                  <a:lnTo>
                    <a:pt x="1022705" y="1364546"/>
                  </a:lnTo>
                  <a:lnTo>
                    <a:pt x="1023958" y="1364114"/>
                  </a:lnTo>
                  <a:lnTo>
                    <a:pt x="1025211" y="1363481"/>
                  </a:lnTo>
                  <a:lnTo>
                    <a:pt x="1026464" y="1362624"/>
                  </a:lnTo>
                  <a:lnTo>
                    <a:pt x="1027718" y="1361546"/>
                  </a:lnTo>
                  <a:lnTo>
                    <a:pt x="1028971" y="1360253"/>
                  </a:lnTo>
                  <a:lnTo>
                    <a:pt x="1030224" y="1358754"/>
                  </a:lnTo>
                  <a:lnTo>
                    <a:pt x="1031477" y="1357037"/>
                  </a:lnTo>
                  <a:lnTo>
                    <a:pt x="1032730" y="1355121"/>
                  </a:lnTo>
                  <a:lnTo>
                    <a:pt x="1033984" y="1353061"/>
                  </a:lnTo>
                  <a:lnTo>
                    <a:pt x="1035237" y="1350829"/>
                  </a:lnTo>
                  <a:lnTo>
                    <a:pt x="1036490" y="1348360"/>
                  </a:lnTo>
                  <a:lnTo>
                    <a:pt x="1037743" y="1345669"/>
                  </a:lnTo>
                  <a:lnTo>
                    <a:pt x="1038997" y="1342754"/>
                  </a:lnTo>
                  <a:lnTo>
                    <a:pt x="1040250" y="1339615"/>
                  </a:lnTo>
                  <a:lnTo>
                    <a:pt x="1041503" y="1336248"/>
                  </a:lnTo>
                  <a:lnTo>
                    <a:pt x="1042756" y="1332641"/>
                  </a:lnTo>
                  <a:lnTo>
                    <a:pt x="1044009" y="1328791"/>
                  </a:lnTo>
                  <a:lnTo>
                    <a:pt x="1045263" y="1324693"/>
                  </a:lnTo>
                  <a:lnTo>
                    <a:pt x="1046516" y="1320340"/>
                  </a:lnTo>
                  <a:lnTo>
                    <a:pt x="1047769" y="1315700"/>
                  </a:lnTo>
                  <a:lnTo>
                    <a:pt x="1049022" y="1310765"/>
                  </a:lnTo>
                  <a:lnTo>
                    <a:pt x="1050275" y="1305521"/>
                  </a:lnTo>
                  <a:lnTo>
                    <a:pt x="1051529" y="1299976"/>
                  </a:lnTo>
                  <a:lnTo>
                    <a:pt x="1052782" y="1294129"/>
                  </a:lnTo>
                  <a:lnTo>
                    <a:pt x="1054035" y="1288005"/>
                  </a:lnTo>
                  <a:lnTo>
                    <a:pt x="1055288" y="1281705"/>
                  </a:lnTo>
                  <a:lnTo>
                    <a:pt x="1056542" y="1275296"/>
                  </a:lnTo>
                  <a:lnTo>
                    <a:pt x="1057795" y="1268811"/>
                  </a:lnTo>
                  <a:lnTo>
                    <a:pt x="1059048" y="1262250"/>
                  </a:lnTo>
                  <a:lnTo>
                    <a:pt x="1060301" y="1255612"/>
                  </a:lnTo>
                  <a:lnTo>
                    <a:pt x="1061554" y="1248907"/>
                  </a:lnTo>
                  <a:lnTo>
                    <a:pt x="1062808" y="1242135"/>
                  </a:lnTo>
                  <a:lnTo>
                    <a:pt x="1064061" y="1235334"/>
                  </a:lnTo>
                  <a:lnTo>
                    <a:pt x="1065314" y="1228589"/>
                  </a:lnTo>
                  <a:lnTo>
                    <a:pt x="1066567" y="1222015"/>
                  </a:lnTo>
                  <a:lnTo>
                    <a:pt x="1067821" y="1215640"/>
                  </a:lnTo>
                  <a:lnTo>
                    <a:pt x="1069074" y="1209506"/>
                  </a:lnTo>
                  <a:lnTo>
                    <a:pt x="1070327" y="1203624"/>
                  </a:lnTo>
                  <a:lnTo>
                    <a:pt x="1071580" y="1197993"/>
                  </a:lnTo>
                  <a:lnTo>
                    <a:pt x="1072833" y="1192612"/>
                  </a:lnTo>
                  <a:lnTo>
                    <a:pt x="1074087" y="1187453"/>
                  </a:lnTo>
                  <a:lnTo>
                    <a:pt x="1075340" y="1182451"/>
                  </a:lnTo>
                  <a:lnTo>
                    <a:pt x="1076593" y="1177604"/>
                  </a:lnTo>
                  <a:lnTo>
                    <a:pt x="1077846" y="1172971"/>
                  </a:lnTo>
                  <a:lnTo>
                    <a:pt x="1079099" y="1168586"/>
                  </a:lnTo>
                  <a:lnTo>
                    <a:pt x="1080353" y="1164450"/>
                  </a:lnTo>
                  <a:lnTo>
                    <a:pt x="1081606" y="1160573"/>
                  </a:lnTo>
                  <a:lnTo>
                    <a:pt x="1082859" y="1156947"/>
                  </a:lnTo>
                  <a:lnTo>
                    <a:pt x="1084112" y="1153526"/>
                  </a:lnTo>
                  <a:lnTo>
                    <a:pt x="1085366" y="1150233"/>
                  </a:lnTo>
                  <a:lnTo>
                    <a:pt x="1086619" y="1147026"/>
                  </a:lnTo>
                  <a:lnTo>
                    <a:pt x="1087872" y="1143903"/>
                  </a:lnTo>
                  <a:lnTo>
                    <a:pt x="1089125" y="1140864"/>
                  </a:lnTo>
                  <a:lnTo>
                    <a:pt x="1090378" y="1137910"/>
                  </a:lnTo>
                  <a:lnTo>
                    <a:pt x="1091632" y="1135043"/>
                  </a:lnTo>
                  <a:lnTo>
                    <a:pt x="1092885" y="1132273"/>
                  </a:lnTo>
                  <a:lnTo>
                    <a:pt x="1094138" y="1129624"/>
                  </a:lnTo>
                  <a:lnTo>
                    <a:pt x="1095391" y="1127087"/>
                  </a:lnTo>
                  <a:lnTo>
                    <a:pt x="1096644" y="1124608"/>
                  </a:lnTo>
                  <a:lnTo>
                    <a:pt x="1097898" y="1122136"/>
                  </a:lnTo>
                  <a:lnTo>
                    <a:pt x="1099151" y="1119721"/>
                  </a:lnTo>
                  <a:lnTo>
                    <a:pt x="1100404" y="1117408"/>
                  </a:lnTo>
                  <a:lnTo>
                    <a:pt x="1101657" y="1115216"/>
                  </a:lnTo>
                  <a:lnTo>
                    <a:pt x="1102911" y="1113142"/>
                  </a:lnTo>
                  <a:lnTo>
                    <a:pt x="1104164" y="1111186"/>
                  </a:lnTo>
                  <a:lnTo>
                    <a:pt x="1105417" y="1109380"/>
                  </a:lnTo>
                  <a:lnTo>
                    <a:pt x="1106670" y="1107725"/>
                  </a:lnTo>
                  <a:lnTo>
                    <a:pt x="1107923" y="1106228"/>
                  </a:lnTo>
                  <a:lnTo>
                    <a:pt x="1109177" y="1104902"/>
                  </a:lnTo>
                  <a:lnTo>
                    <a:pt x="1110430" y="1103798"/>
                  </a:lnTo>
                  <a:lnTo>
                    <a:pt x="1111683" y="1102957"/>
                  </a:lnTo>
                  <a:lnTo>
                    <a:pt x="1112936" y="1102422"/>
                  </a:lnTo>
                  <a:lnTo>
                    <a:pt x="1114190" y="1102203"/>
                  </a:lnTo>
                  <a:lnTo>
                    <a:pt x="1115443" y="1102286"/>
                  </a:lnTo>
                  <a:lnTo>
                    <a:pt x="1116696" y="1102663"/>
                  </a:lnTo>
                  <a:lnTo>
                    <a:pt x="1117949" y="1103302"/>
                  </a:lnTo>
                  <a:lnTo>
                    <a:pt x="1119202" y="1104142"/>
                  </a:lnTo>
                  <a:lnTo>
                    <a:pt x="1120456" y="1105149"/>
                  </a:lnTo>
                  <a:lnTo>
                    <a:pt x="1121709" y="1106326"/>
                  </a:lnTo>
                  <a:lnTo>
                    <a:pt x="1122962" y="1107657"/>
                  </a:lnTo>
                  <a:lnTo>
                    <a:pt x="1124215" y="1109129"/>
                  </a:lnTo>
                  <a:lnTo>
                    <a:pt x="1125468" y="1110754"/>
                  </a:lnTo>
                  <a:lnTo>
                    <a:pt x="1126722" y="1112553"/>
                  </a:lnTo>
                  <a:lnTo>
                    <a:pt x="1127975" y="1114531"/>
                  </a:lnTo>
                  <a:lnTo>
                    <a:pt x="1129228" y="1116578"/>
                  </a:lnTo>
                  <a:lnTo>
                    <a:pt x="1130481" y="1118629"/>
                  </a:lnTo>
                  <a:lnTo>
                    <a:pt x="1131735" y="1120583"/>
                  </a:lnTo>
                  <a:lnTo>
                    <a:pt x="1132988" y="1122366"/>
                  </a:lnTo>
                  <a:lnTo>
                    <a:pt x="1134241" y="1123970"/>
                  </a:lnTo>
                  <a:lnTo>
                    <a:pt x="1135494" y="1125409"/>
                  </a:lnTo>
                  <a:lnTo>
                    <a:pt x="1136747" y="1126687"/>
                  </a:lnTo>
                  <a:lnTo>
                    <a:pt x="1138001" y="1127837"/>
                  </a:lnTo>
                  <a:lnTo>
                    <a:pt x="1139254" y="1128902"/>
                  </a:lnTo>
                  <a:lnTo>
                    <a:pt x="1140507" y="1129861"/>
                  </a:lnTo>
                  <a:lnTo>
                    <a:pt x="1141760" y="1130681"/>
                  </a:lnTo>
                  <a:lnTo>
                    <a:pt x="1143014" y="1131325"/>
                  </a:lnTo>
                  <a:lnTo>
                    <a:pt x="1144267" y="1131784"/>
                  </a:lnTo>
                  <a:lnTo>
                    <a:pt x="1145520" y="1132044"/>
                  </a:lnTo>
                  <a:lnTo>
                    <a:pt x="1146773" y="1132096"/>
                  </a:lnTo>
                  <a:lnTo>
                    <a:pt x="1148026" y="1131980"/>
                  </a:lnTo>
                  <a:lnTo>
                    <a:pt x="1149280" y="1131737"/>
                  </a:lnTo>
                  <a:lnTo>
                    <a:pt x="1150533" y="1131428"/>
                  </a:lnTo>
                  <a:lnTo>
                    <a:pt x="1151786" y="1131089"/>
                  </a:lnTo>
                  <a:lnTo>
                    <a:pt x="1153039" y="1130732"/>
                  </a:lnTo>
                  <a:lnTo>
                    <a:pt x="1154292" y="1130343"/>
                  </a:lnTo>
                  <a:lnTo>
                    <a:pt x="1155546" y="1129908"/>
                  </a:lnTo>
                  <a:lnTo>
                    <a:pt x="1156799" y="1129438"/>
                  </a:lnTo>
                  <a:lnTo>
                    <a:pt x="1158052" y="1128940"/>
                  </a:lnTo>
                  <a:lnTo>
                    <a:pt x="1159305" y="1128450"/>
                  </a:lnTo>
                  <a:lnTo>
                    <a:pt x="1160559" y="1128050"/>
                  </a:lnTo>
                  <a:lnTo>
                    <a:pt x="1161812" y="1127808"/>
                  </a:lnTo>
                  <a:lnTo>
                    <a:pt x="1163065" y="1127688"/>
                  </a:lnTo>
                  <a:lnTo>
                    <a:pt x="1164318" y="1127669"/>
                  </a:lnTo>
                  <a:lnTo>
                    <a:pt x="1165571" y="1127736"/>
                  </a:lnTo>
                  <a:lnTo>
                    <a:pt x="1166825" y="1127888"/>
                  </a:lnTo>
                  <a:lnTo>
                    <a:pt x="1168078" y="1128106"/>
                  </a:lnTo>
                  <a:lnTo>
                    <a:pt x="1169331" y="1128379"/>
                  </a:lnTo>
                  <a:lnTo>
                    <a:pt x="1170584" y="1128728"/>
                  </a:lnTo>
                  <a:lnTo>
                    <a:pt x="1171838" y="1129169"/>
                  </a:lnTo>
                  <a:lnTo>
                    <a:pt x="1173091" y="1129720"/>
                  </a:lnTo>
                  <a:lnTo>
                    <a:pt x="1174344" y="1130361"/>
                  </a:lnTo>
                  <a:lnTo>
                    <a:pt x="1175597" y="1131065"/>
                  </a:lnTo>
                  <a:lnTo>
                    <a:pt x="1176850" y="1131790"/>
                  </a:lnTo>
                  <a:lnTo>
                    <a:pt x="1178104" y="1132546"/>
                  </a:lnTo>
                  <a:lnTo>
                    <a:pt x="1179357" y="1133313"/>
                  </a:lnTo>
                  <a:lnTo>
                    <a:pt x="1180610" y="1134089"/>
                  </a:lnTo>
                  <a:lnTo>
                    <a:pt x="1181863" y="1134894"/>
                  </a:lnTo>
                  <a:lnTo>
                    <a:pt x="1183116" y="1135728"/>
                  </a:lnTo>
                  <a:lnTo>
                    <a:pt x="1184370" y="1136590"/>
                  </a:lnTo>
                  <a:lnTo>
                    <a:pt x="1185623" y="1137494"/>
                  </a:lnTo>
                  <a:lnTo>
                    <a:pt x="1186876" y="1138461"/>
                  </a:lnTo>
                  <a:lnTo>
                    <a:pt x="1188129" y="1139480"/>
                  </a:lnTo>
                  <a:lnTo>
                    <a:pt x="1189383" y="1140522"/>
                  </a:lnTo>
                  <a:lnTo>
                    <a:pt x="1190636" y="1141548"/>
                  </a:lnTo>
                  <a:lnTo>
                    <a:pt x="1191889" y="1142552"/>
                  </a:lnTo>
                  <a:lnTo>
                    <a:pt x="1193142" y="1143567"/>
                  </a:lnTo>
                  <a:lnTo>
                    <a:pt x="1194395" y="1144653"/>
                  </a:lnTo>
                  <a:lnTo>
                    <a:pt x="1195649" y="1145915"/>
                  </a:lnTo>
                  <a:lnTo>
                    <a:pt x="1196902" y="1147365"/>
                  </a:lnTo>
                  <a:lnTo>
                    <a:pt x="1198155" y="1148994"/>
                  </a:lnTo>
                  <a:lnTo>
                    <a:pt x="1199408" y="1150803"/>
                  </a:lnTo>
                  <a:lnTo>
                    <a:pt x="1200662" y="1152803"/>
                  </a:lnTo>
                  <a:lnTo>
                    <a:pt x="1201915" y="1154991"/>
                  </a:lnTo>
                  <a:lnTo>
                    <a:pt x="1203168" y="1157365"/>
                  </a:lnTo>
                  <a:lnTo>
                    <a:pt x="1204421" y="1159924"/>
                  </a:lnTo>
                  <a:lnTo>
                    <a:pt x="1205674" y="1162699"/>
                  </a:lnTo>
                  <a:lnTo>
                    <a:pt x="1206928" y="1165730"/>
                  </a:lnTo>
                  <a:lnTo>
                    <a:pt x="1208181" y="1169026"/>
                  </a:lnTo>
                  <a:lnTo>
                    <a:pt x="1209434" y="1172590"/>
                  </a:lnTo>
                  <a:lnTo>
                    <a:pt x="1210687" y="1176439"/>
                  </a:lnTo>
                  <a:lnTo>
                    <a:pt x="1211940" y="1180573"/>
                  </a:lnTo>
                  <a:lnTo>
                    <a:pt x="1213194" y="1184937"/>
                  </a:lnTo>
                  <a:lnTo>
                    <a:pt x="1214447" y="1189460"/>
                  </a:lnTo>
                  <a:lnTo>
                    <a:pt x="1215700" y="1194115"/>
                  </a:lnTo>
                  <a:lnTo>
                    <a:pt x="1216953" y="1198919"/>
                  </a:lnTo>
                  <a:lnTo>
                    <a:pt x="1218207" y="1203889"/>
                  </a:lnTo>
                  <a:lnTo>
                    <a:pt x="1219460" y="1209018"/>
                  </a:lnTo>
                  <a:lnTo>
                    <a:pt x="1220713" y="1214284"/>
                  </a:lnTo>
                  <a:lnTo>
                    <a:pt x="1221966" y="1219661"/>
                  </a:lnTo>
                  <a:lnTo>
                    <a:pt x="1223219" y="1225129"/>
                  </a:lnTo>
                  <a:lnTo>
                    <a:pt x="1224473" y="1230595"/>
                  </a:lnTo>
                  <a:lnTo>
                    <a:pt x="1225726" y="1235991"/>
                  </a:lnTo>
                  <a:lnTo>
                    <a:pt x="1226979" y="1241310"/>
                  </a:lnTo>
                  <a:lnTo>
                    <a:pt x="1228232" y="1246569"/>
                  </a:lnTo>
                  <a:lnTo>
                    <a:pt x="1229486" y="1251768"/>
                  </a:lnTo>
                  <a:lnTo>
                    <a:pt x="1230739" y="1256906"/>
                  </a:lnTo>
                  <a:lnTo>
                    <a:pt x="1231992" y="1262004"/>
                  </a:lnTo>
                  <a:lnTo>
                    <a:pt x="1233245" y="1267039"/>
                  </a:lnTo>
                  <a:lnTo>
                    <a:pt x="1234498" y="1271999"/>
                  </a:lnTo>
                  <a:lnTo>
                    <a:pt x="1235752" y="1276849"/>
                  </a:lnTo>
                  <a:lnTo>
                    <a:pt x="1237005" y="1281553"/>
                  </a:lnTo>
                  <a:lnTo>
                    <a:pt x="1238258" y="1286098"/>
                  </a:lnTo>
                  <a:lnTo>
                    <a:pt x="1239511" y="1290505"/>
                  </a:lnTo>
                  <a:lnTo>
                    <a:pt x="1240764" y="1294780"/>
                  </a:lnTo>
                  <a:lnTo>
                    <a:pt x="1242018" y="1298938"/>
                  </a:lnTo>
                  <a:lnTo>
                    <a:pt x="1243271" y="1303019"/>
                  </a:lnTo>
                  <a:lnTo>
                    <a:pt x="1244524" y="1307033"/>
                  </a:lnTo>
                  <a:lnTo>
                    <a:pt x="1245777" y="1310986"/>
                  </a:lnTo>
                  <a:lnTo>
                    <a:pt x="1247031" y="1314880"/>
                  </a:lnTo>
                  <a:lnTo>
                    <a:pt x="1248284" y="1318715"/>
                  </a:lnTo>
                  <a:lnTo>
                    <a:pt x="1249537" y="1322477"/>
                  </a:lnTo>
                  <a:lnTo>
                    <a:pt x="1250790" y="1326163"/>
                  </a:lnTo>
                  <a:lnTo>
                    <a:pt x="1252043" y="1329795"/>
                  </a:lnTo>
                  <a:lnTo>
                    <a:pt x="1253297" y="1333387"/>
                  </a:lnTo>
                  <a:lnTo>
                    <a:pt x="1254550" y="1336956"/>
                  </a:lnTo>
                  <a:lnTo>
                    <a:pt x="1255803" y="1340502"/>
                  </a:lnTo>
                  <a:lnTo>
                    <a:pt x="1257056" y="1344027"/>
                  </a:lnTo>
                  <a:lnTo>
                    <a:pt x="1258309" y="1347487"/>
                  </a:lnTo>
                  <a:lnTo>
                    <a:pt x="1259563" y="1350881"/>
                  </a:lnTo>
                  <a:lnTo>
                    <a:pt x="1260816" y="1354221"/>
                  </a:lnTo>
                  <a:lnTo>
                    <a:pt x="1262069" y="1357503"/>
                  </a:lnTo>
                  <a:lnTo>
                    <a:pt x="1263322" y="1360714"/>
                  </a:lnTo>
                  <a:lnTo>
                    <a:pt x="1264576" y="1363839"/>
                  </a:lnTo>
                  <a:lnTo>
                    <a:pt x="1265829" y="1366878"/>
                  </a:lnTo>
                  <a:lnTo>
                    <a:pt x="1267082" y="1369830"/>
                  </a:lnTo>
                  <a:lnTo>
                    <a:pt x="1268335" y="1372700"/>
                  </a:lnTo>
                  <a:lnTo>
                    <a:pt x="1269588" y="1375450"/>
                  </a:lnTo>
                  <a:lnTo>
                    <a:pt x="1270842" y="1378079"/>
                  </a:lnTo>
                  <a:lnTo>
                    <a:pt x="1272095" y="1380587"/>
                  </a:lnTo>
                  <a:lnTo>
                    <a:pt x="1273348" y="1382974"/>
                  </a:lnTo>
                  <a:lnTo>
                    <a:pt x="1274601" y="1385239"/>
                  </a:lnTo>
                  <a:lnTo>
                    <a:pt x="1275855" y="1387383"/>
                  </a:lnTo>
                  <a:lnTo>
                    <a:pt x="1277108" y="1389436"/>
                  </a:lnTo>
                  <a:lnTo>
                    <a:pt x="1278361" y="1391415"/>
                  </a:lnTo>
                  <a:lnTo>
                    <a:pt x="1279614" y="1393298"/>
                  </a:lnTo>
                  <a:lnTo>
                    <a:pt x="1280867" y="1395052"/>
                  </a:lnTo>
                  <a:lnTo>
                    <a:pt x="1282121" y="1396677"/>
                  </a:lnTo>
                  <a:lnTo>
                    <a:pt x="1283374" y="1398191"/>
                  </a:lnTo>
                  <a:lnTo>
                    <a:pt x="1284627" y="1399594"/>
                  </a:lnTo>
                  <a:lnTo>
                    <a:pt x="1285880" y="1400885"/>
                  </a:lnTo>
                  <a:lnTo>
                    <a:pt x="1287133" y="1402078"/>
                  </a:lnTo>
                  <a:lnTo>
                    <a:pt x="1288387" y="1403237"/>
                  </a:lnTo>
                  <a:lnTo>
                    <a:pt x="1289640" y="1404365"/>
                  </a:lnTo>
                  <a:lnTo>
                    <a:pt x="1290893" y="1405468"/>
                  </a:lnTo>
                  <a:lnTo>
                    <a:pt x="1292146" y="1406545"/>
                  </a:lnTo>
                  <a:lnTo>
                    <a:pt x="1293400" y="1407593"/>
                  </a:lnTo>
                  <a:lnTo>
                    <a:pt x="1294653" y="1408615"/>
                  </a:lnTo>
                  <a:lnTo>
                    <a:pt x="1295906" y="1409612"/>
                  </a:lnTo>
                  <a:lnTo>
                    <a:pt x="1297159" y="1410582"/>
                  </a:lnTo>
                  <a:lnTo>
                    <a:pt x="1298412" y="1411530"/>
                  </a:lnTo>
                  <a:lnTo>
                    <a:pt x="1299666" y="1412475"/>
                  </a:lnTo>
                  <a:lnTo>
                    <a:pt x="1300919" y="1413430"/>
                  </a:lnTo>
                  <a:lnTo>
                    <a:pt x="1302172" y="1414395"/>
                  </a:lnTo>
                  <a:lnTo>
                    <a:pt x="1303425" y="1415370"/>
                  </a:lnTo>
                  <a:lnTo>
                    <a:pt x="1304679" y="1416357"/>
                  </a:lnTo>
                  <a:lnTo>
                    <a:pt x="1305932" y="1417331"/>
                  </a:lnTo>
                  <a:lnTo>
                    <a:pt x="1307185" y="1418281"/>
                  </a:lnTo>
                  <a:lnTo>
                    <a:pt x="1308438" y="1419205"/>
                  </a:lnTo>
                  <a:lnTo>
                    <a:pt x="1309691" y="1420101"/>
                  </a:lnTo>
                  <a:lnTo>
                    <a:pt x="1310945" y="1420969"/>
                  </a:lnTo>
                  <a:lnTo>
                    <a:pt x="1312198" y="1421808"/>
                  </a:lnTo>
                  <a:lnTo>
                    <a:pt x="1313451" y="1422618"/>
                  </a:lnTo>
                  <a:lnTo>
                    <a:pt x="1314704" y="1423398"/>
                  </a:lnTo>
                  <a:lnTo>
                    <a:pt x="1315957" y="1424147"/>
                  </a:lnTo>
                  <a:lnTo>
                    <a:pt x="1317211" y="1424862"/>
                  </a:lnTo>
                  <a:lnTo>
                    <a:pt x="1318464" y="1425544"/>
                  </a:lnTo>
                  <a:lnTo>
                    <a:pt x="1319717" y="1426192"/>
                  </a:lnTo>
                  <a:lnTo>
                    <a:pt x="1320970" y="1426806"/>
                  </a:lnTo>
                  <a:lnTo>
                    <a:pt x="1322224" y="1427387"/>
                  </a:lnTo>
                  <a:lnTo>
                    <a:pt x="1323477" y="1427915"/>
                  </a:lnTo>
                  <a:lnTo>
                    <a:pt x="1324730" y="1428398"/>
                  </a:lnTo>
                  <a:lnTo>
                    <a:pt x="1325983" y="1428846"/>
                  </a:lnTo>
                  <a:lnTo>
                    <a:pt x="1327236" y="1429257"/>
                  </a:lnTo>
                  <a:lnTo>
                    <a:pt x="1328490" y="1429633"/>
                  </a:lnTo>
                  <a:lnTo>
                    <a:pt x="1329743" y="1429973"/>
                  </a:lnTo>
                  <a:lnTo>
                    <a:pt x="1330996" y="1430277"/>
                  </a:lnTo>
                  <a:lnTo>
                    <a:pt x="1332249" y="1430545"/>
                  </a:lnTo>
                  <a:lnTo>
                    <a:pt x="1333503" y="1430777"/>
                  </a:lnTo>
                  <a:lnTo>
                    <a:pt x="1334756" y="1430973"/>
                  </a:lnTo>
                  <a:lnTo>
                    <a:pt x="1336009" y="1431134"/>
                  </a:lnTo>
                  <a:lnTo>
                    <a:pt x="1337262" y="1431258"/>
                  </a:lnTo>
                  <a:lnTo>
                    <a:pt x="1338515" y="1431347"/>
                  </a:lnTo>
                  <a:lnTo>
                    <a:pt x="1339769" y="1431400"/>
                  </a:lnTo>
                  <a:lnTo>
                    <a:pt x="1341022" y="1431417"/>
                  </a:lnTo>
                  <a:lnTo>
                    <a:pt x="1342275" y="1431417"/>
                  </a:lnTo>
                  <a:lnTo>
                    <a:pt x="1343528" y="1431417"/>
                  </a:lnTo>
                  <a:lnTo>
                    <a:pt x="1344781" y="1431417"/>
                  </a:lnTo>
                  <a:lnTo>
                    <a:pt x="1346035" y="1431417"/>
                  </a:lnTo>
                  <a:lnTo>
                    <a:pt x="1347288" y="1431417"/>
                  </a:lnTo>
                  <a:lnTo>
                    <a:pt x="1348541" y="1431417"/>
                  </a:lnTo>
                  <a:lnTo>
                    <a:pt x="1349794" y="1431417"/>
                  </a:lnTo>
                  <a:lnTo>
                    <a:pt x="1351048" y="1431417"/>
                  </a:lnTo>
                  <a:lnTo>
                    <a:pt x="1352301" y="1431417"/>
                  </a:lnTo>
                  <a:lnTo>
                    <a:pt x="1353554" y="1431417"/>
                  </a:lnTo>
                  <a:lnTo>
                    <a:pt x="1354807" y="1431417"/>
                  </a:lnTo>
                  <a:lnTo>
                    <a:pt x="1356060" y="1431417"/>
                  </a:lnTo>
                  <a:lnTo>
                    <a:pt x="1357314" y="1431417"/>
                  </a:lnTo>
                  <a:lnTo>
                    <a:pt x="1358567" y="1431417"/>
                  </a:lnTo>
                  <a:lnTo>
                    <a:pt x="1359820" y="1431417"/>
                  </a:lnTo>
                  <a:lnTo>
                    <a:pt x="1361073" y="1431417"/>
                  </a:lnTo>
                  <a:lnTo>
                    <a:pt x="1362327" y="1431417"/>
                  </a:lnTo>
                  <a:lnTo>
                    <a:pt x="1363580" y="1431417"/>
                  </a:lnTo>
                  <a:lnTo>
                    <a:pt x="1364833" y="1431417"/>
                  </a:lnTo>
                  <a:lnTo>
                    <a:pt x="1366086" y="1431417"/>
                  </a:lnTo>
                  <a:lnTo>
                    <a:pt x="1367339" y="1431417"/>
                  </a:lnTo>
                  <a:lnTo>
                    <a:pt x="1368593" y="1431417"/>
                  </a:lnTo>
                  <a:lnTo>
                    <a:pt x="1369846" y="1431417"/>
                  </a:lnTo>
                  <a:lnTo>
                    <a:pt x="1371099" y="1431417"/>
                  </a:lnTo>
                  <a:lnTo>
                    <a:pt x="1372352" y="1431417"/>
                  </a:lnTo>
                  <a:lnTo>
                    <a:pt x="1373605" y="1431417"/>
                  </a:lnTo>
                  <a:lnTo>
                    <a:pt x="1374859" y="1431417"/>
                  </a:lnTo>
                  <a:lnTo>
                    <a:pt x="1376112" y="1431417"/>
                  </a:lnTo>
                  <a:lnTo>
                    <a:pt x="1377365" y="1431417"/>
                  </a:lnTo>
                  <a:lnTo>
                    <a:pt x="1378618" y="1431417"/>
                  </a:lnTo>
                  <a:lnTo>
                    <a:pt x="1379872" y="1431417"/>
                  </a:lnTo>
                  <a:lnTo>
                    <a:pt x="1381125" y="1431417"/>
                  </a:lnTo>
                  <a:lnTo>
                    <a:pt x="1382378" y="1431417"/>
                  </a:lnTo>
                  <a:lnTo>
                    <a:pt x="1383631" y="1431417"/>
                  </a:lnTo>
                  <a:lnTo>
                    <a:pt x="1384884" y="1431417"/>
                  </a:lnTo>
                  <a:lnTo>
                    <a:pt x="1386138" y="1431417"/>
                  </a:lnTo>
                  <a:lnTo>
                    <a:pt x="1387391" y="1431417"/>
                  </a:lnTo>
                  <a:lnTo>
                    <a:pt x="1388644" y="1431417"/>
                  </a:lnTo>
                  <a:lnTo>
                    <a:pt x="1389897" y="1431417"/>
                  </a:lnTo>
                  <a:lnTo>
                    <a:pt x="1391151" y="1431417"/>
                  </a:lnTo>
                  <a:lnTo>
                    <a:pt x="1392404" y="1431417"/>
                  </a:lnTo>
                  <a:lnTo>
                    <a:pt x="1393657" y="1431417"/>
                  </a:lnTo>
                  <a:lnTo>
                    <a:pt x="1394910" y="1431417"/>
                  </a:lnTo>
                  <a:lnTo>
                    <a:pt x="1396163" y="1431417"/>
                  </a:lnTo>
                  <a:lnTo>
                    <a:pt x="1397417" y="1431417"/>
                  </a:lnTo>
                  <a:lnTo>
                    <a:pt x="1398670" y="1431417"/>
                  </a:lnTo>
                  <a:lnTo>
                    <a:pt x="1399923" y="1431417"/>
                  </a:lnTo>
                  <a:lnTo>
                    <a:pt x="1401176" y="1431417"/>
                  </a:lnTo>
                  <a:lnTo>
                    <a:pt x="1402429" y="1431417"/>
                  </a:lnTo>
                  <a:lnTo>
                    <a:pt x="1403683" y="1431417"/>
                  </a:lnTo>
                  <a:lnTo>
                    <a:pt x="1404936" y="1431417"/>
                  </a:lnTo>
                  <a:lnTo>
                    <a:pt x="1406189" y="1431417"/>
                  </a:lnTo>
                  <a:lnTo>
                    <a:pt x="1407442" y="1431417"/>
                  </a:lnTo>
                  <a:lnTo>
                    <a:pt x="1408696" y="1431417"/>
                  </a:lnTo>
                  <a:lnTo>
                    <a:pt x="1409949" y="1431417"/>
                  </a:lnTo>
                  <a:lnTo>
                    <a:pt x="1411202" y="1431417"/>
                  </a:lnTo>
                  <a:lnTo>
                    <a:pt x="1412455" y="1431417"/>
                  </a:lnTo>
                  <a:lnTo>
                    <a:pt x="1413708" y="1431417"/>
                  </a:lnTo>
                  <a:lnTo>
                    <a:pt x="1414962" y="1431417"/>
                  </a:lnTo>
                  <a:lnTo>
                    <a:pt x="1416215" y="1431417"/>
                  </a:lnTo>
                  <a:lnTo>
                    <a:pt x="1417468" y="1431417"/>
                  </a:lnTo>
                  <a:lnTo>
                    <a:pt x="1418721" y="1431417"/>
                  </a:lnTo>
                  <a:lnTo>
                    <a:pt x="1419974" y="1431417"/>
                  </a:lnTo>
                  <a:lnTo>
                    <a:pt x="1421228" y="1431417"/>
                  </a:lnTo>
                  <a:lnTo>
                    <a:pt x="1422481" y="1431417"/>
                  </a:lnTo>
                  <a:lnTo>
                    <a:pt x="1423734" y="1431417"/>
                  </a:lnTo>
                  <a:lnTo>
                    <a:pt x="1424987" y="1431417"/>
                  </a:lnTo>
                  <a:lnTo>
                    <a:pt x="1426241" y="1431417"/>
                  </a:lnTo>
                  <a:lnTo>
                    <a:pt x="1427494" y="1431417"/>
                  </a:lnTo>
                  <a:lnTo>
                    <a:pt x="1428747" y="1431417"/>
                  </a:lnTo>
                  <a:lnTo>
                    <a:pt x="1430000" y="1431417"/>
                  </a:lnTo>
                  <a:lnTo>
                    <a:pt x="1431253" y="1431417"/>
                  </a:lnTo>
                  <a:lnTo>
                    <a:pt x="1432507" y="1431417"/>
                  </a:lnTo>
                  <a:lnTo>
                    <a:pt x="1433760" y="1431417"/>
                  </a:lnTo>
                  <a:lnTo>
                    <a:pt x="1435013" y="1431417"/>
                  </a:lnTo>
                  <a:lnTo>
                    <a:pt x="1436266" y="1431403"/>
                  </a:lnTo>
                  <a:lnTo>
                    <a:pt x="1437520" y="1431354"/>
                  </a:lnTo>
                  <a:lnTo>
                    <a:pt x="1438773" y="1431271"/>
                  </a:lnTo>
                  <a:lnTo>
                    <a:pt x="1440026" y="1431154"/>
                  </a:lnTo>
                  <a:lnTo>
                    <a:pt x="1441279" y="1431003"/>
                  </a:lnTo>
                  <a:lnTo>
                    <a:pt x="1442532" y="1430820"/>
                  </a:lnTo>
                  <a:lnTo>
                    <a:pt x="1443786" y="1430596"/>
                  </a:lnTo>
                  <a:lnTo>
                    <a:pt x="1445039" y="1430309"/>
                  </a:lnTo>
                  <a:lnTo>
                    <a:pt x="1446292" y="1429959"/>
                  </a:lnTo>
                  <a:lnTo>
                    <a:pt x="1447545" y="1429548"/>
                  </a:lnTo>
                  <a:lnTo>
                    <a:pt x="1448798" y="1429075"/>
                  </a:lnTo>
                  <a:lnTo>
                    <a:pt x="1450052" y="1428543"/>
                  </a:lnTo>
                  <a:lnTo>
                    <a:pt x="1451305" y="1427954"/>
                  </a:lnTo>
                  <a:lnTo>
                    <a:pt x="1452558" y="1427311"/>
                  </a:lnTo>
                  <a:lnTo>
                    <a:pt x="1453811" y="1426606"/>
                  </a:lnTo>
                  <a:lnTo>
                    <a:pt x="1455065" y="1425831"/>
                  </a:lnTo>
                  <a:lnTo>
                    <a:pt x="1456318" y="1424998"/>
                  </a:lnTo>
                  <a:lnTo>
                    <a:pt x="1457571" y="1424086"/>
                  </a:lnTo>
                  <a:lnTo>
                    <a:pt x="1458824" y="1423044"/>
                  </a:lnTo>
                  <a:lnTo>
                    <a:pt x="1460077" y="1421860"/>
                  </a:lnTo>
                  <a:lnTo>
                    <a:pt x="1461331" y="1420536"/>
                  </a:lnTo>
                  <a:lnTo>
                    <a:pt x="1462584" y="1419083"/>
                  </a:lnTo>
                  <a:lnTo>
                    <a:pt x="1463837" y="1417509"/>
                  </a:lnTo>
                  <a:lnTo>
                    <a:pt x="1465090" y="1415805"/>
                  </a:lnTo>
                  <a:lnTo>
                    <a:pt x="1466344" y="1413971"/>
                  </a:lnTo>
                  <a:lnTo>
                    <a:pt x="1467597" y="1412005"/>
                  </a:lnTo>
                  <a:lnTo>
                    <a:pt x="1468850" y="1409869"/>
                  </a:lnTo>
                  <a:lnTo>
                    <a:pt x="1470103" y="1407551"/>
                  </a:lnTo>
                  <a:lnTo>
                    <a:pt x="1471356" y="1405047"/>
                  </a:lnTo>
                  <a:lnTo>
                    <a:pt x="1472610" y="1402363"/>
                  </a:lnTo>
                  <a:lnTo>
                    <a:pt x="1473863" y="1399509"/>
                  </a:lnTo>
                  <a:lnTo>
                    <a:pt x="1475116" y="1396486"/>
                  </a:lnTo>
                  <a:lnTo>
                    <a:pt x="1476369" y="1393305"/>
                  </a:lnTo>
                  <a:lnTo>
                    <a:pt x="1477622" y="1390012"/>
                  </a:lnTo>
                  <a:lnTo>
                    <a:pt x="1478876" y="1386616"/>
                  </a:lnTo>
                  <a:lnTo>
                    <a:pt x="1480129" y="1383067"/>
                  </a:lnTo>
                  <a:lnTo>
                    <a:pt x="1481382" y="1379328"/>
                  </a:lnTo>
                  <a:lnTo>
                    <a:pt x="1482635" y="1375378"/>
                  </a:lnTo>
                  <a:lnTo>
                    <a:pt x="1483889" y="1371207"/>
                  </a:lnTo>
                  <a:lnTo>
                    <a:pt x="1485142" y="1366814"/>
                  </a:lnTo>
                  <a:lnTo>
                    <a:pt x="1486395" y="1362191"/>
                  </a:lnTo>
                  <a:lnTo>
                    <a:pt x="1487648" y="1357348"/>
                  </a:lnTo>
                  <a:lnTo>
                    <a:pt x="1488901" y="1352288"/>
                  </a:lnTo>
                  <a:lnTo>
                    <a:pt x="1490155" y="1346995"/>
                  </a:lnTo>
                  <a:lnTo>
                    <a:pt x="1491408" y="1341446"/>
                  </a:lnTo>
                  <a:lnTo>
                    <a:pt x="1492661" y="1335639"/>
                  </a:lnTo>
                  <a:lnTo>
                    <a:pt x="1493914" y="1329573"/>
                  </a:lnTo>
                  <a:lnTo>
                    <a:pt x="1495168" y="1323252"/>
                  </a:lnTo>
                  <a:lnTo>
                    <a:pt x="1496421" y="1316675"/>
                  </a:lnTo>
                  <a:lnTo>
                    <a:pt x="1497674" y="1309849"/>
                  </a:lnTo>
                  <a:lnTo>
                    <a:pt x="1498927" y="1302813"/>
                  </a:lnTo>
                  <a:lnTo>
                    <a:pt x="1500180" y="1295631"/>
                  </a:lnTo>
                  <a:lnTo>
                    <a:pt x="1501434" y="1288350"/>
                  </a:lnTo>
                  <a:lnTo>
                    <a:pt x="1502687" y="1280984"/>
                  </a:lnTo>
                  <a:lnTo>
                    <a:pt x="1503940" y="1273534"/>
                  </a:lnTo>
                  <a:lnTo>
                    <a:pt x="1505193" y="1266013"/>
                  </a:lnTo>
                  <a:lnTo>
                    <a:pt x="1506446" y="1258435"/>
                  </a:lnTo>
                  <a:lnTo>
                    <a:pt x="1507700" y="1250848"/>
                  </a:lnTo>
                  <a:lnTo>
                    <a:pt x="1508953" y="1243297"/>
                  </a:lnTo>
                  <a:lnTo>
                    <a:pt x="1510206" y="1235831"/>
                  </a:lnTo>
                  <a:lnTo>
                    <a:pt x="1511459" y="1228457"/>
                  </a:lnTo>
                  <a:lnTo>
                    <a:pt x="1512713" y="1221172"/>
                  </a:lnTo>
                  <a:lnTo>
                    <a:pt x="1513966" y="1213972"/>
                  </a:lnTo>
                  <a:lnTo>
                    <a:pt x="1515219" y="1206850"/>
                  </a:lnTo>
                  <a:lnTo>
                    <a:pt x="1516472" y="1199812"/>
                  </a:lnTo>
                  <a:lnTo>
                    <a:pt x="1517725" y="1192873"/>
                  </a:lnTo>
                  <a:lnTo>
                    <a:pt x="1518979" y="1186030"/>
                  </a:lnTo>
                  <a:lnTo>
                    <a:pt x="1520232" y="1179291"/>
                  </a:lnTo>
                  <a:lnTo>
                    <a:pt x="1521485" y="1172730"/>
                  </a:lnTo>
                  <a:lnTo>
                    <a:pt x="1522738" y="1166396"/>
                  </a:lnTo>
                  <a:lnTo>
                    <a:pt x="1523992" y="1160289"/>
                  </a:lnTo>
                  <a:lnTo>
                    <a:pt x="1525245" y="1154421"/>
                  </a:lnTo>
                  <a:lnTo>
                    <a:pt x="1526498" y="1148775"/>
                  </a:lnTo>
                  <a:lnTo>
                    <a:pt x="1527751" y="1143328"/>
                  </a:lnTo>
                  <a:lnTo>
                    <a:pt x="1529004" y="1138053"/>
                  </a:lnTo>
                  <a:lnTo>
                    <a:pt x="1530258" y="1132957"/>
                  </a:lnTo>
                  <a:lnTo>
                    <a:pt x="1531511" y="1128081"/>
                  </a:lnTo>
                  <a:lnTo>
                    <a:pt x="1532764" y="1123474"/>
                  </a:lnTo>
                  <a:lnTo>
                    <a:pt x="1534017" y="1119131"/>
                  </a:lnTo>
                  <a:lnTo>
                    <a:pt x="1535270" y="1115038"/>
                  </a:lnTo>
                  <a:lnTo>
                    <a:pt x="1536524" y="1111171"/>
                  </a:lnTo>
                  <a:lnTo>
                    <a:pt x="1537777" y="1107518"/>
                  </a:lnTo>
                  <a:lnTo>
                    <a:pt x="1539030" y="1104040"/>
                  </a:lnTo>
                  <a:lnTo>
                    <a:pt x="1540283" y="1100652"/>
                  </a:lnTo>
                  <a:lnTo>
                    <a:pt x="1541537" y="1097305"/>
                  </a:lnTo>
                  <a:lnTo>
                    <a:pt x="1542790" y="1094047"/>
                  </a:lnTo>
                  <a:lnTo>
                    <a:pt x="1544043" y="1090965"/>
                  </a:lnTo>
                  <a:lnTo>
                    <a:pt x="1545296" y="1088113"/>
                  </a:lnTo>
                  <a:lnTo>
                    <a:pt x="1546549" y="1085515"/>
                  </a:lnTo>
                  <a:lnTo>
                    <a:pt x="1547803" y="1083189"/>
                  </a:lnTo>
                  <a:lnTo>
                    <a:pt x="1549056" y="1081137"/>
                  </a:lnTo>
                  <a:lnTo>
                    <a:pt x="1550309" y="1079335"/>
                  </a:lnTo>
                  <a:lnTo>
                    <a:pt x="1551562" y="1077754"/>
                  </a:lnTo>
                  <a:lnTo>
                    <a:pt x="1552816" y="1076403"/>
                  </a:lnTo>
                  <a:lnTo>
                    <a:pt x="1554069" y="1075300"/>
                  </a:lnTo>
                  <a:lnTo>
                    <a:pt x="1555322" y="1074448"/>
                  </a:lnTo>
                  <a:lnTo>
                    <a:pt x="1556575" y="1073845"/>
                  </a:lnTo>
                  <a:lnTo>
                    <a:pt x="1557828" y="1073489"/>
                  </a:lnTo>
                  <a:lnTo>
                    <a:pt x="1559082" y="1073388"/>
                  </a:lnTo>
                  <a:lnTo>
                    <a:pt x="1560335" y="1073527"/>
                  </a:lnTo>
                  <a:lnTo>
                    <a:pt x="1561588" y="1073869"/>
                  </a:lnTo>
                  <a:lnTo>
                    <a:pt x="1562841" y="1074351"/>
                  </a:lnTo>
                  <a:lnTo>
                    <a:pt x="1564094" y="1074896"/>
                  </a:lnTo>
                  <a:lnTo>
                    <a:pt x="1565348" y="1075474"/>
                  </a:lnTo>
                  <a:lnTo>
                    <a:pt x="1566601" y="1076044"/>
                  </a:lnTo>
                  <a:lnTo>
                    <a:pt x="1567854" y="1076569"/>
                  </a:lnTo>
                  <a:lnTo>
                    <a:pt x="1569107" y="1077032"/>
                  </a:lnTo>
                  <a:lnTo>
                    <a:pt x="1570361" y="1077414"/>
                  </a:lnTo>
                  <a:lnTo>
                    <a:pt x="1571614" y="1077663"/>
                  </a:lnTo>
                  <a:lnTo>
                    <a:pt x="1572867" y="1077720"/>
                  </a:lnTo>
                  <a:lnTo>
                    <a:pt x="1574120" y="1077543"/>
                  </a:lnTo>
                  <a:lnTo>
                    <a:pt x="1575373" y="1077126"/>
                  </a:lnTo>
                  <a:lnTo>
                    <a:pt x="1576627" y="1076459"/>
                  </a:lnTo>
                  <a:lnTo>
                    <a:pt x="1577880" y="1075542"/>
                  </a:lnTo>
                  <a:lnTo>
                    <a:pt x="1579133" y="1074384"/>
                  </a:lnTo>
                  <a:lnTo>
                    <a:pt x="1580386" y="1072978"/>
                  </a:lnTo>
                  <a:lnTo>
                    <a:pt x="1581639" y="1071317"/>
                  </a:lnTo>
                  <a:lnTo>
                    <a:pt x="1582893" y="1069416"/>
                  </a:lnTo>
                  <a:lnTo>
                    <a:pt x="1584146" y="1067255"/>
                  </a:lnTo>
                  <a:lnTo>
                    <a:pt x="1585399" y="1064835"/>
                  </a:lnTo>
                  <a:lnTo>
                    <a:pt x="1586652" y="1062196"/>
                  </a:lnTo>
                  <a:lnTo>
                    <a:pt x="1587906" y="1059333"/>
                  </a:lnTo>
                  <a:lnTo>
                    <a:pt x="1589159" y="1056222"/>
                  </a:lnTo>
                  <a:lnTo>
                    <a:pt x="1590412" y="1052875"/>
                  </a:lnTo>
                  <a:lnTo>
                    <a:pt x="1591665" y="1049324"/>
                  </a:lnTo>
                  <a:lnTo>
                    <a:pt x="1592918" y="1045612"/>
                  </a:lnTo>
                  <a:lnTo>
                    <a:pt x="1594172" y="1041740"/>
                  </a:lnTo>
                  <a:lnTo>
                    <a:pt x="1595425" y="1037701"/>
                  </a:lnTo>
                  <a:lnTo>
                    <a:pt x="1596678" y="1033528"/>
                  </a:lnTo>
                  <a:lnTo>
                    <a:pt x="1597931" y="1029245"/>
                  </a:lnTo>
                  <a:lnTo>
                    <a:pt x="1599185" y="1024856"/>
                  </a:lnTo>
                  <a:lnTo>
                    <a:pt x="1600438" y="1020377"/>
                  </a:lnTo>
                  <a:lnTo>
                    <a:pt x="1601691" y="1015805"/>
                  </a:lnTo>
                  <a:lnTo>
                    <a:pt x="1602944" y="1011192"/>
                  </a:lnTo>
                  <a:lnTo>
                    <a:pt x="1604197" y="1006606"/>
                  </a:lnTo>
                  <a:lnTo>
                    <a:pt x="1605451" y="1002050"/>
                  </a:lnTo>
                  <a:lnTo>
                    <a:pt x="1606704" y="997462"/>
                  </a:lnTo>
                  <a:lnTo>
                    <a:pt x="1607957" y="992814"/>
                  </a:lnTo>
                  <a:lnTo>
                    <a:pt x="1609210" y="988117"/>
                  </a:lnTo>
                  <a:lnTo>
                    <a:pt x="1610463" y="983385"/>
                  </a:lnTo>
                  <a:lnTo>
                    <a:pt x="1611717" y="978601"/>
                  </a:lnTo>
                  <a:lnTo>
                    <a:pt x="1612970" y="973779"/>
                  </a:lnTo>
                  <a:lnTo>
                    <a:pt x="1614223" y="968971"/>
                  </a:lnTo>
                  <a:lnTo>
                    <a:pt x="1615476" y="964200"/>
                  </a:lnTo>
                  <a:lnTo>
                    <a:pt x="1616730" y="959481"/>
                  </a:lnTo>
                  <a:lnTo>
                    <a:pt x="1617983" y="954845"/>
                  </a:lnTo>
                  <a:lnTo>
                    <a:pt x="1619236" y="950317"/>
                  </a:lnTo>
                  <a:lnTo>
                    <a:pt x="1620489" y="945934"/>
                  </a:lnTo>
                  <a:lnTo>
                    <a:pt x="1621742" y="941710"/>
                  </a:lnTo>
                  <a:lnTo>
                    <a:pt x="1622996" y="937642"/>
                  </a:lnTo>
                  <a:lnTo>
                    <a:pt x="1624249" y="933759"/>
                  </a:lnTo>
                  <a:lnTo>
                    <a:pt x="1625502" y="930103"/>
                  </a:lnTo>
                  <a:lnTo>
                    <a:pt x="1626755" y="926700"/>
                  </a:lnTo>
                  <a:lnTo>
                    <a:pt x="1628009" y="923562"/>
                  </a:lnTo>
                  <a:lnTo>
                    <a:pt x="1629262" y="920727"/>
                  </a:lnTo>
                  <a:lnTo>
                    <a:pt x="1630515" y="918282"/>
                  </a:lnTo>
                  <a:lnTo>
                    <a:pt x="1631768" y="916266"/>
                  </a:lnTo>
                  <a:lnTo>
                    <a:pt x="1633021" y="914671"/>
                  </a:lnTo>
                  <a:lnTo>
                    <a:pt x="1634275" y="913486"/>
                  </a:lnTo>
                  <a:lnTo>
                    <a:pt x="1635528" y="912724"/>
                  </a:lnTo>
                  <a:lnTo>
                    <a:pt x="1636781" y="912427"/>
                  </a:lnTo>
                  <a:lnTo>
                    <a:pt x="1638034" y="912590"/>
                  </a:lnTo>
                  <a:lnTo>
                    <a:pt x="1639287" y="913226"/>
                  </a:lnTo>
                  <a:lnTo>
                    <a:pt x="1640541" y="914348"/>
                  </a:lnTo>
                  <a:lnTo>
                    <a:pt x="1641794" y="915958"/>
                  </a:lnTo>
                  <a:lnTo>
                    <a:pt x="1643047" y="918048"/>
                  </a:lnTo>
                  <a:lnTo>
                    <a:pt x="1644300" y="920614"/>
                  </a:lnTo>
                  <a:lnTo>
                    <a:pt x="1645554" y="923657"/>
                  </a:lnTo>
                  <a:lnTo>
                    <a:pt x="1646807" y="927168"/>
                  </a:lnTo>
                  <a:lnTo>
                    <a:pt x="1648060" y="931108"/>
                  </a:lnTo>
                  <a:lnTo>
                    <a:pt x="1649313" y="935394"/>
                  </a:lnTo>
                  <a:lnTo>
                    <a:pt x="1650566" y="939982"/>
                  </a:lnTo>
                  <a:lnTo>
                    <a:pt x="1651820" y="944895"/>
                  </a:lnTo>
                  <a:lnTo>
                    <a:pt x="1653073" y="950161"/>
                  </a:lnTo>
                  <a:lnTo>
                    <a:pt x="1654326" y="955792"/>
                  </a:lnTo>
                  <a:lnTo>
                    <a:pt x="1655579" y="961760"/>
                  </a:lnTo>
                  <a:lnTo>
                    <a:pt x="1656833" y="968043"/>
                  </a:lnTo>
                  <a:lnTo>
                    <a:pt x="1658086" y="974603"/>
                  </a:lnTo>
                  <a:lnTo>
                    <a:pt x="1659339" y="981385"/>
                  </a:lnTo>
                  <a:lnTo>
                    <a:pt x="1660592" y="988348"/>
                  </a:lnTo>
                  <a:lnTo>
                    <a:pt x="1661845" y="995476"/>
                  </a:lnTo>
                  <a:lnTo>
                    <a:pt x="1663099" y="1002781"/>
                  </a:lnTo>
                  <a:lnTo>
                    <a:pt x="1664352" y="1010277"/>
                  </a:lnTo>
                  <a:lnTo>
                    <a:pt x="1665605" y="1017974"/>
                  </a:lnTo>
                  <a:lnTo>
                    <a:pt x="1666858" y="1025858"/>
                  </a:lnTo>
                  <a:lnTo>
                    <a:pt x="1668111" y="1033920"/>
                  </a:lnTo>
                  <a:lnTo>
                    <a:pt x="1669365" y="1042148"/>
                  </a:lnTo>
                  <a:lnTo>
                    <a:pt x="1670618" y="1050520"/>
                  </a:lnTo>
                  <a:lnTo>
                    <a:pt x="1671871" y="1058998"/>
                  </a:lnTo>
                  <a:lnTo>
                    <a:pt x="1673124" y="1067513"/>
                  </a:lnTo>
                  <a:lnTo>
                    <a:pt x="1674378" y="1076059"/>
                  </a:lnTo>
                  <a:lnTo>
                    <a:pt x="1675631" y="1084621"/>
                  </a:lnTo>
                  <a:lnTo>
                    <a:pt x="1676884" y="1093172"/>
                  </a:lnTo>
                  <a:lnTo>
                    <a:pt x="1678137" y="1101669"/>
                  </a:lnTo>
                  <a:lnTo>
                    <a:pt x="1679390" y="1110099"/>
                  </a:lnTo>
                  <a:lnTo>
                    <a:pt x="1680644" y="1118443"/>
                  </a:lnTo>
                  <a:lnTo>
                    <a:pt x="1681897" y="1126653"/>
                  </a:lnTo>
                  <a:lnTo>
                    <a:pt x="1683150" y="1134700"/>
                  </a:lnTo>
                  <a:lnTo>
                    <a:pt x="1684403" y="1142529"/>
                  </a:lnTo>
                  <a:lnTo>
                    <a:pt x="1685657" y="1150117"/>
                  </a:lnTo>
                  <a:lnTo>
                    <a:pt x="1686910" y="1157450"/>
                  </a:lnTo>
                  <a:lnTo>
                    <a:pt x="1688163" y="1164496"/>
                  </a:lnTo>
                  <a:lnTo>
                    <a:pt x="1689416" y="1171241"/>
                  </a:lnTo>
                  <a:lnTo>
                    <a:pt x="1690669" y="1177691"/>
                  </a:lnTo>
                  <a:lnTo>
                    <a:pt x="1691923" y="1183859"/>
                  </a:lnTo>
                  <a:lnTo>
                    <a:pt x="1693176" y="1189683"/>
                  </a:lnTo>
                  <a:lnTo>
                    <a:pt x="1694429" y="1195107"/>
                  </a:lnTo>
                  <a:lnTo>
                    <a:pt x="1695682" y="1200136"/>
                  </a:lnTo>
                  <a:lnTo>
                    <a:pt x="1696935" y="1204809"/>
                  </a:lnTo>
                  <a:lnTo>
                    <a:pt x="1698189" y="1209127"/>
                  </a:lnTo>
                  <a:lnTo>
                    <a:pt x="1699442" y="1213064"/>
                  </a:lnTo>
                  <a:lnTo>
                    <a:pt x="1700695" y="1216635"/>
                  </a:lnTo>
                  <a:lnTo>
                    <a:pt x="1701948" y="1219833"/>
                  </a:lnTo>
                  <a:lnTo>
                    <a:pt x="1703202" y="1222656"/>
                  </a:lnTo>
                  <a:lnTo>
                    <a:pt x="1704455" y="1225114"/>
                  </a:lnTo>
                  <a:lnTo>
                    <a:pt x="1705708" y="1227211"/>
                  </a:lnTo>
                  <a:lnTo>
                    <a:pt x="1706961" y="1228977"/>
                  </a:lnTo>
                  <a:lnTo>
                    <a:pt x="1708214" y="1230435"/>
                  </a:lnTo>
                  <a:lnTo>
                    <a:pt x="1709468" y="1231594"/>
                  </a:lnTo>
                  <a:lnTo>
                    <a:pt x="1710721" y="1232448"/>
                  </a:lnTo>
                  <a:lnTo>
                    <a:pt x="1711974" y="1233015"/>
                  </a:lnTo>
                  <a:lnTo>
                    <a:pt x="1713227" y="1233328"/>
                  </a:lnTo>
                  <a:lnTo>
                    <a:pt x="1714481" y="1233388"/>
                  </a:lnTo>
                  <a:lnTo>
                    <a:pt x="1715734" y="1233189"/>
                  </a:lnTo>
                  <a:lnTo>
                    <a:pt x="1716987" y="1232711"/>
                  </a:lnTo>
                  <a:lnTo>
                    <a:pt x="1718240" y="1231940"/>
                  </a:lnTo>
                  <a:lnTo>
                    <a:pt x="1719493" y="1230890"/>
                  </a:lnTo>
                  <a:lnTo>
                    <a:pt x="1720747" y="1229578"/>
                  </a:lnTo>
                  <a:lnTo>
                    <a:pt x="1722000" y="1228031"/>
                  </a:lnTo>
                  <a:lnTo>
                    <a:pt x="1723253" y="1226263"/>
                  </a:lnTo>
                  <a:lnTo>
                    <a:pt x="1724506" y="1224287"/>
                  </a:lnTo>
                  <a:lnTo>
                    <a:pt x="1725759" y="1222115"/>
                  </a:lnTo>
                  <a:lnTo>
                    <a:pt x="1727013" y="1219756"/>
                  </a:lnTo>
                  <a:lnTo>
                    <a:pt x="1728266" y="1217197"/>
                  </a:lnTo>
                  <a:lnTo>
                    <a:pt x="1729519" y="1214439"/>
                  </a:lnTo>
                  <a:lnTo>
                    <a:pt x="1730772" y="1211509"/>
                  </a:lnTo>
                  <a:lnTo>
                    <a:pt x="1732026" y="1208449"/>
                  </a:lnTo>
                  <a:lnTo>
                    <a:pt x="1733279" y="1205309"/>
                  </a:lnTo>
                  <a:lnTo>
                    <a:pt x="1734532" y="1202126"/>
                  </a:lnTo>
                  <a:lnTo>
                    <a:pt x="1735785" y="1198945"/>
                  </a:lnTo>
                  <a:lnTo>
                    <a:pt x="1737038" y="1195812"/>
                  </a:lnTo>
                  <a:lnTo>
                    <a:pt x="1738292" y="1192745"/>
                  </a:lnTo>
                  <a:lnTo>
                    <a:pt x="1739545" y="1189779"/>
                  </a:lnTo>
                  <a:lnTo>
                    <a:pt x="1740798" y="1186948"/>
                  </a:lnTo>
                  <a:lnTo>
                    <a:pt x="1742051" y="1184288"/>
                  </a:lnTo>
                  <a:lnTo>
                    <a:pt x="1743304" y="1181808"/>
                  </a:lnTo>
                  <a:lnTo>
                    <a:pt x="1744558" y="1179517"/>
                  </a:lnTo>
                  <a:lnTo>
                    <a:pt x="1745811" y="1177434"/>
                  </a:lnTo>
                  <a:lnTo>
                    <a:pt x="1747064" y="1175585"/>
                  </a:lnTo>
                  <a:lnTo>
                    <a:pt x="1748317" y="1173985"/>
                  </a:lnTo>
                  <a:lnTo>
                    <a:pt x="1749571" y="1172643"/>
                  </a:lnTo>
                  <a:lnTo>
                    <a:pt x="1750824" y="1171566"/>
                  </a:lnTo>
                  <a:lnTo>
                    <a:pt x="1752077" y="1170769"/>
                  </a:lnTo>
                  <a:lnTo>
                    <a:pt x="1753330" y="1170223"/>
                  </a:lnTo>
                  <a:lnTo>
                    <a:pt x="1754583" y="1169914"/>
                  </a:lnTo>
                  <a:lnTo>
                    <a:pt x="1755837" y="1169832"/>
                  </a:lnTo>
                  <a:lnTo>
                    <a:pt x="1757090" y="1169992"/>
                  </a:lnTo>
                  <a:lnTo>
                    <a:pt x="1758343" y="1170371"/>
                  </a:lnTo>
                  <a:lnTo>
                    <a:pt x="1759596" y="1170893"/>
                  </a:lnTo>
                  <a:lnTo>
                    <a:pt x="1760850" y="1171533"/>
                  </a:lnTo>
                  <a:lnTo>
                    <a:pt x="1762103" y="1172304"/>
                  </a:lnTo>
                  <a:lnTo>
                    <a:pt x="1763356" y="1173190"/>
                  </a:lnTo>
                  <a:lnTo>
                    <a:pt x="1764609" y="1174151"/>
                  </a:lnTo>
                  <a:lnTo>
                    <a:pt x="1765862" y="1175192"/>
                  </a:lnTo>
                  <a:lnTo>
                    <a:pt x="1767116" y="1176297"/>
                  </a:lnTo>
                  <a:lnTo>
                    <a:pt x="1768369" y="1177444"/>
                  </a:lnTo>
                  <a:lnTo>
                    <a:pt x="1769622" y="1178576"/>
                  </a:lnTo>
                  <a:lnTo>
                    <a:pt x="1770875" y="1179644"/>
                  </a:lnTo>
                  <a:lnTo>
                    <a:pt x="1772128" y="1180627"/>
                  </a:lnTo>
                  <a:lnTo>
                    <a:pt x="1773382" y="1181517"/>
                  </a:lnTo>
                  <a:lnTo>
                    <a:pt x="1774635" y="1182344"/>
                  </a:lnTo>
                  <a:lnTo>
                    <a:pt x="1775888" y="1183119"/>
                  </a:lnTo>
                  <a:lnTo>
                    <a:pt x="1777141" y="1183839"/>
                  </a:lnTo>
                  <a:lnTo>
                    <a:pt x="1778395" y="1184541"/>
                  </a:lnTo>
                  <a:lnTo>
                    <a:pt x="1779648" y="1185207"/>
                  </a:lnTo>
                  <a:lnTo>
                    <a:pt x="1780901" y="1185820"/>
                  </a:lnTo>
                  <a:lnTo>
                    <a:pt x="1782154" y="1186393"/>
                  </a:lnTo>
                  <a:lnTo>
                    <a:pt x="1783407" y="1186940"/>
                  </a:lnTo>
                  <a:lnTo>
                    <a:pt x="1784661" y="1187457"/>
                  </a:lnTo>
                  <a:lnTo>
                    <a:pt x="1785914" y="1187942"/>
                  </a:lnTo>
                  <a:lnTo>
                    <a:pt x="1787167" y="1188427"/>
                  </a:lnTo>
                  <a:lnTo>
                    <a:pt x="1788420" y="1188911"/>
                  </a:lnTo>
                  <a:lnTo>
                    <a:pt x="1789674" y="1189383"/>
                  </a:lnTo>
                  <a:lnTo>
                    <a:pt x="1790927" y="1189855"/>
                  </a:lnTo>
                  <a:lnTo>
                    <a:pt x="1792180" y="1190333"/>
                  </a:lnTo>
                  <a:lnTo>
                    <a:pt x="1793433" y="1190791"/>
                  </a:lnTo>
                  <a:lnTo>
                    <a:pt x="1794686" y="1191204"/>
                  </a:lnTo>
                  <a:lnTo>
                    <a:pt x="1795940" y="1191537"/>
                  </a:lnTo>
                  <a:lnTo>
                    <a:pt x="1797193" y="1191729"/>
                  </a:lnTo>
                  <a:lnTo>
                    <a:pt x="1798446" y="1191772"/>
                  </a:lnTo>
                  <a:lnTo>
                    <a:pt x="1799699" y="1191673"/>
                  </a:lnTo>
                  <a:lnTo>
                    <a:pt x="1800952" y="1191424"/>
                  </a:lnTo>
                  <a:lnTo>
                    <a:pt x="1802206" y="1191001"/>
                  </a:lnTo>
                  <a:lnTo>
                    <a:pt x="1803459" y="1190399"/>
                  </a:lnTo>
                  <a:lnTo>
                    <a:pt x="1804712" y="1189601"/>
                  </a:lnTo>
                  <a:lnTo>
                    <a:pt x="1805965" y="1188574"/>
                  </a:lnTo>
                  <a:lnTo>
                    <a:pt x="1807219" y="1187331"/>
                  </a:lnTo>
                  <a:lnTo>
                    <a:pt x="1808472" y="1185787"/>
                  </a:lnTo>
                  <a:lnTo>
                    <a:pt x="1809725" y="1183911"/>
                  </a:lnTo>
                  <a:lnTo>
                    <a:pt x="1810978" y="1181718"/>
                  </a:lnTo>
                  <a:lnTo>
                    <a:pt x="1812231" y="1179200"/>
                  </a:lnTo>
                  <a:lnTo>
                    <a:pt x="1813485" y="1176364"/>
                  </a:lnTo>
                  <a:lnTo>
                    <a:pt x="1814738" y="1173210"/>
                  </a:lnTo>
                  <a:lnTo>
                    <a:pt x="1815991" y="1169787"/>
                  </a:lnTo>
                  <a:lnTo>
                    <a:pt x="1817244" y="1166142"/>
                  </a:lnTo>
                  <a:lnTo>
                    <a:pt x="1818498" y="1162274"/>
                  </a:lnTo>
                  <a:lnTo>
                    <a:pt x="1819751" y="1158155"/>
                  </a:lnTo>
                  <a:lnTo>
                    <a:pt x="1821004" y="1153788"/>
                  </a:lnTo>
                  <a:lnTo>
                    <a:pt x="1822257" y="1149231"/>
                  </a:lnTo>
                  <a:lnTo>
                    <a:pt x="1823510" y="1144552"/>
                  </a:lnTo>
                  <a:lnTo>
                    <a:pt x="1824764" y="1139750"/>
                  </a:lnTo>
                  <a:lnTo>
                    <a:pt x="1826017" y="1134840"/>
                  </a:lnTo>
                  <a:lnTo>
                    <a:pt x="1827270" y="1129934"/>
                  </a:lnTo>
                  <a:lnTo>
                    <a:pt x="1828523" y="1125051"/>
                  </a:lnTo>
                  <a:lnTo>
                    <a:pt x="1829776" y="1120157"/>
                  </a:lnTo>
                  <a:lnTo>
                    <a:pt x="1831030" y="1115239"/>
                  </a:lnTo>
                  <a:lnTo>
                    <a:pt x="1832283" y="1110301"/>
                  </a:lnTo>
                  <a:lnTo>
                    <a:pt x="1833536" y="1105382"/>
                  </a:lnTo>
                  <a:lnTo>
                    <a:pt x="1834789" y="1100486"/>
                  </a:lnTo>
                  <a:lnTo>
                    <a:pt x="1836043" y="1095621"/>
                  </a:lnTo>
                  <a:lnTo>
                    <a:pt x="1837296" y="1090788"/>
                  </a:lnTo>
                  <a:lnTo>
                    <a:pt x="1838549" y="1085983"/>
                  </a:lnTo>
                  <a:lnTo>
                    <a:pt x="1839802" y="1081206"/>
                  </a:lnTo>
                  <a:lnTo>
                    <a:pt x="1841055" y="1076399"/>
                  </a:lnTo>
                  <a:lnTo>
                    <a:pt x="1842309" y="1071527"/>
                  </a:lnTo>
                  <a:lnTo>
                    <a:pt x="1843562" y="1066588"/>
                  </a:lnTo>
                  <a:lnTo>
                    <a:pt x="1844815" y="1061546"/>
                  </a:lnTo>
                  <a:lnTo>
                    <a:pt x="1846068" y="1056354"/>
                  </a:lnTo>
                  <a:lnTo>
                    <a:pt x="1847322" y="1050978"/>
                  </a:lnTo>
                  <a:lnTo>
                    <a:pt x="1848575" y="1045426"/>
                  </a:lnTo>
                  <a:lnTo>
                    <a:pt x="1849828" y="1039698"/>
                  </a:lnTo>
                  <a:lnTo>
                    <a:pt x="1851081" y="1033768"/>
                  </a:lnTo>
                  <a:lnTo>
                    <a:pt x="1852334" y="1027647"/>
                  </a:lnTo>
                  <a:lnTo>
                    <a:pt x="1853588" y="1021340"/>
                  </a:lnTo>
                  <a:lnTo>
                    <a:pt x="1854841" y="1014811"/>
                  </a:lnTo>
                  <a:lnTo>
                    <a:pt x="1856094" y="1008060"/>
                  </a:lnTo>
                  <a:lnTo>
                    <a:pt x="1857347" y="1001099"/>
                  </a:lnTo>
                  <a:lnTo>
                    <a:pt x="1858600" y="993918"/>
                  </a:lnTo>
                  <a:lnTo>
                    <a:pt x="1859854" y="986542"/>
                  </a:lnTo>
                  <a:lnTo>
                    <a:pt x="1861107" y="978983"/>
                  </a:lnTo>
                  <a:lnTo>
                    <a:pt x="1862360" y="971200"/>
                  </a:lnTo>
                  <a:lnTo>
                    <a:pt x="1863613" y="963187"/>
                  </a:lnTo>
                  <a:lnTo>
                    <a:pt x="1864867" y="954949"/>
                  </a:lnTo>
                  <a:lnTo>
                    <a:pt x="1866120" y="946487"/>
                  </a:lnTo>
                  <a:lnTo>
                    <a:pt x="1867373" y="937788"/>
                  </a:lnTo>
                  <a:lnTo>
                    <a:pt x="1868626" y="928854"/>
                  </a:lnTo>
                  <a:lnTo>
                    <a:pt x="1869879" y="919690"/>
                  </a:lnTo>
                  <a:lnTo>
                    <a:pt x="1871133" y="910335"/>
                  </a:lnTo>
                  <a:lnTo>
                    <a:pt x="1872386" y="900879"/>
                  </a:lnTo>
                  <a:lnTo>
                    <a:pt x="1873639" y="891346"/>
                  </a:lnTo>
                  <a:lnTo>
                    <a:pt x="1874892" y="881735"/>
                  </a:lnTo>
                  <a:lnTo>
                    <a:pt x="1876146" y="872046"/>
                  </a:lnTo>
                  <a:lnTo>
                    <a:pt x="1877399" y="862284"/>
                  </a:lnTo>
                  <a:lnTo>
                    <a:pt x="1878652" y="852442"/>
                  </a:lnTo>
                  <a:lnTo>
                    <a:pt x="1879905" y="842486"/>
                  </a:lnTo>
                  <a:lnTo>
                    <a:pt x="1881158" y="832447"/>
                  </a:lnTo>
                  <a:lnTo>
                    <a:pt x="1882412" y="822389"/>
                  </a:lnTo>
                  <a:lnTo>
                    <a:pt x="1883665" y="812388"/>
                  </a:lnTo>
                  <a:lnTo>
                    <a:pt x="1884918" y="802477"/>
                  </a:lnTo>
                  <a:lnTo>
                    <a:pt x="1886171" y="792632"/>
                  </a:lnTo>
                  <a:lnTo>
                    <a:pt x="1887424" y="782859"/>
                  </a:lnTo>
                  <a:lnTo>
                    <a:pt x="1888678" y="773157"/>
                  </a:lnTo>
                  <a:lnTo>
                    <a:pt x="1889931" y="763465"/>
                  </a:lnTo>
                  <a:lnTo>
                    <a:pt x="1891184" y="753696"/>
                  </a:lnTo>
                  <a:lnTo>
                    <a:pt x="1892437" y="743865"/>
                  </a:lnTo>
                  <a:lnTo>
                    <a:pt x="1893691" y="734001"/>
                  </a:lnTo>
                  <a:lnTo>
                    <a:pt x="1894944" y="724178"/>
                  </a:lnTo>
                  <a:lnTo>
                    <a:pt x="1896197" y="714412"/>
                  </a:lnTo>
                  <a:lnTo>
                    <a:pt x="1897450" y="704727"/>
                  </a:lnTo>
                  <a:lnTo>
                    <a:pt x="1898703" y="695137"/>
                  </a:lnTo>
                  <a:lnTo>
                    <a:pt x="1899957" y="685640"/>
                  </a:lnTo>
                  <a:lnTo>
                    <a:pt x="1901210" y="676243"/>
                  </a:lnTo>
                  <a:lnTo>
                    <a:pt x="1902463" y="666942"/>
                  </a:lnTo>
                  <a:lnTo>
                    <a:pt x="1903716" y="657764"/>
                  </a:lnTo>
                  <a:lnTo>
                    <a:pt x="1904969" y="648787"/>
                  </a:lnTo>
                  <a:lnTo>
                    <a:pt x="1906223" y="640061"/>
                  </a:lnTo>
                  <a:lnTo>
                    <a:pt x="1907476" y="631656"/>
                  </a:lnTo>
                  <a:lnTo>
                    <a:pt x="1908729" y="623637"/>
                  </a:lnTo>
                  <a:lnTo>
                    <a:pt x="1909982" y="616078"/>
                  </a:lnTo>
                  <a:lnTo>
                    <a:pt x="1911236" y="609025"/>
                  </a:lnTo>
                  <a:lnTo>
                    <a:pt x="1912489" y="602523"/>
                  </a:lnTo>
                  <a:lnTo>
                    <a:pt x="1913742" y="596596"/>
                  </a:lnTo>
                  <a:lnTo>
                    <a:pt x="1914995" y="591268"/>
                  </a:lnTo>
                  <a:lnTo>
                    <a:pt x="1916248" y="586499"/>
                  </a:lnTo>
                  <a:lnTo>
                    <a:pt x="1917502" y="582281"/>
                  </a:lnTo>
                  <a:lnTo>
                    <a:pt x="1918755" y="578607"/>
                  </a:lnTo>
                  <a:lnTo>
                    <a:pt x="1920008" y="575438"/>
                  </a:lnTo>
                  <a:lnTo>
                    <a:pt x="1921261" y="572771"/>
                  </a:lnTo>
                  <a:lnTo>
                    <a:pt x="1922515" y="570609"/>
                  </a:lnTo>
                  <a:lnTo>
                    <a:pt x="1923768" y="568924"/>
                  </a:lnTo>
                  <a:lnTo>
                    <a:pt x="1925021" y="567737"/>
                  </a:lnTo>
                  <a:lnTo>
                    <a:pt x="1926274" y="567063"/>
                  </a:lnTo>
                  <a:lnTo>
                    <a:pt x="1927527" y="566880"/>
                  </a:lnTo>
                  <a:lnTo>
                    <a:pt x="1928781" y="567139"/>
                  </a:lnTo>
                  <a:lnTo>
                    <a:pt x="1930034" y="567803"/>
                  </a:lnTo>
                  <a:lnTo>
                    <a:pt x="1931287" y="568846"/>
                  </a:lnTo>
                  <a:lnTo>
                    <a:pt x="1932540" y="570237"/>
                  </a:lnTo>
                  <a:lnTo>
                    <a:pt x="1933793" y="571993"/>
                  </a:lnTo>
                  <a:lnTo>
                    <a:pt x="1935047" y="574073"/>
                  </a:lnTo>
                  <a:lnTo>
                    <a:pt x="1936300" y="576464"/>
                  </a:lnTo>
                  <a:lnTo>
                    <a:pt x="1937553" y="579175"/>
                  </a:lnTo>
                  <a:lnTo>
                    <a:pt x="1938806" y="582222"/>
                  </a:lnTo>
                  <a:lnTo>
                    <a:pt x="1940060" y="585615"/>
                  </a:lnTo>
                  <a:lnTo>
                    <a:pt x="1941313" y="589303"/>
                  </a:lnTo>
                  <a:lnTo>
                    <a:pt x="1942566" y="593223"/>
                  </a:lnTo>
                  <a:lnTo>
                    <a:pt x="1943819" y="597319"/>
                  </a:lnTo>
                  <a:lnTo>
                    <a:pt x="1945072" y="601496"/>
                  </a:lnTo>
                  <a:lnTo>
                    <a:pt x="1946326" y="605666"/>
                  </a:lnTo>
                  <a:lnTo>
                    <a:pt x="1947579" y="609768"/>
                  </a:lnTo>
                  <a:lnTo>
                    <a:pt x="1948832" y="613778"/>
                  </a:lnTo>
                  <a:lnTo>
                    <a:pt x="1950085" y="617684"/>
                  </a:lnTo>
                  <a:lnTo>
                    <a:pt x="1951339" y="621498"/>
                  </a:lnTo>
                  <a:lnTo>
                    <a:pt x="1952592" y="625198"/>
                  </a:lnTo>
                  <a:lnTo>
                    <a:pt x="1953845" y="628823"/>
                  </a:lnTo>
                  <a:lnTo>
                    <a:pt x="1955098" y="632392"/>
                  </a:lnTo>
                  <a:lnTo>
                    <a:pt x="1956351" y="635916"/>
                  </a:lnTo>
                  <a:lnTo>
                    <a:pt x="1957605" y="639367"/>
                  </a:lnTo>
                  <a:lnTo>
                    <a:pt x="1958858" y="642692"/>
                  </a:lnTo>
                  <a:lnTo>
                    <a:pt x="1960111" y="645878"/>
                  </a:lnTo>
                  <a:lnTo>
                    <a:pt x="1961364" y="648939"/>
                  </a:lnTo>
                  <a:lnTo>
                    <a:pt x="1962617" y="651878"/>
                  </a:lnTo>
                  <a:lnTo>
                    <a:pt x="1963871" y="654673"/>
                  </a:lnTo>
                  <a:lnTo>
                    <a:pt x="1965124" y="657343"/>
                  </a:lnTo>
                  <a:lnTo>
                    <a:pt x="1966377" y="659883"/>
                  </a:lnTo>
                  <a:lnTo>
                    <a:pt x="1967630" y="662292"/>
                  </a:lnTo>
                  <a:lnTo>
                    <a:pt x="1968884" y="664533"/>
                  </a:lnTo>
                  <a:lnTo>
                    <a:pt x="1970137" y="666551"/>
                  </a:lnTo>
                  <a:lnTo>
                    <a:pt x="1971390" y="668313"/>
                  </a:lnTo>
                  <a:lnTo>
                    <a:pt x="1972643" y="669794"/>
                  </a:lnTo>
                  <a:lnTo>
                    <a:pt x="1973896" y="670939"/>
                  </a:lnTo>
                  <a:lnTo>
                    <a:pt x="1975150" y="671679"/>
                  </a:lnTo>
                  <a:lnTo>
                    <a:pt x="1976403" y="671958"/>
                  </a:lnTo>
                  <a:lnTo>
                    <a:pt x="1977656" y="671737"/>
                  </a:lnTo>
                  <a:lnTo>
                    <a:pt x="1978909" y="671035"/>
                  </a:lnTo>
                  <a:lnTo>
                    <a:pt x="1980163" y="669888"/>
                  </a:lnTo>
                  <a:lnTo>
                    <a:pt x="1981416" y="668336"/>
                  </a:lnTo>
                  <a:lnTo>
                    <a:pt x="1982669" y="666457"/>
                  </a:lnTo>
                  <a:lnTo>
                    <a:pt x="1983922" y="664290"/>
                  </a:lnTo>
                  <a:lnTo>
                    <a:pt x="1985175" y="661832"/>
                  </a:lnTo>
                  <a:lnTo>
                    <a:pt x="1986429" y="659085"/>
                  </a:lnTo>
                  <a:lnTo>
                    <a:pt x="1987682" y="656060"/>
                  </a:lnTo>
                  <a:lnTo>
                    <a:pt x="1988935" y="652743"/>
                  </a:lnTo>
                  <a:lnTo>
                    <a:pt x="1990188" y="649137"/>
                  </a:lnTo>
                  <a:lnTo>
                    <a:pt x="1991441" y="645278"/>
                  </a:lnTo>
                  <a:lnTo>
                    <a:pt x="1992695" y="641231"/>
                  </a:lnTo>
                  <a:lnTo>
                    <a:pt x="1993948" y="637048"/>
                  </a:lnTo>
                  <a:lnTo>
                    <a:pt x="1995201" y="632775"/>
                  </a:lnTo>
                  <a:lnTo>
                    <a:pt x="1996454" y="628426"/>
                  </a:lnTo>
                  <a:lnTo>
                    <a:pt x="1997708" y="623976"/>
                  </a:lnTo>
                  <a:lnTo>
                    <a:pt x="1998961" y="619404"/>
                  </a:lnTo>
                  <a:lnTo>
                    <a:pt x="2000214" y="614687"/>
                  </a:lnTo>
                  <a:lnTo>
                    <a:pt x="2001467" y="609790"/>
                  </a:lnTo>
                  <a:lnTo>
                    <a:pt x="2002720" y="604667"/>
                  </a:lnTo>
                  <a:lnTo>
                    <a:pt x="2003974" y="599362"/>
                  </a:lnTo>
                  <a:lnTo>
                    <a:pt x="2005227" y="593953"/>
                  </a:lnTo>
                  <a:lnTo>
                    <a:pt x="2006480" y="588504"/>
                  </a:lnTo>
                  <a:lnTo>
                    <a:pt x="2007733" y="583078"/>
                  </a:lnTo>
                  <a:lnTo>
                    <a:pt x="2008987" y="577730"/>
                  </a:lnTo>
                  <a:lnTo>
                    <a:pt x="2010240" y="572494"/>
                  </a:lnTo>
                  <a:lnTo>
                    <a:pt x="2011493" y="567371"/>
                  </a:lnTo>
                  <a:lnTo>
                    <a:pt x="2012746" y="562335"/>
                  </a:lnTo>
                  <a:lnTo>
                    <a:pt x="2013999" y="557371"/>
                  </a:lnTo>
                  <a:lnTo>
                    <a:pt x="2015253" y="552487"/>
                  </a:lnTo>
                  <a:lnTo>
                    <a:pt x="2016506" y="547725"/>
                  </a:lnTo>
                  <a:lnTo>
                    <a:pt x="2017759" y="543096"/>
                  </a:lnTo>
                  <a:lnTo>
                    <a:pt x="2019012" y="538582"/>
                  </a:lnTo>
                  <a:lnTo>
                    <a:pt x="2020265" y="534155"/>
                  </a:lnTo>
                  <a:lnTo>
                    <a:pt x="2021519" y="529832"/>
                  </a:lnTo>
                  <a:lnTo>
                    <a:pt x="2022772" y="525610"/>
                  </a:lnTo>
                  <a:lnTo>
                    <a:pt x="2024025" y="521465"/>
                  </a:lnTo>
                  <a:lnTo>
                    <a:pt x="2025278" y="517353"/>
                  </a:lnTo>
                  <a:lnTo>
                    <a:pt x="2026532" y="513266"/>
                  </a:lnTo>
                  <a:lnTo>
                    <a:pt x="2027785" y="509194"/>
                  </a:lnTo>
                  <a:lnTo>
                    <a:pt x="2029038" y="505106"/>
                  </a:lnTo>
                  <a:lnTo>
                    <a:pt x="2030291" y="500998"/>
                  </a:lnTo>
                  <a:lnTo>
                    <a:pt x="2031544" y="496868"/>
                  </a:lnTo>
                  <a:lnTo>
                    <a:pt x="2032798" y="492737"/>
                  </a:lnTo>
                  <a:lnTo>
                    <a:pt x="2034051" y="488590"/>
                  </a:lnTo>
                  <a:lnTo>
                    <a:pt x="2035304" y="484392"/>
                  </a:lnTo>
                  <a:lnTo>
                    <a:pt x="2036557" y="480136"/>
                  </a:lnTo>
                  <a:lnTo>
                    <a:pt x="2037811" y="475830"/>
                  </a:lnTo>
                  <a:lnTo>
                    <a:pt x="2039064" y="471486"/>
                  </a:lnTo>
                  <a:lnTo>
                    <a:pt x="2040317" y="467102"/>
                  </a:lnTo>
                  <a:lnTo>
                    <a:pt x="2041570" y="462682"/>
                  </a:lnTo>
                  <a:lnTo>
                    <a:pt x="2042823" y="458196"/>
                  </a:lnTo>
                  <a:lnTo>
                    <a:pt x="2044077" y="453621"/>
                  </a:lnTo>
                  <a:lnTo>
                    <a:pt x="2045330" y="448907"/>
                  </a:lnTo>
                  <a:lnTo>
                    <a:pt x="2046583" y="443999"/>
                  </a:lnTo>
                  <a:lnTo>
                    <a:pt x="2047836" y="438902"/>
                  </a:lnTo>
                  <a:lnTo>
                    <a:pt x="2049089" y="433629"/>
                  </a:lnTo>
                  <a:lnTo>
                    <a:pt x="2050343" y="428205"/>
                  </a:lnTo>
                  <a:lnTo>
                    <a:pt x="2051596" y="422640"/>
                  </a:lnTo>
                  <a:lnTo>
                    <a:pt x="2052849" y="416966"/>
                  </a:lnTo>
                  <a:lnTo>
                    <a:pt x="2054102" y="411210"/>
                  </a:lnTo>
                  <a:lnTo>
                    <a:pt x="2055356" y="405346"/>
                  </a:lnTo>
                  <a:lnTo>
                    <a:pt x="2056609" y="399376"/>
                  </a:lnTo>
                  <a:lnTo>
                    <a:pt x="2057862" y="393299"/>
                  </a:lnTo>
                  <a:lnTo>
                    <a:pt x="2059115" y="387122"/>
                  </a:lnTo>
                  <a:lnTo>
                    <a:pt x="2060368" y="380863"/>
                  </a:lnTo>
                  <a:lnTo>
                    <a:pt x="2061622" y="374550"/>
                  </a:lnTo>
                  <a:lnTo>
                    <a:pt x="2062875" y="368203"/>
                  </a:lnTo>
                  <a:lnTo>
                    <a:pt x="2064128" y="361871"/>
                  </a:lnTo>
                  <a:lnTo>
                    <a:pt x="2065381" y="355613"/>
                  </a:lnTo>
                  <a:lnTo>
                    <a:pt x="2066634" y="349463"/>
                  </a:lnTo>
                  <a:lnTo>
                    <a:pt x="2067888" y="343426"/>
                  </a:lnTo>
                  <a:lnTo>
                    <a:pt x="2069141" y="337447"/>
                  </a:lnTo>
                  <a:lnTo>
                    <a:pt x="2070394" y="331526"/>
                  </a:lnTo>
                  <a:lnTo>
                    <a:pt x="2071647" y="325642"/>
                  </a:lnTo>
                  <a:lnTo>
                    <a:pt x="2072901" y="319787"/>
                  </a:lnTo>
                  <a:lnTo>
                    <a:pt x="2074154" y="313968"/>
                  </a:lnTo>
                  <a:lnTo>
                    <a:pt x="2075407" y="308236"/>
                  </a:lnTo>
                  <a:lnTo>
                    <a:pt x="2076660" y="302625"/>
                  </a:lnTo>
                  <a:lnTo>
                    <a:pt x="2077913" y="297161"/>
                  </a:lnTo>
                  <a:lnTo>
                    <a:pt x="2079167" y="291821"/>
                  </a:lnTo>
                  <a:lnTo>
                    <a:pt x="2080420" y="286600"/>
                  </a:lnTo>
                  <a:lnTo>
                    <a:pt x="2081673" y="281514"/>
                  </a:lnTo>
                  <a:lnTo>
                    <a:pt x="2082926" y="276588"/>
                  </a:lnTo>
                  <a:lnTo>
                    <a:pt x="2084180" y="271840"/>
                  </a:lnTo>
                  <a:lnTo>
                    <a:pt x="2085433" y="267274"/>
                  </a:lnTo>
                  <a:lnTo>
                    <a:pt x="2086686" y="262893"/>
                  </a:lnTo>
                  <a:lnTo>
                    <a:pt x="2087939" y="258749"/>
                  </a:lnTo>
                  <a:lnTo>
                    <a:pt x="2089192" y="254852"/>
                  </a:lnTo>
                  <a:lnTo>
                    <a:pt x="2090446" y="251214"/>
                  </a:lnTo>
                  <a:lnTo>
                    <a:pt x="2091699" y="247870"/>
                  </a:lnTo>
                  <a:lnTo>
                    <a:pt x="2092952" y="244824"/>
                  </a:lnTo>
                  <a:lnTo>
                    <a:pt x="2094205" y="242039"/>
                  </a:lnTo>
                  <a:lnTo>
                    <a:pt x="2095458" y="239486"/>
                  </a:lnTo>
                  <a:lnTo>
                    <a:pt x="2096712" y="237160"/>
                  </a:lnTo>
                  <a:lnTo>
                    <a:pt x="2097965" y="235080"/>
                  </a:lnTo>
                  <a:lnTo>
                    <a:pt x="2099218" y="233270"/>
                  </a:lnTo>
                  <a:lnTo>
                    <a:pt x="2100471" y="231737"/>
                  </a:lnTo>
                  <a:lnTo>
                    <a:pt x="2101725" y="230495"/>
                  </a:lnTo>
                  <a:lnTo>
                    <a:pt x="2102978" y="229563"/>
                  </a:lnTo>
                  <a:lnTo>
                    <a:pt x="2104231" y="228943"/>
                  </a:lnTo>
                  <a:lnTo>
                    <a:pt x="2105484" y="228626"/>
                  </a:lnTo>
                  <a:lnTo>
                    <a:pt x="2106737" y="228572"/>
                  </a:lnTo>
                  <a:lnTo>
                    <a:pt x="2107991" y="228770"/>
                  </a:lnTo>
                  <a:lnTo>
                    <a:pt x="2109244" y="229224"/>
                  </a:lnTo>
                  <a:lnTo>
                    <a:pt x="2110497" y="229928"/>
                  </a:lnTo>
                  <a:lnTo>
                    <a:pt x="2111750" y="230887"/>
                  </a:lnTo>
                  <a:lnTo>
                    <a:pt x="2113004" y="232097"/>
                  </a:lnTo>
                  <a:lnTo>
                    <a:pt x="2114257" y="233518"/>
                  </a:lnTo>
                  <a:lnTo>
                    <a:pt x="2115510" y="235145"/>
                  </a:lnTo>
                  <a:lnTo>
                    <a:pt x="2116763" y="236946"/>
                  </a:lnTo>
                  <a:lnTo>
                    <a:pt x="2118016" y="238906"/>
                  </a:lnTo>
                  <a:lnTo>
                    <a:pt x="2119270" y="240994"/>
                  </a:lnTo>
                  <a:lnTo>
                    <a:pt x="2120523" y="243178"/>
                  </a:lnTo>
                  <a:lnTo>
                    <a:pt x="2121776" y="245423"/>
                  </a:lnTo>
                  <a:lnTo>
                    <a:pt x="2123029" y="247707"/>
                  </a:lnTo>
                  <a:lnTo>
                    <a:pt x="2124282" y="250017"/>
                  </a:lnTo>
                  <a:lnTo>
                    <a:pt x="2125536" y="252357"/>
                  </a:lnTo>
                  <a:lnTo>
                    <a:pt x="2126789" y="254691"/>
                  </a:lnTo>
                  <a:lnTo>
                    <a:pt x="2128042" y="256980"/>
                  </a:lnTo>
                  <a:lnTo>
                    <a:pt x="2129295" y="259165"/>
                  </a:lnTo>
                  <a:lnTo>
                    <a:pt x="2130549" y="261193"/>
                  </a:lnTo>
                  <a:lnTo>
                    <a:pt x="2131802" y="263059"/>
                  </a:lnTo>
                  <a:lnTo>
                    <a:pt x="2133055" y="264806"/>
                  </a:lnTo>
                  <a:lnTo>
                    <a:pt x="2134308" y="266438"/>
                  </a:lnTo>
                  <a:lnTo>
                    <a:pt x="2135561" y="267962"/>
                  </a:lnTo>
                  <a:lnTo>
                    <a:pt x="2136815" y="269373"/>
                  </a:lnTo>
                  <a:lnTo>
                    <a:pt x="2138068" y="270638"/>
                  </a:lnTo>
                  <a:lnTo>
                    <a:pt x="2139321" y="271710"/>
                  </a:lnTo>
                  <a:lnTo>
                    <a:pt x="2140574" y="272568"/>
                  </a:lnTo>
                  <a:lnTo>
                    <a:pt x="2141828" y="273202"/>
                  </a:lnTo>
                  <a:lnTo>
                    <a:pt x="2143081" y="273610"/>
                  </a:lnTo>
                  <a:lnTo>
                    <a:pt x="2144334" y="273756"/>
                  </a:lnTo>
                  <a:lnTo>
                    <a:pt x="2145587" y="273631"/>
                  </a:lnTo>
                  <a:lnTo>
                    <a:pt x="2146840" y="273222"/>
                  </a:lnTo>
                  <a:lnTo>
                    <a:pt x="2148094" y="272512"/>
                  </a:lnTo>
                  <a:lnTo>
                    <a:pt x="2149347" y="271519"/>
                  </a:lnTo>
                  <a:lnTo>
                    <a:pt x="2150600" y="270224"/>
                  </a:lnTo>
                  <a:lnTo>
                    <a:pt x="2151853" y="268616"/>
                  </a:lnTo>
                  <a:lnTo>
                    <a:pt x="2153106" y="266700"/>
                  </a:lnTo>
                  <a:lnTo>
                    <a:pt x="2154360" y="264469"/>
                  </a:lnTo>
                  <a:lnTo>
                    <a:pt x="2155613" y="261917"/>
                  </a:lnTo>
                  <a:lnTo>
                    <a:pt x="2156866" y="259075"/>
                  </a:lnTo>
                  <a:lnTo>
                    <a:pt x="2158119" y="255975"/>
                  </a:lnTo>
                  <a:lnTo>
                    <a:pt x="2159373" y="252624"/>
                  </a:lnTo>
                  <a:lnTo>
                    <a:pt x="2160626" y="249021"/>
                  </a:lnTo>
                  <a:lnTo>
                    <a:pt x="2161879" y="245177"/>
                  </a:lnTo>
                  <a:lnTo>
                    <a:pt x="2163132" y="241097"/>
                  </a:lnTo>
                  <a:lnTo>
                    <a:pt x="2164385" y="236785"/>
                  </a:lnTo>
                  <a:lnTo>
                    <a:pt x="2165639" y="232255"/>
                  </a:lnTo>
                  <a:lnTo>
                    <a:pt x="2166892" y="227520"/>
                  </a:lnTo>
                  <a:lnTo>
                    <a:pt x="2168145" y="222582"/>
                  </a:lnTo>
                  <a:lnTo>
                    <a:pt x="2169398" y="217486"/>
                  </a:lnTo>
                  <a:lnTo>
                    <a:pt x="2170652" y="212279"/>
                  </a:lnTo>
                  <a:lnTo>
                    <a:pt x="2171905" y="206998"/>
                  </a:lnTo>
                  <a:lnTo>
                    <a:pt x="2173158" y="201688"/>
                  </a:lnTo>
                  <a:lnTo>
                    <a:pt x="2174411" y="196349"/>
                  </a:lnTo>
                  <a:lnTo>
                    <a:pt x="2175664" y="190966"/>
                  </a:lnTo>
                  <a:lnTo>
                    <a:pt x="2176918" y="185583"/>
                  </a:lnTo>
                  <a:lnTo>
                    <a:pt x="2178171" y="180205"/>
                  </a:lnTo>
                  <a:lnTo>
                    <a:pt x="2179424" y="174852"/>
                  </a:lnTo>
                  <a:lnTo>
                    <a:pt x="2180677" y="169539"/>
                  </a:lnTo>
                  <a:lnTo>
                    <a:pt x="2181930" y="164283"/>
                  </a:lnTo>
                  <a:lnTo>
                    <a:pt x="2183184" y="159122"/>
                  </a:lnTo>
                  <a:lnTo>
                    <a:pt x="2184437" y="154076"/>
                  </a:lnTo>
                  <a:lnTo>
                    <a:pt x="2185690" y="149170"/>
                  </a:lnTo>
                  <a:lnTo>
                    <a:pt x="2186943" y="144418"/>
                  </a:lnTo>
                  <a:lnTo>
                    <a:pt x="2188197" y="139810"/>
                  </a:lnTo>
                  <a:lnTo>
                    <a:pt x="2189450" y="135321"/>
                  </a:lnTo>
                  <a:lnTo>
                    <a:pt x="2190703" y="130971"/>
                  </a:lnTo>
                  <a:lnTo>
                    <a:pt x="2191956" y="126740"/>
                  </a:lnTo>
                  <a:lnTo>
                    <a:pt x="2193209" y="122647"/>
                  </a:lnTo>
                  <a:lnTo>
                    <a:pt x="2194463" y="118721"/>
                  </a:lnTo>
                  <a:lnTo>
                    <a:pt x="2195716" y="114904"/>
                  </a:lnTo>
                  <a:lnTo>
                    <a:pt x="2196969" y="111181"/>
                  </a:lnTo>
                  <a:lnTo>
                    <a:pt x="2198222" y="107537"/>
                  </a:lnTo>
                  <a:lnTo>
                    <a:pt x="2199475" y="103972"/>
                  </a:lnTo>
                  <a:lnTo>
                    <a:pt x="2200729" y="100509"/>
                  </a:lnTo>
                  <a:lnTo>
                    <a:pt x="2201982" y="97174"/>
                  </a:lnTo>
                  <a:lnTo>
                    <a:pt x="2203235" y="93973"/>
                  </a:lnTo>
                  <a:lnTo>
                    <a:pt x="2204488" y="90913"/>
                  </a:lnTo>
                  <a:lnTo>
                    <a:pt x="2205742" y="87970"/>
                  </a:lnTo>
                  <a:lnTo>
                    <a:pt x="2206995" y="85137"/>
                  </a:lnTo>
                  <a:lnTo>
                    <a:pt x="2208248" y="82409"/>
                  </a:lnTo>
                  <a:lnTo>
                    <a:pt x="2209501" y="79770"/>
                  </a:lnTo>
                  <a:lnTo>
                    <a:pt x="2210754" y="77241"/>
                  </a:lnTo>
                  <a:lnTo>
                    <a:pt x="2212008" y="74820"/>
                  </a:lnTo>
                  <a:lnTo>
                    <a:pt x="2213261" y="72490"/>
                  </a:lnTo>
                  <a:lnTo>
                    <a:pt x="2214514" y="70277"/>
                  </a:lnTo>
                  <a:lnTo>
                    <a:pt x="2215767" y="68181"/>
                  </a:lnTo>
                  <a:lnTo>
                    <a:pt x="2217021" y="66194"/>
                  </a:lnTo>
                  <a:lnTo>
                    <a:pt x="2218274" y="64297"/>
                  </a:lnTo>
                  <a:lnTo>
                    <a:pt x="2219527" y="62459"/>
                  </a:lnTo>
                  <a:lnTo>
                    <a:pt x="2220780" y="60654"/>
                  </a:lnTo>
                  <a:lnTo>
                    <a:pt x="2222033" y="58891"/>
                  </a:lnTo>
                  <a:lnTo>
                    <a:pt x="2223287" y="57196"/>
                  </a:lnTo>
                  <a:lnTo>
                    <a:pt x="2224540" y="55582"/>
                  </a:lnTo>
                  <a:lnTo>
                    <a:pt x="2225793" y="54054"/>
                  </a:lnTo>
                  <a:lnTo>
                    <a:pt x="2227046" y="52636"/>
                  </a:lnTo>
                  <a:lnTo>
                    <a:pt x="2228299" y="51317"/>
                  </a:lnTo>
                  <a:lnTo>
                    <a:pt x="2229553" y="50062"/>
                  </a:lnTo>
                  <a:lnTo>
                    <a:pt x="2230806" y="48887"/>
                  </a:lnTo>
                  <a:lnTo>
                    <a:pt x="2232059" y="47798"/>
                  </a:lnTo>
                  <a:lnTo>
                    <a:pt x="2233312" y="46762"/>
                  </a:lnTo>
                  <a:lnTo>
                    <a:pt x="2234566" y="45766"/>
                  </a:lnTo>
                  <a:lnTo>
                    <a:pt x="2235819" y="44791"/>
                  </a:lnTo>
                  <a:lnTo>
                    <a:pt x="2237072" y="43832"/>
                  </a:lnTo>
                  <a:lnTo>
                    <a:pt x="2238325" y="42907"/>
                  </a:lnTo>
                  <a:lnTo>
                    <a:pt x="2239578" y="42009"/>
                  </a:lnTo>
                  <a:lnTo>
                    <a:pt x="2240832" y="41088"/>
                  </a:lnTo>
                  <a:lnTo>
                    <a:pt x="2242085" y="40121"/>
                  </a:lnTo>
                  <a:lnTo>
                    <a:pt x="2243338" y="39072"/>
                  </a:lnTo>
                  <a:lnTo>
                    <a:pt x="2244591" y="37931"/>
                  </a:lnTo>
                  <a:lnTo>
                    <a:pt x="2245845" y="36678"/>
                  </a:lnTo>
                  <a:lnTo>
                    <a:pt x="2247098" y="35297"/>
                  </a:lnTo>
                  <a:lnTo>
                    <a:pt x="2248351" y="33787"/>
                  </a:lnTo>
                  <a:lnTo>
                    <a:pt x="2249604" y="32139"/>
                  </a:lnTo>
                  <a:lnTo>
                    <a:pt x="2250857" y="30343"/>
                  </a:lnTo>
                  <a:lnTo>
                    <a:pt x="2252111" y="28439"/>
                  </a:lnTo>
                  <a:lnTo>
                    <a:pt x="2253364" y="26429"/>
                  </a:lnTo>
                  <a:lnTo>
                    <a:pt x="2254617" y="24346"/>
                  </a:lnTo>
                  <a:lnTo>
                    <a:pt x="2255870" y="22228"/>
                  </a:lnTo>
                  <a:lnTo>
                    <a:pt x="2257123" y="20083"/>
                  </a:lnTo>
                  <a:lnTo>
                    <a:pt x="2258377" y="17929"/>
                  </a:lnTo>
                  <a:lnTo>
                    <a:pt x="2259630" y="15805"/>
                  </a:lnTo>
                  <a:lnTo>
                    <a:pt x="2260883" y="13733"/>
                  </a:lnTo>
                  <a:lnTo>
                    <a:pt x="2262136" y="11757"/>
                  </a:lnTo>
                  <a:lnTo>
                    <a:pt x="2263390" y="9897"/>
                  </a:lnTo>
                  <a:lnTo>
                    <a:pt x="2264643" y="8155"/>
                  </a:lnTo>
                  <a:lnTo>
                    <a:pt x="2265896" y="6551"/>
                  </a:lnTo>
                  <a:lnTo>
                    <a:pt x="2267149" y="5074"/>
                  </a:lnTo>
                  <a:lnTo>
                    <a:pt x="2268402" y="3731"/>
                  </a:lnTo>
                  <a:lnTo>
                    <a:pt x="2269656" y="2546"/>
                  </a:lnTo>
                  <a:lnTo>
                    <a:pt x="2270909" y="1549"/>
                  </a:lnTo>
                  <a:lnTo>
                    <a:pt x="2272162" y="790"/>
                  </a:lnTo>
                  <a:lnTo>
                    <a:pt x="2273415" y="285"/>
                  </a:lnTo>
                  <a:lnTo>
                    <a:pt x="2274669" y="18"/>
                  </a:lnTo>
                  <a:lnTo>
                    <a:pt x="2275922" y="0"/>
                  </a:lnTo>
                  <a:lnTo>
                    <a:pt x="2277175" y="208"/>
                  </a:lnTo>
                  <a:lnTo>
                    <a:pt x="2278428" y="626"/>
                  </a:lnTo>
                  <a:lnTo>
                    <a:pt x="2279681" y="1244"/>
                  </a:lnTo>
                  <a:lnTo>
                    <a:pt x="2280935" y="2061"/>
                  </a:lnTo>
                  <a:lnTo>
                    <a:pt x="2282188" y="3101"/>
                  </a:lnTo>
                  <a:lnTo>
                    <a:pt x="2283441" y="4386"/>
                  </a:lnTo>
                  <a:lnTo>
                    <a:pt x="2284694" y="5908"/>
                  </a:lnTo>
                  <a:lnTo>
                    <a:pt x="2285947" y="7655"/>
                  </a:lnTo>
                  <a:lnTo>
                    <a:pt x="2287201" y="9611"/>
                  </a:lnTo>
                  <a:lnTo>
                    <a:pt x="2288454" y="11773"/>
                  </a:lnTo>
                  <a:lnTo>
                    <a:pt x="2289707" y="14114"/>
                  </a:lnTo>
                  <a:lnTo>
                    <a:pt x="2290960" y="16596"/>
                  </a:lnTo>
                  <a:lnTo>
                    <a:pt x="2292214" y="19240"/>
                  </a:lnTo>
                  <a:lnTo>
                    <a:pt x="2293467" y="22036"/>
                  </a:lnTo>
                  <a:lnTo>
                    <a:pt x="2294720" y="24949"/>
                  </a:lnTo>
                  <a:lnTo>
                    <a:pt x="2295973" y="27991"/>
                  </a:lnTo>
                  <a:lnTo>
                    <a:pt x="2297226" y="31145"/>
                  </a:lnTo>
                  <a:lnTo>
                    <a:pt x="2298480" y="34407"/>
                  </a:lnTo>
                  <a:lnTo>
                    <a:pt x="2299733" y="37763"/>
                  </a:lnTo>
                  <a:lnTo>
                    <a:pt x="2300986" y="41179"/>
                  </a:lnTo>
                  <a:lnTo>
                    <a:pt x="2302239" y="44617"/>
                  </a:lnTo>
                  <a:lnTo>
                    <a:pt x="2303493" y="48118"/>
                  </a:lnTo>
                  <a:lnTo>
                    <a:pt x="2304746" y="51703"/>
                  </a:lnTo>
                  <a:lnTo>
                    <a:pt x="2305999" y="55418"/>
                  </a:lnTo>
                  <a:lnTo>
                    <a:pt x="2307252" y="59258"/>
                  </a:lnTo>
                  <a:lnTo>
                    <a:pt x="2308505" y="63215"/>
                  </a:lnTo>
                  <a:lnTo>
                    <a:pt x="2309759" y="67293"/>
                  </a:lnTo>
                  <a:lnTo>
                    <a:pt x="2311012" y="71490"/>
                  </a:lnTo>
                  <a:lnTo>
                    <a:pt x="2312265" y="75794"/>
                  </a:lnTo>
                  <a:lnTo>
                    <a:pt x="2313518" y="80216"/>
                  </a:lnTo>
                  <a:lnTo>
                    <a:pt x="2314771" y="84754"/>
                  </a:lnTo>
                  <a:lnTo>
                    <a:pt x="2316025" y="89415"/>
                  </a:lnTo>
                  <a:lnTo>
                    <a:pt x="2317278" y="94190"/>
                  </a:lnTo>
                  <a:lnTo>
                    <a:pt x="2318531" y="99045"/>
                  </a:lnTo>
                  <a:lnTo>
                    <a:pt x="2319784" y="103954"/>
                  </a:lnTo>
                  <a:lnTo>
                    <a:pt x="2321038" y="108936"/>
                  </a:lnTo>
                  <a:lnTo>
                    <a:pt x="2322291" y="113954"/>
                  </a:lnTo>
                  <a:lnTo>
                    <a:pt x="2323544" y="118976"/>
                  </a:lnTo>
                  <a:lnTo>
                    <a:pt x="2324797" y="123955"/>
                  </a:lnTo>
                  <a:lnTo>
                    <a:pt x="2326050" y="128841"/>
                  </a:lnTo>
                  <a:lnTo>
                    <a:pt x="2327304" y="133587"/>
                  </a:lnTo>
                  <a:lnTo>
                    <a:pt x="2328557" y="138169"/>
                  </a:lnTo>
                  <a:lnTo>
                    <a:pt x="2329810" y="142584"/>
                  </a:lnTo>
                  <a:lnTo>
                    <a:pt x="2331063" y="146856"/>
                  </a:lnTo>
                  <a:lnTo>
                    <a:pt x="2332317" y="151005"/>
                  </a:lnTo>
                  <a:lnTo>
                    <a:pt x="2333570" y="155028"/>
                  </a:lnTo>
                  <a:lnTo>
                    <a:pt x="2334823" y="158870"/>
                  </a:lnTo>
                  <a:lnTo>
                    <a:pt x="2336076" y="162511"/>
                  </a:lnTo>
                  <a:lnTo>
                    <a:pt x="2337329" y="165945"/>
                  </a:lnTo>
                  <a:lnTo>
                    <a:pt x="2338583" y="169197"/>
                  </a:lnTo>
                  <a:lnTo>
                    <a:pt x="2339836" y="172294"/>
                  </a:lnTo>
                  <a:lnTo>
                    <a:pt x="2341089" y="175284"/>
                  </a:lnTo>
                  <a:lnTo>
                    <a:pt x="2342342" y="178183"/>
                  </a:lnTo>
                  <a:lnTo>
                    <a:pt x="2343595" y="180977"/>
                  </a:lnTo>
                  <a:lnTo>
                    <a:pt x="2344849" y="183699"/>
                  </a:lnTo>
                  <a:lnTo>
                    <a:pt x="2346102" y="186365"/>
                  </a:lnTo>
                  <a:lnTo>
                    <a:pt x="2347355" y="188994"/>
                  </a:lnTo>
                  <a:lnTo>
                    <a:pt x="2348608" y="191604"/>
                  </a:lnTo>
                  <a:lnTo>
                    <a:pt x="2349862" y="194197"/>
                  </a:lnTo>
                  <a:lnTo>
                    <a:pt x="2351115" y="196743"/>
                  </a:lnTo>
                  <a:lnTo>
                    <a:pt x="2352368" y="199208"/>
                  </a:lnTo>
                  <a:lnTo>
                    <a:pt x="2353621" y="201623"/>
                  </a:lnTo>
                  <a:lnTo>
                    <a:pt x="2354874" y="203987"/>
                  </a:lnTo>
                  <a:lnTo>
                    <a:pt x="2356128" y="206289"/>
                  </a:lnTo>
                  <a:lnTo>
                    <a:pt x="2357381" y="208543"/>
                  </a:lnTo>
                  <a:lnTo>
                    <a:pt x="2358634" y="210743"/>
                  </a:lnTo>
                  <a:lnTo>
                    <a:pt x="2359887" y="212880"/>
                  </a:lnTo>
                  <a:lnTo>
                    <a:pt x="2361140" y="214979"/>
                  </a:lnTo>
                  <a:lnTo>
                    <a:pt x="2362394" y="217041"/>
                  </a:lnTo>
                  <a:lnTo>
                    <a:pt x="2363647" y="219073"/>
                  </a:lnTo>
                  <a:lnTo>
                    <a:pt x="2364900" y="221113"/>
                  </a:lnTo>
                  <a:lnTo>
                    <a:pt x="2366153" y="223139"/>
                  </a:lnTo>
                  <a:lnTo>
                    <a:pt x="2367407" y="225103"/>
                  </a:lnTo>
                  <a:lnTo>
                    <a:pt x="2368660" y="226986"/>
                  </a:lnTo>
                  <a:lnTo>
                    <a:pt x="2369913" y="228787"/>
                  </a:lnTo>
                  <a:lnTo>
                    <a:pt x="2371166" y="230536"/>
                  </a:lnTo>
                  <a:lnTo>
                    <a:pt x="2372419" y="232247"/>
                  </a:lnTo>
                  <a:lnTo>
                    <a:pt x="2373673" y="233918"/>
                  </a:lnTo>
                  <a:lnTo>
                    <a:pt x="2374926" y="235555"/>
                  </a:lnTo>
                  <a:lnTo>
                    <a:pt x="2376179" y="237148"/>
                  </a:lnTo>
                  <a:lnTo>
                    <a:pt x="2377432" y="238690"/>
                  </a:lnTo>
                  <a:lnTo>
                    <a:pt x="2378686" y="240163"/>
                  </a:lnTo>
                  <a:lnTo>
                    <a:pt x="2379939" y="241547"/>
                  </a:lnTo>
                  <a:lnTo>
                    <a:pt x="2381192" y="242870"/>
                  </a:lnTo>
                  <a:lnTo>
                    <a:pt x="2382445" y="244151"/>
                  </a:lnTo>
                  <a:lnTo>
                    <a:pt x="2383698" y="245378"/>
                  </a:lnTo>
                  <a:lnTo>
                    <a:pt x="2384952" y="246561"/>
                  </a:lnTo>
                  <a:lnTo>
                    <a:pt x="2386205" y="247729"/>
                  </a:lnTo>
                  <a:lnTo>
                    <a:pt x="2387458" y="248885"/>
                  </a:lnTo>
                  <a:lnTo>
                    <a:pt x="2388711" y="250047"/>
                  </a:lnTo>
                  <a:lnTo>
                    <a:pt x="2389964" y="251249"/>
                  </a:lnTo>
                  <a:lnTo>
                    <a:pt x="2391218" y="252501"/>
                  </a:lnTo>
                  <a:lnTo>
                    <a:pt x="2392471" y="253805"/>
                  </a:lnTo>
                  <a:lnTo>
                    <a:pt x="2393724" y="255170"/>
                  </a:lnTo>
                  <a:lnTo>
                    <a:pt x="2394977" y="256614"/>
                  </a:lnTo>
                  <a:lnTo>
                    <a:pt x="2396231" y="258110"/>
                  </a:lnTo>
                  <a:lnTo>
                    <a:pt x="2397484" y="259675"/>
                  </a:lnTo>
                  <a:lnTo>
                    <a:pt x="2398737" y="261333"/>
                  </a:lnTo>
                  <a:lnTo>
                    <a:pt x="2399990" y="263057"/>
                  </a:lnTo>
                  <a:lnTo>
                    <a:pt x="2401243" y="264822"/>
                  </a:lnTo>
                  <a:lnTo>
                    <a:pt x="2402497" y="266600"/>
                  </a:lnTo>
                  <a:lnTo>
                    <a:pt x="2403750" y="268357"/>
                  </a:lnTo>
                  <a:lnTo>
                    <a:pt x="2405003" y="270089"/>
                  </a:lnTo>
                  <a:lnTo>
                    <a:pt x="2406256" y="271829"/>
                  </a:lnTo>
                  <a:lnTo>
                    <a:pt x="2407510" y="273578"/>
                  </a:lnTo>
                  <a:lnTo>
                    <a:pt x="2408763" y="275313"/>
                  </a:lnTo>
                  <a:lnTo>
                    <a:pt x="2410016" y="277023"/>
                  </a:lnTo>
                  <a:lnTo>
                    <a:pt x="2411269" y="278702"/>
                  </a:lnTo>
                  <a:lnTo>
                    <a:pt x="2412522" y="280328"/>
                  </a:lnTo>
                  <a:lnTo>
                    <a:pt x="2413776" y="281884"/>
                  </a:lnTo>
                  <a:lnTo>
                    <a:pt x="2415029" y="283391"/>
                  </a:lnTo>
                  <a:lnTo>
                    <a:pt x="2416282" y="284836"/>
                  </a:lnTo>
                  <a:lnTo>
                    <a:pt x="2417535" y="286198"/>
                  </a:lnTo>
                  <a:lnTo>
                    <a:pt x="2418788" y="287505"/>
                  </a:lnTo>
                  <a:lnTo>
                    <a:pt x="2420042" y="288784"/>
                  </a:lnTo>
                  <a:lnTo>
                    <a:pt x="2421295" y="290054"/>
                  </a:lnTo>
                  <a:lnTo>
                    <a:pt x="2422548" y="291336"/>
                  </a:lnTo>
                  <a:lnTo>
                    <a:pt x="2423801" y="292614"/>
                  </a:lnTo>
                  <a:lnTo>
                    <a:pt x="2425055" y="293891"/>
                  </a:lnTo>
                  <a:lnTo>
                    <a:pt x="2426308" y="295166"/>
                  </a:lnTo>
                  <a:lnTo>
                    <a:pt x="2427561" y="296439"/>
                  </a:lnTo>
                  <a:lnTo>
                    <a:pt x="2428814" y="297689"/>
                  </a:lnTo>
                  <a:lnTo>
                    <a:pt x="2430067" y="298970"/>
                  </a:lnTo>
                  <a:lnTo>
                    <a:pt x="2431321" y="300317"/>
                  </a:lnTo>
                  <a:lnTo>
                    <a:pt x="2432574" y="301747"/>
                  </a:lnTo>
                  <a:lnTo>
                    <a:pt x="2433827" y="303251"/>
                  </a:lnTo>
                  <a:lnTo>
                    <a:pt x="2435080" y="304828"/>
                  </a:lnTo>
                  <a:lnTo>
                    <a:pt x="2436334" y="306492"/>
                  </a:lnTo>
                  <a:lnTo>
                    <a:pt x="2437587" y="308246"/>
                  </a:lnTo>
                  <a:lnTo>
                    <a:pt x="2438840" y="310092"/>
                  </a:lnTo>
                  <a:lnTo>
                    <a:pt x="2440093" y="312033"/>
                  </a:lnTo>
                  <a:lnTo>
                    <a:pt x="2441346" y="314067"/>
                  </a:lnTo>
                  <a:lnTo>
                    <a:pt x="2442600" y="316205"/>
                  </a:lnTo>
                  <a:lnTo>
                    <a:pt x="2443853" y="318421"/>
                  </a:lnTo>
                  <a:lnTo>
                    <a:pt x="2445106" y="320686"/>
                  </a:lnTo>
                  <a:lnTo>
                    <a:pt x="2446359" y="322972"/>
                  </a:lnTo>
                  <a:lnTo>
                    <a:pt x="2447612" y="325284"/>
                  </a:lnTo>
                  <a:lnTo>
                    <a:pt x="2448866" y="327577"/>
                  </a:lnTo>
                  <a:lnTo>
                    <a:pt x="2450119" y="329838"/>
                  </a:lnTo>
                  <a:lnTo>
                    <a:pt x="2451372" y="332083"/>
                  </a:lnTo>
                  <a:lnTo>
                    <a:pt x="2452625" y="334309"/>
                  </a:lnTo>
                  <a:lnTo>
                    <a:pt x="2453879" y="336509"/>
                  </a:lnTo>
                  <a:lnTo>
                    <a:pt x="2455132" y="338695"/>
                  </a:lnTo>
                  <a:lnTo>
                    <a:pt x="2456385" y="340864"/>
                  </a:lnTo>
                  <a:lnTo>
                    <a:pt x="2457638" y="342980"/>
                  </a:lnTo>
                  <a:lnTo>
                    <a:pt x="2458891" y="345015"/>
                  </a:lnTo>
                  <a:lnTo>
                    <a:pt x="2460145" y="346983"/>
                  </a:lnTo>
                  <a:lnTo>
                    <a:pt x="2461398" y="348862"/>
                  </a:lnTo>
                  <a:lnTo>
                    <a:pt x="2462651" y="350691"/>
                  </a:lnTo>
                  <a:lnTo>
                    <a:pt x="2463904" y="352519"/>
                  </a:lnTo>
                  <a:lnTo>
                    <a:pt x="2465158" y="354402"/>
                  </a:lnTo>
                  <a:lnTo>
                    <a:pt x="2466411" y="356370"/>
                  </a:lnTo>
                  <a:lnTo>
                    <a:pt x="2467664" y="358460"/>
                  </a:lnTo>
                  <a:lnTo>
                    <a:pt x="2468917" y="360650"/>
                  </a:lnTo>
                  <a:lnTo>
                    <a:pt x="2470170" y="362898"/>
                  </a:lnTo>
                  <a:lnTo>
                    <a:pt x="2471424" y="365180"/>
                  </a:lnTo>
                  <a:lnTo>
                    <a:pt x="2472677" y="367492"/>
                  </a:lnTo>
                  <a:lnTo>
                    <a:pt x="2473930" y="369815"/>
                  </a:lnTo>
                  <a:lnTo>
                    <a:pt x="2475183" y="372146"/>
                  </a:lnTo>
                  <a:lnTo>
                    <a:pt x="2476436" y="374529"/>
                  </a:lnTo>
                  <a:lnTo>
                    <a:pt x="2477690" y="377023"/>
                  </a:lnTo>
                  <a:lnTo>
                    <a:pt x="2478943" y="379665"/>
                  </a:lnTo>
                  <a:lnTo>
                    <a:pt x="2480196" y="382533"/>
                  </a:lnTo>
                  <a:lnTo>
                    <a:pt x="2481449" y="385615"/>
                  </a:lnTo>
                  <a:lnTo>
                    <a:pt x="2482703" y="388869"/>
                  </a:lnTo>
                  <a:lnTo>
                    <a:pt x="2483956" y="392275"/>
                  </a:lnTo>
                  <a:lnTo>
                    <a:pt x="2485209" y="395839"/>
                  </a:lnTo>
                  <a:lnTo>
                    <a:pt x="2486462" y="399563"/>
                  </a:lnTo>
                  <a:lnTo>
                    <a:pt x="2487715" y="403456"/>
                  </a:lnTo>
                  <a:lnTo>
                    <a:pt x="2488969" y="407524"/>
                  </a:lnTo>
                  <a:lnTo>
                    <a:pt x="2490222" y="411795"/>
                  </a:lnTo>
                  <a:lnTo>
                    <a:pt x="2491475" y="416296"/>
                  </a:lnTo>
                  <a:lnTo>
                    <a:pt x="2492728" y="421020"/>
                  </a:lnTo>
                  <a:lnTo>
                    <a:pt x="2493982" y="425927"/>
                  </a:lnTo>
                  <a:lnTo>
                    <a:pt x="2495235" y="431007"/>
                  </a:lnTo>
                  <a:lnTo>
                    <a:pt x="2496488" y="436216"/>
                  </a:lnTo>
                  <a:lnTo>
                    <a:pt x="2497741" y="441545"/>
                  </a:lnTo>
                  <a:lnTo>
                    <a:pt x="2498994" y="446925"/>
                  </a:lnTo>
                  <a:lnTo>
                    <a:pt x="2500248" y="452306"/>
                  </a:lnTo>
                  <a:lnTo>
                    <a:pt x="2501501" y="457717"/>
                  </a:lnTo>
                  <a:lnTo>
                    <a:pt x="2502754" y="463157"/>
                  </a:lnTo>
                  <a:lnTo>
                    <a:pt x="2504007" y="468619"/>
                  </a:lnTo>
                  <a:lnTo>
                    <a:pt x="2505260" y="474104"/>
                  </a:lnTo>
                  <a:lnTo>
                    <a:pt x="2506514" y="479628"/>
                  </a:lnTo>
                  <a:lnTo>
                    <a:pt x="2507767" y="485221"/>
                  </a:lnTo>
                  <a:lnTo>
                    <a:pt x="2509020" y="490907"/>
                  </a:lnTo>
                  <a:lnTo>
                    <a:pt x="2510273" y="496702"/>
                  </a:lnTo>
                  <a:lnTo>
                    <a:pt x="2511527" y="502613"/>
                  </a:lnTo>
                  <a:lnTo>
                    <a:pt x="2512780" y="508660"/>
                  </a:lnTo>
                  <a:lnTo>
                    <a:pt x="2514033" y="514828"/>
                  </a:lnTo>
                  <a:lnTo>
                    <a:pt x="2515286" y="521121"/>
                  </a:lnTo>
                  <a:lnTo>
                    <a:pt x="2516539" y="527538"/>
                  </a:lnTo>
                  <a:lnTo>
                    <a:pt x="2517793" y="534104"/>
                  </a:lnTo>
                  <a:lnTo>
                    <a:pt x="2519046" y="540841"/>
                  </a:lnTo>
                  <a:lnTo>
                    <a:pt x="2520299" y="547735"/>
                  </a:lnTo>
                  <a:lnTo>
                    <a:pt x="2521552" y="554807"/>
                  </a:lnTo>
                  <a:lnTo>
                    <a:pt x="2522805" y="562052"/>
                  </a:lnTo>
                  <a:lnTo>
                    <a:pt x="2524059" y="569474"/>
                  </a:lnTo>
                  <a:lnTo>
                    <a:pt x="2525312" y="577065"/>
                  </a:lnTo>
                  <a:lnTo>
                    <a:pt x="2526565" y="584784"/>
                  </a:lnTo>
                  <a:lnTo>
                    <a:pt x="2527818" y="592583"/>
                  </a:lnTo>
                  <a:lnTo>
                    <a:pt x="2529072" y="600372"/>
                  </a:lnTo>
                  <a:lnTo>
                    <a:pt x="2530325" y="608108"/>
                  </a:lnTo>
                  <a:lnTo>
                    <a:pt x="2531578" y="615778"/>
                  </a:lnTo>
                  <a:lnTo>
                    <a:pt x="2532831" y="623388"/>
                  </a:lnTo>
                  <a:lnTo>
                    <a:pt x="2534084" y="630951"/>
                  </a:lnTo>
                  <a:lnTo>
                    <a:pt x="2535338" y="638478"/>
                  </a:lnTo>
                  <a:lnTo>
                    <a:pt x="2536591" y="645939"/>
                  </a:lnTo>
                  <a:lnTo>
                    <a:pt x="2537844" y="653333"/>
                  </a:lnTo>
                  <a:lnTo>
                    <a:pt x="2539097" y="660632"/>
                  </a:lnTo>
                  <a:lnTo>
                    <a:pt x="2540351" y="667795"/>
                  </a:lnTo>
                  <a:lnTo>
                    <a:pt x="2541604" y="674777"/>
                  </a:lnTo>
                  <a:lnTo>
                    <a:pt x="2542857" y="681493"/>
                  </a:lnTo>
                  <a:lnTo>
                    <a:pt x="2544110" y="687892"/>
                  </a:lnTo>
                  <a:lnTo>
                    <a:pt x="2545363" y="694014"/>
                  </a:lnTo>
                  <a:lnTo>
                    <a:pt x="2546617" y="699859"/>
                  </a:lnTo>
                  <a:lnTo>
                    <a:pt x="2547870" y="705436"/>
                  </a:lnTo>
                  <a:lnTo>
                    <a:pt x="2549123" y="710732"/>
                  </a:lnTo>
                  <a:lnTo>
                    <a:pt x="2550376" y="715732"/>
                  </a:lnTo>
                  <a:lnTo>
                    <a:pt x="2551629" y="720435"/>
                  </a:lnTo>
                  <a:lnTo>
                    <a:pt x="2552883" y="724804"/>
                  </a:lnTo>
                  <a:lnTo>
                    <a:pt x="2554136" y="728840"/>
                  </a:lnTo>
                  <a:lnTo>
                    <a:pt x="2555389" y="732527"/>
                  </a:lnTo>
                  <a:lnTo>
                    <a:pt x="2556642" y="735876"/>
                  </a:lnTo>
                  <a:lnTo>
                    <a:pt x="2557896" y="738905"/>
                  </a:lnTo>
                  <a:lnTo>
                    <a:pt x="2559149" y="741634"/>
                  </a:lnTo>
                  <a:lnTo>
                    <a:pt x="2560402" y="744057"/>
                  </a:lnTo>
                  <a:lnTo>
                    <a:pt x="2561655" y="746224"/>
                  </a:lnTo>
                  <a:lnTo>
                    <a:pt x="2562908" y="748210"/>
                  </a:lnTo>
                  <a:lnTo>
                    <a:pt x="2564162" y="749987"/>
                  </a:lnTo>
                  <a:lnTo>
                    <a:pt x="2565415" y="751504"/>
                  </a:lnTo>
                  <a:lnTo>
                    <a:pt x="2566668" y="752749"/>
                  </a:lnTo>
                  <a:lnTo>
                    <a:pt x="2567921" y="753709"/>
                  </a:lnTo>
                  <a:lnTo>
                    <a:pt x="2569175" y="754373"/>
                  </a:lnTo>
                  <a:lnTo>
                    <a:pt x="2570428" y="754729"/>
                  </a:lnTo>
                  <a:lnTo>
                    <a:pt x="2571681" y="754772"/>
                  </a:lnTo>
                  <a:lnTo>
                    <a:pt x="2572934" y="754482"/>
                  </a:lnTo>
                  <a:lnTo>
                    <a:pt x="2574187" y="753877"/>
                  </a:lnTo>
                  <a:lnTo>
                    <a:pt x="2575441" y="752972"/>
                  </a:lnTo>
                  <a:lnTo>
                    <a:pt x="2576694" y="751768"/>
                  </a:lnTo>
                  <a:lnTo>
                    <a:pt x="2577947" y="750286"/>
                  </a:lnTo>
                  <a:lnTo>
                    <a:pt x="2579200" y="748527"/>
                  </a:lnTo>
                  <a:lnTo>
                    <a:pt x="2580453" y="746464"/>
                  </a:lnTo>
                  <a:lnTo>
                    <a:pt x="2581707" y="744032"/>
                  </a:lnTo>
                  <a:lnTo>
                    <a:pt x="2582960" y="741223"/>
                  </a:lnTo>
                  <a:lnTo>
                    <a:pt x="2584213" y="738062"/>
                  </a:lnTo>
                  <a:lnTo>
                    <a:pt x="2585466" y="734539"/>
                  </a:lnTo>
                  <a:lnTo>
                    <a:pt x="2586720" y="730672"/>
                  </a:lnTo>
                  <a:lnTo>
                    <a:pt x="2587973" y="726457"/>
                  </a:lnTo>
                  <a:lnTo>
                    <a:pt x="2589226" y="721894"/>
                  </a:lnTo>
                  <a:lnTo>
                    <a:pt x="2590479" y="716978"/>
                  </a:lnTo>
                  <a:lnTo>
                    <a:pt x="2591732" y="711750"/>
                  </a:lnTo>
                  <a:lnTo>
                    <a:pt x="2592986" y="706242"/>
                  </a:lnTo>
                  <a:lnTo>
                    <a:pt x="2594239" y="700443"/>
                  </a:lnTo>
                  <a:lnTo>
                    <a:pt x="2595492" y="694340"/>
                  </a:lnTo>
                  <a:lnTo>
                    <a:pt x="2596745" y="687937"/>
                  </a:lnTo>
                  <a:lnTo>
                    <a:pt x="2597999" y="681241"/>
                  </a:lnTo>
                  <a:lnTo>
                    <a:pt x="2599252" y="674319"/>
                  </a:lnTo>
                  <a:lnTo>
                    <a:pt x="2600505" y="667227"/>
                  </a:lnTo>
                  <a:lnTo>
                    <a:pt x="2601758" y="659986"/>
                  </a:lnTo>
                  <a:lnTo>
                    <a:pt x="2603011" y="652614"/>
                  </a:lnTo>
                  <a:lnTo>
                    <a:pt x="2604265" y="645170"/>
                  </a:lnTo>
                  <a:lnTo>
                    <a:pt x="2605518" y="637695"/>
                  </a:lnTo>
                  <a:lnTo>
                    <a:pt x="2606771" y="630273"/>
                  </a:lnTo>
                  <a:lnTo>
                    <a:pt x="2608024" y="622919"/>
                  </a:lnTo>
                  <a:lnTo>
                    <a:pt x="2609277" y="615661"/>
                  </a:lnTo>
                  <a:lnTo>
                    <a:pt x="2610531" y="608505"/>
                  </a:lnTo>
                  <a:lnTo>
                    <a:pt x="2611784" y="601457"/>
                  </a:lnTo>
                  <a:lnTo>
                    <a:pt x="2613037" y="594522"/>
                  </a:lnTo>
                  <a:lnTo>
                    <a:pt x="2614290" y="587704"/>
                  </a:lnTo>
                  <a:lnTo>
                    <a:pt x="2615544" y="581006"/>
                  </a:lnTo>
                  <a:lnTo>
                    <a:pt x="2616797" y="574437"/>
                  </a:lnTo>
                  <a:lnTo>
                    <a:pt x="2618050" y="567942"/>
                  </a:lnTo>
                  <a:lnTo>
                    <a:pt x="2619303" y="561525"/>
                  </a:lnTo>
                  <a:lnTo>
                    <a:pt x="2620556" y="555182"/>
                  </a:lnTo>
                  <a:lnTo>
                    <a:pt x="2621810" y="548910"/>
                  </a:lnTo>
                  <a:lnTo>
                    <a:pt x="2623063" y="542719"/>
                  </a:lnTo>
                  <a:lnTo>
                    <a:pt x="2624316" y="536669"/>
                  </a:lnTo>
                  <a:lnTo>
                    <a:pt x="2625569" y="530739"/>
                  </a:lnTo>
                  <a:lnTo>
                    <a:pt x="2626823" y="524942"/>
                  </a:lnTo>
                  <a:lnTo>
                    <a:pt x="2628076" y="519365"/>
                  </a:lnTo>
                  <a:lnTo>
                    <a:pt x="2629329" y="514051"/>
                  </a:lnTo>
                  <a:lnTo>
                    <a:pt x="2630582" y="509036"/>
                  </a:lnTo>
                  <a:lnTo>
                    <a:pt x="2631835" y="504345"/>
                  </a:lnTo>
                  <a:lnTo>
                    <a:pt x="2633089" y="499973"/>
                  </a:lnTo>
                  <a:lnTo>
                    <a:pt x="2634342" y="495920"/>
                  </a:lnTo>
                  <a:lnTo>
                    <a:pt x="2635595" y="492179"/>
                  </a:lnTo>
                  <a:lnTo>
                    <a:pt x="2636848" y="488787"/>
                  </a:lnTo>
                  <a:lnTo>
                    <a:pt x="2638101" y="485738"/>
                  </a:lnTo>
                  <a:lnTo>
                    <a:pt x="2639355" y="483045"/>
                  </a:lnTo>
                  <a:lnTo>
                    <a:pt x="2640608" y="480712"/>
                  </a:lnTo>
                  <a:lnTo>
                    <a:pt x="2641861" y="478729"/>
                  </a:lnTo>
                  <a:lnTo>
                    <a:pt x="2643114" y="477023"/>
                  </a:lnTo>
                  <a:lnTo>
                    <a:pt x="2644368" y="475623"/>
                  </a:lnTo>
                  <a:lnTo>
                    <a:pt x="2645621" y="474522"/>
                  </a:lnTo>
                  <a:lnTo>
                    <a:pt x="2646874" y="473689"/>
                  </a:lnTo>
                  <a:lnTo>
                    <a:pt x="2648127" y="473119"/>
                  </a:lnTo>
                  <a:lnTo>
                    <a:pt x="2649380" y="472809"/>
                  </a:lnTo>
                  <a:lnTo>
                    <a:pt x="2650634" y="472749"/>
                  </a:lnTo>
                  <a:lnTo>
                    <a:pt x="2651887" y="472943"/>
                  </a:lnTo>
                  <a:lnTo>
                    <a:pt x="2653140" y="473410"/>
                  </a:lnTo>
                  <a:lnTo>
                    <a:pt x="2654393" y="474182"/>
                  </a:lnTo>
                  <a:lnTo>
                    <a:pt x="2655647" y="475204"/>
                  </a:lnTo>
                  <a:lnTo>
                    <a:pt x="2656900" y="476512"/>
                  </a:lnTo>
                  <a:lnTo>
                    <a:pt x="2658153" y="478123"/>
                  </a:lnTo>
                  <a:lnTo>
                    <a:pt x="2659406" y="480042"/>
                  </a:lnTo>
                  <a:lnTo>
                    <a:pt x="2660659" y="482259"/>
                  </a:lnTo>
                  <a:lnTo>
                    <a:pt x="2661913" y="484800"/>
                  </a:lnTo>
                  <a:lnTo>
                    <a:pt x="2663166" y="487635"/>
                  </a:lnTo>
                  <a:lnTo>
                    <a:pt x="2664419" y="490799"/>
                  </a:lnTo>
                  <a:lnTo>
                    <a:pt x="2665672" y="494291"/>
                  </a:lnTo>
                  <a:lnTo>
                    <a:pt x="2666925" y="498059"/>
                  </a:lnTo>
                  <a:lnTo>
                    <a:pt x="2668179" y="502054"/>
                  </a:lnTo>
                  <a:lnTo>
                    <a:pt x="2669432" y="506244"/>
                  </a:lnTo>
                  <a:lnTo>
                    <a:pt x="2670685" y="510606"/>
                  </a:lnTo>
                  <a:lnTo>
                    <a:pt x="2671938" y="515130"/>
                  </a:lnTo>
                  <a:lnTo>
                    <a:pt x="2673192" y="519778"/>
                  </a:lnTo>
                  <a:lnTo>
                    <a:pt x="2674445" y="524537"/>
                  </a:lnTo>
                  <a:lnTo>
                    <a:pt x="2675698" y="529406"/>
                  </a:lnTo>
                  <a:lnTo>
                    <a:pt x="2676951" y="534364"/>
                  </a:lnTo>
                  <a:lnTo>
                    <a:pt x="2678204" y="539421"/>
                  </a:lnTo>
                  <a:lnTo>
                    <a:pt x="2679458" y="544583"/>
                  </a:lnTo>
                  <a:lnTo>
                    <a:pt x="2680711" y="549898"/>
                  </a:lnTo>
                  <a:lnTo>
                    <a:pt x="2681964" y="555394"/>
                  </a:lnTo>
                  <a:lnTo>
                    <a:pt x="2683217" y="561056"/>
                  </a:lnTo>
                  <a:lnTo>
                    <a:pt x="2684470" y="566892"/>
                  </a:lnTo>
                  <a:lnTo>
                    <a:pt x="2685724" y="572892"/>
                  </a:lnTo>
                  <a:lnTo>
                    <a:pt x="2686977" y="579006"/>
                  </a:lnTo>
                  <a:lnTo>
                    <a:pt x="2688230" y="585208"/>
                  </a:lnTo>
                  <a:lnTo>
                    <a:pt x="2689483" y="591481"/>
                  </a:lnTo>
                  <a:lnTo>
                    <a:pt x="2690737" y="597773"/>
                  </a:lnTo>
                  <a:lnTo>
                    <a:pt x="2691990" y="604061"/>
                  </a:lnTo>
                  <a:lnTo>
                    <a:pt x="2693243" y="610352"/>
                  </a:lnTo>
                  <a:lnTo>
                    <a:pt x="2694496" y="616644"/>
                  </a:lnTo>
                  <a:lnTo>
                    <a:pt x="2695749" y="622992"/>
                  </a:lnTo>
                  <a:lnTo>
                    <a:pt x="2697003" y="629424"/>
                  </a:lnTo>
                  <a:lnTo>
                    <a:pt x="2698256" y="635938"/>
                  </a:lnTo>
                  <a:lnTo>
                    <a:pt x="2699509" y="642500"/>
                  </a:lnTo>
                  <a:lnTo>
                    <a:pt x="2700762" y="649069"/>
                  </a:lnTo>
                  <a:lnTo>
                    <a:pt x="2702016" y="655625"/>
                  </a:lnTo>
                  <a:lnTo>
                    <a:pt x="2703269" y="662171"/>
                  </a:lnTo>
                  <a:lnTo>
                    <a:pt x="2704522" y="668726"/>
                  </a:lnTo>
                  <a:lnTo>
                    <a:pt x="2705775" y="675325"/>
                  </a:lnTo>
                  <a:lnTo>
                    <a:pt x="2707028" y="681993"/>
                  </a:lnTo>
                  <a:lnTo>
                    <a:pt x="2708282" y="688759"/>
                  </a:lnTo>
                  <a:lnTo>
                    <a:pt x="2709535" y="695682"/>
                  </a:lnTo>
                  <a:lnTo>
                    <a:pt x="2710788" y="702781"/>
                  </a:lnTo>
                  <a:lnTo>
                    <a:pt x="2712041" y="710051"/>
                  </a:lnTo>
                  <a:lnTo>
                    <a:pt x="2713294" y="717497"/>
                  </a:lnTo>
                  <a:lnTo>
                    <a:pt x="2714548" y="725103"/>
                  </a:lnTo>
                  <a:lnTo>
                    <a:pt x="2715801" y="732844"/>
                  </a:lnTo>
                  <a:lnTo>
                    <a:pt x="2717054" y="740707"/>
                  </a:lnTo>
                  <a:lnTo>
                    <a:pt x="2718307" y="748711"/>
                  </a:lnTo>
                  <a:lnTo>
                    <a:pt x="2719561" y="756872"/>
                  </a:lnTo>
                  <a:lnTo>
                    <a:pt x="2720814" y="765181"/>
                  </a:lnTo>
                  <a:lnTo>
                    <a:pt x="2722067" y="773629"/>
                  </a:lnTo>
                  <a:lnTo>
                    <a:pt x="2723320" y="782223"/>
                  </a:lnTo>
                  <a:lnTo>
                    <a:pt x="2724573" y="790940"/>
                  </a:lnTo>
                  <a:lnTo>
                    <a:pt x="2725827" y="799766"/>
                  </a:lnTo>
                  <a:lnTo>
                    <a:pt x="2727080" y="808647"/>
                  </a:lnTo>
                  <a:lnTo>
                    <a:pt x="2728333" y="817517"/>
                  </a:lnTo>
                  <a:lnTo>
                    <a:pt x="2729586" y="826376"/>
                  </a:lnTo>
                  <a:lnTo>
                    <a:pt x="2730840" y="835243"/>
                  </a:lnTo>
                  <a:lnTo>
                    <a:pt x="2732093" y="844102"/>
                  </a:lnTo>
                  <a:lnTo>
                    <a:pt x="2733346" y="852932"/>
                  </a:lnTo>
                  <a:lnTo>
                    <a:pt x="2734599" y="861713"/>
                  </a:lnTo>
                  <a:lnTo>
                    <a:pt x="2735852" y="870438"/>
                  </a:lnTo>
                  <a:lnTo>
                    <a:pt x="2737106" y="879114"/>
                  </a:lnTo>
                  <a:lnTo>
                    <a:pt x="2738359" y="887751"/>
                  </a:lnTo>
                  <a:lnTo>
                    <a:pt x="2739612" y="896370"/>
                  </a:lnTo>
                  <a:lnTo>
                    <a:pt x="2740865" y="904987"/>
                  </a:lnTo>
                  <a:lnTo>
                    <a:pt x="2742118" y="913581"/>
                  </a:lnTo>
                  <a:lnTo>
                    <a:pt x="2743372" y="922152"/>
                  </a:lnTo>
                  <a:lnTo>
                    <a:pt x="2744625" y="930668"/>
                  </a:lnTo>
                  <a:lnTo>
                    <a:pt x="2745878" y="939128"/>
                  </a:lnTo>
                  <a:lnTo>
                    <a:pt x="2747131" y="947541"/>
                  </a:lnTo>
                  <a:lnTo>
                    <a:pt x="2748385" y="955920"/>
                  </a:lnTo>
                  <a:lnTo>
                    <a:pt x="2749638" y="964308"/>
                  </a:lnTo>
                  <a:lnTo>
                    <a:pt x="2750891" y="972734"/>
                  </a:lnTo>
                  <a:lnTo>
                    <a:pt x="2752144" y="981203"/>
                  </a:lnTo>
                  <a:lnTo>
                    <a:pt x="2753397" y="989730"/>
                  </a:lnTo>
                  <a:lnTo>
                    <a:pt x="2754651" y="998337"/>
                  </a:lnTo>
                  <a:lnTo>
                    <a:pt x="2755904" y="1007003"/>
                  </a:lnTo>
                  <a:lnTo>
                    <a:pt x="2757157" y="1015699"/>
                  </a:lnTo>
                  <a:lnTo>
                    <a:pt x="2758410" y="1024373"/>
                  </a:lnTo>
                  <a:lnTo>
                    <a:pt x="2759664" y="1032972"/>
                  </a:lnTo>
                  <a:lnTo>
                    <a:pt x="2760917" y="1041499"/>
                  </a:lnTo>
                  <a:lnTo>
                    <a:pt x="2762170" y="1049974"/>
                  </a:lnTo>
                  <a:lnTo>
                    <a:pt x="2763423" y="1058438"/>
                  </a:lnTo>
                  <a:lnTo>
                    <a:pt x="2764676" y="1066907"/>
                  </a:lnTo>
                  <a:lnTo>
                    <a:pt x="2765930" y="1075353"/>
                  </a:lnTo>
                  <a:lnTo>
                    <a:pt x="2767183" y="1083729"/>
                  </a:lnTo>
                  <a:lnTo>
                    <a:pt x="2768436" y="1092041"/>
                  </a:lnTo>
                  <a:lnTo>
                    <a:pt x="2769689" y="1100301"/>
                  </a:lnTo>
                  <a:lnTo>
                    <a:pt x="2770942" y="1108552"/>
                  </a:lnTo>
                  <a:lnTo>
                    <a:pt x="2772196" y="1116762"/>
                  </a:lnTo>
                  <a:lnTo>
                    <a:pt x="2773449" y="1124903"/>
                  </a:lnTo>
                  <a:lnTo>
                    <a:pt x="2774702" y="1132966"/>
                  </a:lnTo>
                  <a:lnTo>
                    <a:pt x="2775955" y="1140948"/>
                  </a:lnTo>
                  <a:lnTo>
                    <a:pt x="2777209" y="1148826"/>
                  </a:lnTo>
                  <a:lnTo>
                    <a:pt x="2778462" y="1156607"/>
                  </a:lnTo>
                  <a:lnTo>
                    <a:pt x="2779715" y="1164286"/>
                  </a:lnTo>
                  <a:lnTo>
                    <a:pt x="2780968" y="1171852"/>
                  </a:lnTo>
                  <a:lnTo>
                    <a:pt x="2782221" y="1179273"/>
                  </a:lnTo>
                  <a:lnTo>
                    <a:pt x="2783475" y="1186574"/>
                  </a:lnTo>
                  <a:lnTo>
                    <a:pt x="2784728" y="1193753"/>
                  </a:lnTo>
                  <a:lnTo>
                    <a:pt x="2785981" y="1200767"/>
                  </a:lnTo>
                  <a:lnTo>
                    <a:pt x="2787234" y="1207542"/>
                  </a:lnTo>
                  <a:lnTo>
                    <a:pt x="2788488" y="1214042"/>
                  </a:lnTo>
                  <a:lnTo>
                    <a:pt x="2789741" y="1220226"/>
                  </a:lnTo>
                  <a:lnTo>
                    <a:pt x="2790994" y="1226128"/>
                  </a:lnTo>
                  <a:lnTo>
                    <a:pt x="2792247" y="1231766"/>
                  </a:lnTo>
                  <a:lnTo>
                    <a:pt x="2793500" y="1237159"/>
                  </a:lnTo>
                  <a:lnTo>
                    <a:pt x="2794754" y="1242344"/>
                  </a:lnTo>
                  <a:lnTo>
                    <a:pt x="2796007" y="1247359"/>
                  </a:lnTo>
                  <a:lnTo>
                    <a:pt x="2797260" y="1252192"/>
                  </a:lnTo>
                  <a:lnTo>
                    <a:pt x="2798513" y="1256814"/>
                  </a:lnTo>
                  <a:lnTo>
                    <a:pt x="2799766" y="1261191"/>
                  </a:lnTo>
                  <a:lnTo>
                    <a:pt x="2801020" y="1265303"/>
                  </a:lnTo>
                  <a:lnTo>
                    <a:pt x="2802273" y="1269134"/>
                  </a:lnTo>
                  <a:lnTo>
                    <a:pt x="2803526" y="1272635"/>
                  </a:lnTo>
                  <a:lnTo>
                    <a:pt x="2804779" y="1275831"/>
                  </a:lnTo>
                  <a:lnTo>
                    <a:pt x="2806033" y="1278754"/>
                  </a:lnTo>
                  <a:lnTo>
                    <a:pt x="2807286" y="1281409"/>
                  </a:lnTo>
                  <a:lnTo>
                    <a:pt x="2808539" y="1283771"/>
                  </a:lnTo>
                  <a:lnTo>
                    <a:pt x="2809792" y="1285810"/>
                  </a:lnTo>
                  <a:lnTo>
                    <a:pt x="2811045" y="1287518"/>
                  </a:lnTo>
                  <a:lnTo>
                    <a:pt x="2812299" y="1288822"/>
                  </a:lnTo>
                  <a:lnTo>
                    <a:pt x="2813552" y="1289671"/>
                  </a:lnTo>
                  <a:lnTo>
                    <a:pt x="2814805" y="1290035"/>
                  </a:lnTo>
                  <a:lnTo>
                    <a:pt x="2816058" y="1289926"/>
                  </a:lnTo>
                  <a:lnTo>
                    <a:pt x="2817312" y="1289347"/>
                  </a:lnTo>
                  <a:lnTo>
                    <a:pt x="2818565" y="1288324"/>
                  </a:lnTo>
                  <a:lnTo>
                    <a:pt x="2819818" y="1286877"/>
                  </a:lnTo>
                  <a:lnTo>
                    <a:pt x="2821071" y="1285020"/>
                  </a:lnTo>
                  <a:lnTo>
                    <a:pt x="2822324" y="1282794"/>
                  </a:lnTo>
                  <a:lnTo>
                    <a:pt x="2823578" y="1280201"/>
                  </a:lnTo>
                  <a:lnTo>
                    <a:pt x="2824831" y="1277216"/>
                  </a:lnTo>
                  <a:lnTo>
                    <a:pt x="2826084" y="1273817"/>
                  </a:lnTo>
                  <a:lnTo>
                    <a:pt x="2827337" y="1270022"/>
                  </a:lnTo>
                  <a:lnTo>
                    <a:pt x="2828590" y="1265849"/>
                  </a:lnTo>
                  <a:lnTo>
                    <a:pt x="2829844" y="1261336"/>
                  </a:lnTo>
                  <a:lnTo>
                    <a:pt x="2831097" y="1256552"/>
                  </a:lnTo>
                  <a:lnTo>
                    <a:pt x="2832350" y="1251502"/>
                  </a:lnTo>
                  <a:lnTo>
                    <a:pt x="2833603" y="1246186"/>
                  </a:lnTo>
                  <a:lnTo>
                    <a:pt x="2834857" y="1240596"/>
                  </a:lnTo>
                  <a:lnTo>
                    <a:pt x="2836110" y="1234766"/>
                  </a:lnTo>
                  <a:lnTo>
                    <a:pt x="2837363" y="1228701"/>
                  </a:lnTo>
                  <a:lnTo>
                    <a:pt x="2838616" y="1222416"/>
                  </a:lnTo>
                  <a:lnTo>
                    <a:pt x="2839869" y="1215938"/>
                  </a:lnTo>
                  <a:lnTo>
                    <a:pt x="2841123" y="1209278"/>
                  </a:lnTo>
                  <a:lnTo>
                    <a:pt x="2842376" y="1202443"/>
                  </a:lnTo>
                  <a:lnTo>
                    <a:pt x="2843629" y="1195455"/>
                  </a:lnTo>
                  <a:lnTo>
                    <a:pt x="2844882" y="1188352"/>
                  </a:lnTo>
                  <a:lnTo>
                    <a:pt x="2846135" y="1181124"/>
                  </a:lnTo>
                  <a:lnTo>
                    <a:pt x="2847389" y="1173786"/>
                  </a:lnTo>
                  <a:lnTo>
                    <a:pt x="2848642" y="1166359"/>
                  </a:lnTo>
                  <a:lnTo>
                    <a:pt x="2849895" y="1158896"/>
                  </a:lnTo>
                  <a:lnTo>
                    <a:pt x="2851148" y="1151435"/>
                  </a:lnTo>
                  <a:lnTo>
                    <a:pt x="2852402" y="1144029"/>
                  </a:lnTo>
                  <a:lnTo>
                    <a:pt x="2853655" y="1136670"/>
                  </a:lnTo>
                  <a:lnTo>
                    <a:pt x="2854908" y="1129325"/>
                  </a:lnTo>
                  <a:lnTo>
                    <a:pt x="2856161" y="1121959"/>
                  </a:lnTo>
                  <a:lnTo>
                    <a:pt x="2857414" y="1114537"/>
                  </a:lnTo>
                  <a:lnTo>
                    <a:pt x="2858668" y="1107021"/>
                  </a:lnTo>
                  <a:lnTo>
                    <a:pt x="2859921" y="1099422"/>
                  </a:lnTo>
                  <a:lnTo>
                    <a:pt x="2861174" y="1091800"/>
                  </a:lnTo>
                  <a:lnTo>
                    <a:pt x="2862427" y="1084215"/>
                  </a:lnTo>
                  <a:lnTo>
                    <a:pt x="2863681" y="1076680"/>
                  </a:lnTo>
                  <a:lnTo>
                    <a:pt x="2864934" y="1069199"/>
                  </a:lnTo>
                  <a:lnTo>
                    <a:pt x="2866187" y="1061786"/>
                  </a:lnTo>
                  <a:lnTo>
                    <a:pt x="2867440" y="1054435"/>
                  </a:lnTo>
                  <a:lnTo>
                    <a:pt x="2868693" y="1047095"/>
                  </a:lnTo>
                  <a:lnTo>
                    <a:pt x="2869947" y="1039752"/>
                  </a:lnTo>
                  <a:lnTo>
                    <a:pt x="2871200" y="1032438"/>
                  </a:lnTo>
                  <a:lnTo>
                    <a:pt x="2872453" y="1025213"/>
                  </a:lnTo>
                  <a:lnTo>
                    <a:pt x="2873706" y="1018113"/>
                  </a:lnTo>
                  <a:lnTo>
                    <a:pt x="2874959" y="1011184"/>
                  </a:lnTo>
                  <a:lnTo>
                    <a:pt x="2876213" y="1004509"/>
                  </a:lnTo>
                  <a:lnTo>
                    <a:pt x="2877466" y="998140"/>
                  </a:lnTo>
                  <a:lnTo>
                    <a:pt x="2878719" y="992067"/>
                  </a:lnTo>
                  <a:lnTo>
                    <a:pt x="2879972" y="986267"/>
                  </a:lnTo>
                  <a:lnTo>
                    <a:pt x="2881226" y="980719"/>
                  </a:lnTo>
                  <a:lnTo>
                    <a:pt x="2882479" y="975433"/>
                  </a:lnTo>
                  <a:lnTo>
                    <a:pt x="2883732" y="970429"/>
                  </a:lnTo>
                  <a:lnTo>
                    <a:pt x="2884985" y="965726"/>
                  </a:lnTo>
                  <a:lnTo>
                    <a:pt x="2886238" y="961344"/>
                  </a:lnTo>
                  <a:lnTo>
                    <a:pt x="2887492" y="957289"/>
                  </a:lnTo>
                  <a:lnTo>
                    <a:pt x="2888745" y="953498"/>
                  </a:lnTo>
                  <a:lnTo>
                    <a:pt x="2889998" y="949951"/>
                  </a:lnTo>
                  <a:lnTo>
                    <a:pt x="2891251" y="946618"/>
                  </a:lnTo>
                  <a:lnTo>
                    <a:pt x="2892505" y="943505"/>
                  </a:lnTo>
                  <a:lnTo>
                    <a:pt x="2893758" y="940574"/>
                  </a:lnTo>
                  <a:lnTo>
                    <a:pt x="2895011" y="937744"/>
                  </a:lnTo>
                  <a:lnTo>
                    <a:pt x="2896264" y="934942"/>
                  </a:lnTo>
                  <a:lnTo>
                    <a:pt x="2897517" y="932153"/>
                  </a:lnTo>
                  <a:lnTo>
                    <a:pt x="2898771" y="929343"/>
                  </a:lnTo>
                  <a:lnTo>
                    <a:pt x="2900024" y="926452"/>
                  </a:lnTo>
                  <a:lnTo>
                    <a:pt x="2901277" y="923463"/>
                  </a:lnTo>
                  <a:lnTo>
                    <a:pt x="2902530" y="920354"/>
                  </a:lnTo>
                  <a:lnTo>
                    <a:pt x="2903783" y="917119"/>
                  </a:lnTo>
                  <a:lnTo>
                    <a:pt x="2905037" y="913776"/>
                  </a:lnTo>
                  <a:lnTo>
                    <a:pt x="2906290" y="910338"/>
                  </a:lnTo>
                  <a:lnTo>
                    <a:pt x="2907543" y="906845"/>
                  </a:lnTo>
                  <a:lnTo>
                    <a:pt x="2908796" y="903275"/>
                  </a:lnTo>
                  <a:lnTo>
                    <a:pt x="2910050" y="899614"/>
                  </a:lnTo>
                  <a:lnTo>
                    <a:pt x="2911303" y="895846"/>
                  </a:lnTo>
                  <a:lnTo>
                    <a:pt x="2912556" y="891939"/>
                  </a:lnTo>
                  <a:lnTo>
                    <a:pt x="2913809" y="887887"/>
                  </a:lnTo>
                  <a:lnTo>
                    <a:pt x="2915062" y="883713"/>
                  </a:lnTo>
                  <a:lnTo>
                    <a:pt x="2916316" y="879447"/>
                  </a:lnTo>
                  <a:lnTo>
                    <a:pt x="2917569" y="875156"/>
                  </a:lnTo>
                  <a:lnTo>
                    <a:pt x="2918822" y="870929"/>
                  </a:lnTo>
                  <a:lnTo>
                    <a:pt x="2920075" y="866816"/>
                  </a:lnTo>
                  <a:lnTo>
                    <a:pt x="2921329" y="862848"/>
                  </a:lnTo>
                  <a:lnTo>
                    <a:pt x="2922582" y="858996"/>
                  </a:lnTo>
                  <a:lnTo>
                    <a:pt x="2923835" y="855212"/>
                  </a:lnTo>
                  <a:lnTo>
                    <a:pt x="2925088" y="851467"/>
                  </a:lnTo>
                  <a:lnTo>
                    <a:pt x="2926341" y="847780"/>
                  </a:lnTo>
                  <a:lnTo>
                    <a:pt x="2927595" y="844184"/>
                  </a:lnTo>
                  <a:lnTo>
                    <a:pt x="2928848" y="840698"/>
                  </a:lnTo>
                  <a:lnTo>
                    <a:pt x="2930101" y="837323"/>
                  </a:lnTo>
                  <a:lnTo>
                    <a:pt x="2931354" y="834102"/>
                  </a:lnTo>
                  <a:lnTo>
                    <a:pt x="2932607" y="831069"/>
                  </a:lnTo>
                  <a:lnTo>
                    <a:pt x="2933861" y="828214"/>
                  </a:lnTo>
                  <a:lnTo>
                    <a:pt x="2935114" y="825479"/>
                  </a:lnTo>
                  <a:lnTo>
                    <a:pt x="2936367" y="822798"/>
                  </a:lnTo>
                  <a:lnTo>
                    <a:pt x="2937620" y="820140"/>
                  </a:lnTo>
                  <a:lnTo>
                    <a:pt x="2938874" y="817447"/>
                  </a:lnTo>
                  <a:lnTo>
                    <a:pt x="2940127" y="814677"/>
                  </a:lnTo>
                  <a:lnTo>
                    <a:pt x="2941380" y="811845"/>
                  </a:lnTo>
                  <a:lnTo>
                    <a:pt x="2942633" y="808980"/>
                  </a:lnTo>
                  <a:lnTo>
                    <a:pt x="2943886" y="806072"/>
                  </a:lnTo>
                  <a:lnTo>
                    <a:pt x="2945140" y="803077"/>
                  </a:lnTo>
                  <a:lnTo>
                    <a:pt x="2946393" y="799912"/>
                  </a:lnTo>
                  <a:lnTo>
                    <a:pt x="2947646" y="796526"/>
                  </a:lnTo>
                  <a:lnTo>
                    <a:pt x="2948899" y="792865"/>
                  </a:lnTo>
                  <a:lnTo>
                    <a:pt x="2950153" y="788891"/>
                  </a:lnTo>
                  <a:lnTo>
                    <a:pt x="2951406" y="784686"/>
                  </a:lnTo>
                  <a:lnTo>
                    <a:pt x="2952659" y="780319"/>
                  </a:lnTo>
                  <a:lnTo>
                    <a:pt x="2953912" y="775813"/>
                  </a:lnTo>
                  <a:lnTo>
                    <a:pt x="2955165" y="771182"/>
                  </a:lnTo>
                  <a:lnTo>
                    <a:pt x="2956419" y="766414"/>
                  </a:lnTo>
                  <a:lnTo>
                    <a:pt x="2957672" y="761546"/>
                  </a:lnTo>
                  <a:lnTo>
                    <a:pt x="2958925" y="756621"/>
                  </a:lnTo>
                  <a:lnTo>
                    <a:pt x="2960178" y="751655"/>
                  </a:lnTo>
                  <a:lnTo>
                    <a:pt x="2961431" y="746626"/>
                  </a:lnTo>
                  <a:lnTo>
                    <a:pt x="2962685" y="741625"/>
                  </a:lnTo>
                  <a:lnTo>
                    <a:pt x="2963938" y="736690"/>
                  </a:lnTo>
                  <a:lnTo>
                    <a:pt x="2965191" y="731877"/>
                  </a:lnTo>
                  <a:lnTo>
                    <a:pt x="2966444" y="727178"/>
                  </a:lnTo>
                  <a:lnTo>
                    <a:pt x="2967698" y="722570"/>
                  </a:lnTo>
                  <a:lnTo>
                    <a:pt x="2968951" y="718050"/>
                  </a:lnTo>
                  <a:lnTo>
                    <a:pt x="2970204" y="713533"/>
                  </a:lnTo>
                  <a:lnTo>
                    <a:pt x="2971457" y="708974"/>
                  </a:lnTo>
                  <a:lnTo>
                    <a:pt x="2972710" y="704387"/>
                  </a:lnTo>
                  <a:lnTo>
                    <a:pt x="2973964" y="699798"/>
                  </a:lnTo>
                  <a:lnTo>
                    <a:pt x="2975217" y="695235"/>
                  </a:lnTo>
                  <a:lnTo>
                    <a:pt x="2976470" y="690745"/>
                  </a:lnTo>
                  <a:lnTo>
                    <a:pt x="2977723" y="686339"/>
                  </a:lnTo>
                  <a:lnTo>
                    <a:pt x="2978977" y="682006"/>
                  </a:lnTo>
                  <a:lnTo>
                    <a:pt x="2980230" y="677711"/>
                  </a:lnTo>
                  <a:lnTo>
                    <a:pt x="2981483" y="673366"/>
                  </a:lnTo>
                  <a:lnTo>
                    <a:pt x="2982736" y="668900"/>
                  </a:lnTo>
                  <a:lnTo>
                    <a:pt x="2983989" y="664256"/>
                  </a:lnTo>
                  <a:lnTo>
                    <a:pt x="2985243" y="659481"/>
                  </a:lnTo>
                  <a:lnTo>
                    <a:pt x="2986496" y="654656"/>
                  </a:lnTo>
                  <a:lnTo>
                    <a:pt x="2987749" y="649813"/>
                  </a:lnTo>
                  <a:lnTo>
                    <a:pt x="2989002" y="644951"/>
                  </a:lnTo>
                  <a:lnTo>
                    <a:pt x="2990255" y="640056"/>
                  </a:lnTo>
                  <a:lnTo>
                    <a:pt x="2991509" y="635127"/>
                  </a:lnTo>
                  <a:lnTo>
                    <a:pt x="2992762" y="630155"/>
                  </a:lnTo>
                  <a:lnTo>
                    <a:pt x="2994015" y="625113"/>
                  </a:lnTo>
                  <a:lnTo>
                    <a:pt x="2995268" y="619945"/>
                  </a:lnTo>
                  <a:lnTo>
                    <a:pt x="2996522" y="614628"/>
                  </a:lnTo>
                  <a:lnTo>
                    <a:pt x="2997775" y="609184"/>
                  </a:lnTo>
                  <a:lnTo>
                    <a:pt x="2999028" y="603665"/>
                  </a:lnTo>
                  <a:lnTo>
                    <a:pt x="3000281" y="598105"/>
                  </a:lnTo>
                  <a:lnTo>
                    <a:pt x="3001534" y="592536"/>
                  </a:lnTo>
                  <a:lnTo>
                    <a:pt x="3002788" y="586969"/>
                  </a:lnTo>
                  <a:lnTo>
                    <a:pt x="3004041" y="581402"/>
                  </a:lnTo>
                  <a:lnTo>
                    <a:pt x="3005294" y="575789"/>
                  </a:lnTo>
                  <a:lnTo>
                    <a:pt x="3006547" y="570119"/>
                  </a:lnTo>
                  <a:lnTo>
                    <a:pt x="3007800" y="564406"/>
                  </a:lnTo>
                  <a:lnTo>
                    <a:pt x="3009054" y="558693"/>
                  </a:lnTo>
                  <a:lnTo>
                    <a:pt x="3010307" y="552996"/>
                  </a:lnTo>
                  <a:lnTo>
                    <a:pt x="3011560" y="547349"/>
                  </a:lnTo>
                  <a:lnTo>
                    <a:pt x="3012813" y="541786"/>
                  </a:lnTo>
                  <a:lnTo>
                    <a:pt x="3014067" y="536314"/>
                  </a:lnTo>
                  <a:lnTo>
                    <a:pt x="3015320" y="530851"/>
                  </a:lnTo>
                  <a:lnTo>
                    <a:pt x="3016573" y="525388"/>
                  </a:lnTo>
                  <a:lnTo>
                    <a:pt x="3017826" y="519891"/>
                  </a:lnTo>
                  <a:lnTo>
                    <a:pt x="3019079" y="514345"/>
                  </a:lnTo>
                  <a:lnTo>
                    <a:pt x="3020333" y="508733"/>
                  </a:lnTo>
                  <a:lnTo>
                    <a:pt x="3021586" y="503041"/>
                  </a:lnTo>
                  <a:lnTo>
                    <a:pt x="3022839" y="497249"/>
                  </a:lnTo>
                  <a:lnTo>
                    <a:pt x="3024092" y="491397"/>
                  </a:lnTo>
                  <a:lnTo>
                    <a:pt x="3025346" y="485462"/>
                  </a:lnTo>
                  <a:lnTo>
                    <a:pt x="3026599" y="479404"/>
                  </a:lnTo>
                  <a:lnTo>
                    <a:pt x="3027852" y="473208"/>
                  </a:lnTo>
                  <a:lnTo>
                    <a:pt x="3029105" y="466868"/>
                  </a:lnTo>
                  <a:lnTo>
                    <a:pt x="3030358" y="460413"/>
                  </a:lnTo>
                  <a:lnTo>
                    <a:pt x="3031612" y="453830"/>
                  </a:lnTo>
                  <a:lnTo>
                    <a:pt x="3032865" y="447131"/>
                  </a:lnTo>
                  <a:lnTo>
                    <a:pt x="3034118" y="440391"/>
                  </a:lnTo>
                  <a:lnTo>
                    <a:pt x="3035371" y="433609"/>
                  </a:lnTo>
                  <a:lnTo>
                    <a:pt x="3036624" y="426800"/>
                  </a:lnTo>
                  <a:lnTo>
                    <a:pt x="3037878" y="419970"/>
                  </a:lnTo>
                  <a:lnTo>
                    <a:pt x="3039131" y="413095"/>
                  </a:lnTo>
                  <a:lnTo>
                    <a:pt x="3040384" y="406152"/>
                  </a:lnTo>
                  <a:lnTo>
                    <a:pt x="3041637" y="399168"/>
                  </a:lnTo>
                  <a:lnTo>
                    <a:pt x="3042891" y="392153"/>
                  </a:lnTo>
                  <a:lnTo>
                    <a:pt x="3044144" y="385134"/>
                  </a:lnTo>
                  <a:lnTo>
                    <a:pt x="3045397" y="378172"/>
                  </a:lnTo>
                  <a:lnTo>
                    <a:pt x="3046650" y="371329"/>
                  </a:lnTo>
                  <a:lnTo>
                    <a:pt x="3047903" y="364630"/>
                  </a:lnTo>
                  <a:lnTo>
                    <a:pt x="3049157" y="358006"/>
                  </a:lnTo>
                  <a:lnTo>
                    <a:pt x="3050410" y="351461"/>
                  </a:lnTo>
                  <a:lnTo>
                    <a:pt x="3051663" y="344965"/>
                  </a:lnTo>
                  <a:lnTo>
                    <a:pt x="3052916" y="338495"/>
                  </a:lnTo>
                  <a:lnTo>
                    <a:pt x="3054170" y="332050"/>
                  </a:lnTo>
                  <a:lnTo>
                    <a:pt x="3055423" y="325623"/>
                  </a:lnTo>
                  <a:lnTo>
                    <a:pt x="3056676" y="319215"/>
                  </a:lnTo>
                  <a:lnTo>
                    <a:pt x="3057929" y="312881"/>
                  </a:lnTo>
                  <a:lnTo>
                    <a:pt x="3059182" y="306687"/>
                  </a:lnTo>
                  <a:lnTo>
                    <a:pt x="3060436" y="300654"/>
                  </a:lnTo>
                  <a:lnTo>
                    <a:pt x="3061689" y="294760"/>
                  </a:lnTo>
                  <a:lnTo>
                    <a:pt x="3062942" y="288975"/>
                  </a:lnTo>
                  <a:lnTo>
                    <a:pt x="3064195" y="283273"/>
                  </a:lnTo>
                  <a:lnTo>
                    <a:pt x="3065448" y="277641"/>
                  </a:lnTo>
                  <a:lnTo>
                    <a:pt x="3066702" y="272064"/>
                  </a:lnTo>
                  <a:lnTo>
                    <a:pt x="3067955" y="266555"/>
                  </a:lnTo>
                  <a:lnTo>
                    <a:pt x="3069208" y="261129"/>
                  </a:lnTo>
                  <a:lnTo>
                    <a:pt x="3070461" y="255817"/>
                  </a:lnTo>
                  <a:lnTo>
                    <a:pt x="3071715" y="250656"/>
                  </a:lnTo>
                  <a:lnTo>
                    <a:pt x="3072968" y="245651"/>
                  </a:lnTo>
                  <a:lnTo>
                    <a:pt x="3074221" y="240815"/>
                  </a:lnTo>
                  <a:lnTo>
                    <a:pt x="3075474" y="236138"/>
                  </a:lnTo>
                  <a:lnTo>
                    <a:pt x="3076727" y="231592"/>
                  </a:lnTo>
                  <a:lnTo>
                    <a:pt x="3077981" y="227170"/>
                  </a:lnTo>
                  <a:lnTo>
                    <a:pt x="3079234" y="222864"/>
                  </a:lnTo>
                  <a:lnTo>
                    <a:pt x="3080487" y="218684"/>
                  </a:lnTo>
                  <a:lnTo>
                    <a:pt x="3081740" y="214675"/>
                  </a:lnTo>
                  <a:lnTo>
                    <a:pt x="3082994" y="210859"/>
                  </a:lnTo>
                  <a:lnTo>
                    <a:pt x="3084247" y="207242"/>
                  </a:lnTo>
                  <a:lnTo>
                    <a:pt x="3085500" y="203850"/>
                  </a:lnTo>
                  <a:lnTo>
                    <a:pt x="3086753" y="200671"/>
                  </a:lnTo>
                  <a:lnTo>
                    <a:pt x="3088006" y="197682"/>
                  </a:lnTo>
                  <a:lnTo>
                    <a:pt x="3089260" y="194895"/>
                  </a:lnTo>
                  <a:lnTo>
                    <a:pt x="3090513" y="192290"/>
                  </a:lnTo>
                  <a:lnTo>
                    <a:pt x="3091766" y="189884"/>
                  </a:lnTo>
                  <a:lnTo>
                    <a:pt x="3093019" y="187650"/>
                  </a:lnTo>
                  <a:lnTo>
                    <a:pt x="3094272" y="185595"/>
                  </a:lnTo>
                  <a:lnTo>
                    <a:pt x="3095526" y="183732"/>
                  </a:lnTo>
                  <a:lnTo>
                    <a:pt x="3096779" y="182053"/>
                  </a:lnTo>
                  <a:lnTo>
                    <a:pt x="3098032" y="180564"/>
                  </a:lnTo>
                  <a:lnTo>
                    <a:pt x="3099285" y="179270"/>
                  </a:lnTo>
                  <a:lnTo>
                    <a:pt x="3100539" y="178143"/>
                  </a:lnTo>
                  <a:lnTo>
                    <a:pt x="3101792" y="177163"/>
                  </a:lnTo>
                  <a:lnTo>
                    <a:pt x="3103045" y="176329"/>
                  </a:lnTo>
                  <a:lnTo>
                    <a:pt x="3104298" y="175628"/>
                  </a:lnTo>
                  <a:lnTo>
                    <a:pt x="3105551" y="175058"/>
                  </a:lnTo>
                  <a:lnTo>
                    <a:pt x="3106805" y="174625"/>
                  </a:lnTo>
                  <a:lnTo>
                    <a:pt x="3108058" y="174318"/>
                  </a:lnTo>
                  <a:lnTo>
                    <a:pt x="3109311" y="174097"/>
                  </a:lnTo>
                  <a:lnTo>
                    <a:pt x="3110564" y="173917"/>
                  </a:lnTo>
                  <a:lnTo>
                    <a:pt x="3111818" y="173814"/>
                  </a:lnTo>
                  <a:lnTo>
                    <a:pt x="3113071" y="173788"/>
                  </a:lnTo>
                  <a:lnTo>
                    <a:pt x="3114324" y="173844"/>
                  </a:lnTo>
                  <a:lnTo>
                    <a:pt x="3115577" y="174030"/>
                  </a:lnTo>
                  <a:lnTo>
                    <a:pt x="3116830" y="174360"/>
                  </a:lnTo>
                  <a:lnTo>
                    <a:pt x="3118084" y="174807"/>
                  </a:lnTo>
                  <a:lnTo>
                    <a:pt x="3119337" y="175363"/>
                  </a:lnTo>
                  <a:lnTo>
                    <a:pt x="3120590" y="176011"/>
                  </a:lnTo>
                  <a:lnTo>
                    <a:pt x="3121843" y="176706"/>
                  </a:lnTo>
                  <a:lnTo>
                    <a:pt x="3123096" y="177404"/>
                  </a:lnTo>
                  <a:lnTo>
                    <a:pt x="3124350" y="178089"/>
                  </a:lnTo>
                  <a:lnTo>
                    <a:pt x="3125603" y="178775"/>
                  </a:lnTo>
                  <a:lnTo>
                    <a:pt x="3126856" y="179489"/>
                  </a:lnTo>
                  <a:lnTo>
                    <a:pt x="3128109" y="180281"/>
                  </a:lnTo>
                  <a:lnTo>
                    <a:pt x="3129363" y="181178"/>
                  </a:lnTo>
                  <a:lnTo>
                    <a:pt x="3130616" y="182193"/>
                  </a:lnTo>
                  <a:lnTo>
                    <a:pt x="3131869" y="183318"/>
                  </a:lnTo>
                  <a:lnTo>
                    <a:pt x="3133122" y="184517"/>
                  </a:lnTo>
                  <a:lnTo>
                    <a:pt x="3134375" y="185741"/>
                  </a:lnTo>
                  <a:lnTo>
                    <a:pt x="3135629" y="186974"/>
                  </a:lnTo>
                  <a:lnTo>
                    <a:pt x="3136882" y="188223"/>
                  </a:lnTo>
                  <a:lnTo>
                    <a:pt x="3138135" y="189510"/>
                  </a:lnTo>
                  <a:lnTo>
                    <a:pt x="3139388" y="190837"/>
                  </a:lnTo>
                  <a:lnTo>
                    <a:pt x="3140642" y="192219"/>
                  </a:lnTo>
                  <a:lnTo>
                    <a:pt x="3141895" y="193687"/>
                  </a:lnTo>
                  <a:lnTo>
                    <a:pt x="3143148" y="195261"/>
                  </a:lnTo>
                  <a:lnTo>
                    <a:pt x="3144401" y="196931"/>
                  </a:lnTo>
                  <a:lnTo>
                    <a:pt x="3145654" y="198669"/>
                  </a:lnTo>
                  <a:lnTo>
                    <a:pt x="3146908" y="200449"/>
                  </a:lnTo>
                  <a:lnTo>
                    <a:pt x="3148161" y="202264"/>
                  </a:lnTo>
                  <a:lnTo>
                    <a:pt x="3149414" y="204104"/>
                  </a:lnTo>
                  <a:lnTo>
                    <a:pt x="3150667" y="206001"/>
                  </a:lnTo>
                  <a:lnTo>
                    <a:pt x="3151920" y="207959"/>
                  </a:lnTo>
                  <a:lnTo>
                    <a:pt x="3153174" y="209986"/>
                  </a:lnTo>
                  <a:lnTo>
                    <a:pt x="3154427" y="212084"/>
                  </a:lnTo>
                  <a:lnTo>
                    <a:pt x="3155680" y="214233"/>
                  </a:lnTo>
                  <a:lnTo>
                    <a:pt x="3156933" y="216426"/>
                  </a:lnTo>
                  <a:lnTo>
                    <a:pt x="3158187" y="218678"/>
                  </a:lnTo>
                  <a:lnTo>
                    <a:pt x="3159440" y="221016"/>
                  </a:lnTo>
                  <a:lnTo>
                    <a:pt x="3160693" y="223436"/>
                  </a:lnTo>
                  <a:lnTo>
                    <a:pt x="3161946" y="225929"/>
                  </a:lnTo>
                  <a:lnTo>
                    <a:pt x="3163199" y="228496"/>
                  </a:lnTo>
                  <a:lnTo>
                    <a:pt x="3164453" y="231155"/>
                  </a:lnTo>
                  <a:lnTo>
                    <a:pt x="3165706" y="233925"/>
                  </a:lnTo>
                  <a:lnTo>
                    <a:pt x="3166959" y="236793"/>
                  </a:lnTo>
                  <a:lnTo>
                    <a:pt x="3168212" y="239778"/>
                  </a:lnTo>
                  <a:lnTo>
                    <a:pt x="3169465" y="242852"/>
                  </a:lnTo>
                  <a:lnTo>
                    <a:pt x="3170719" y="246017"/>
                  </a:lnTo>
                  <a:lnTo>
                    <a:pt x="3171972" y="249304"/>
                  </a:lnTo>
                  <a:lnTo>
                    <a:pt x="3173225" y="252747"/>
                  </a:lnTo>
                  <a:lnTo>
                    <a:pt x="3174478" y="256373"/>
                  </a:lnTo>
                  <a:lnTo>
                    <a:pt x="3175732" y="260151"/>
                  </a:lnTo>
                  <a:lnTo>
                    <a:pt x="3176985" y="264072"/>
                  </a:lnTo>
                  <a:lnTo>
                    <a:pt x="3178238" y="268055"/>
                  </a:lnTo>
                  <a:lnTo>
                    <a:pt x="3179491" y="272048"/>
                  </a:lnTo>
                  <a:lnTo>
                    <a:pt x="3180744" y="276072"/>
                  </a:lnTo>
                  <a:lnTo>
                    <a:pt x="3181998" y="280165"/>
                  </a:lnTo>
                  <a:lnTo>
                    <a:pt x="3183251" y="284350"/>
                  </a:lnTo>
                  <a:lnTo>
                    <a:pt x="3184504" y="288659"/>
                  </a:lnTo>
                  <a:lnTo>
                    <a:pt x="3185757" y="293144"/>
                  </a:lnTo>
                  <a:lnTo>
                    <a:pt x="3187011" y="297830"/>
                  </a:lnTo>
                  <a:lnTo>
                    <a:pt x="3188264" y="302720"/>
                  </a:lnTo>
                  <a:lnTo>
                    <a:pt x="3189517" y="307790"/>
                  </a:lnTo>
                  <a:lnTo>
                    <a:pt x="3190770" y="312959"/>
                  </a:lnTo>
                  <a:lnTo>
                    <a:pt x="3192023" y="318168"/>
                  </a:lnTo>
                  <a:lnTo>
                    <a:pt x="3193277" y="323365"/>
                  </a:lnTo>
                  <a:lnTo>
                    <a:pt x="3194530" y="328549"/>
                  </a:lnTo>
                  <a:lnTo>
                    <a:pt x="3195783" y="333721"/>
                  </a:lnTo>
                  <a:lnTo>
                    <a:pt x="3197036" y="338912"/>
                  </a:lnTo>
                  <a:lnTo>
                    <a:pt x="3198289" y="344121"/>
                  </a:lnTo>
                  <a:lnTo>
                    <a:pt x="3199543" y="349323"/>
                  </a:lnTo>
                  <a:lnTo>
                    <a:pt x="3200796" y="354502"/>
                  </a:lnTo>
                  <a:lnTo>
                    <a:pt x="3202049" y="359663"/>
                  </a:lnTo>
                  <a:lnTo>
                    <a:pt x="3203302" y="364819"/>
                  </a:lnTo>
                  <a:lnTo>
                    <a:pt x="3204556" y="369943"/>
                  </a:lnTo>
                  <a:lnTo>
                    <a:pt x="3205809" y="374986"/>
                  </a:lnTo>
                  <a:lnTo>
                    <a:pt x="3207062" y="379931"/>
                  </a:lnTo>
                  <a:lnTo>
                    <a:pt x="3208315" y="384800"/>
                  </a:lnTo>
                  <a:lnTo>
                    <a:pt x="3209568" y="389641"/>
                  </a:lnTo>
                  <a:lnTo>
                    <a:pt x="3210822" y="394481"/>
                  </a:lnTo>
                  <a:lnTo>
                    <a:pt x="3212075" y="399352"/>
                  </a:lnTo>
                  <a:lnTo>
                    <a:pt x="3213328" y="404260"/>
                  </a:lnTo>
                  <a:lnTo>
                    <a:pt x="3214581" y="409192"/>
                  </a:lnTo>
                  <a:lnTo>
                    <a:pt x="3215835" y="414159"/>
                  </a:lnTo>
                  <a:lnTo>
                    <a:pt x="3217088" y="419167"/>
                  </a:lnTo>
                  <a:lnTo>
                    <a:pt x="3218341" y="424208"/>
                  </a:lnTo>
                  <a:lnTo>
                    <a:pt x="3219594" y="429284"/>
                  </a:lnTo>
                  <a:lnTo>
                    <a:pt x="3220847" y="434364"/>
                  </a:lnTo>
                  <a:lnTo>
                    <a:pt x="3222101" y="439407"/>
                  </a:lnTo>
                  <a:lnTo>
                    <a:pt x="3223354" y="444402"/>
                  </a:lnTo>
                  <a:lnTo>
                    <a:pt x="3224607" y="449367"/>
                  </a:lnTo>
                  <a:lnTo>
                    <a:pt x="3225860" y="454307"/>
                  </a:lnTo>
                  <a:lnTo>
                    <a:pt x="3227113" y="459215"/>
                  </a:lnTo>
                  <a:lnTo>
                    <a:pt x="3228367" y="464048"/>
                  </a:lnTo>
                  <a:lnTo>
                    <a:pt x="3229620" y="468794"/>
                  </a:lnTo>
                  <a:lnTo>
                    <a:pt x="3230873" y="473417"/>
                  </a:lnTo>
                  <a:lnTo>
                    <a:pt x="3232126" y="477894"/>
                  </a:lnTo>
                  <a:lnTo>
                    <a:pt x="3233380" y="482213"/>
                  </a:lnTo>
                  <a:lnTo>
                    <a:pt x="3234633" y="486348"/>
                  </a:lnTo>
                  <a:lnTo>
                    <a:pt x="3235886" y="490290"/>
                  </a:lnTo>
                  <a:lnTo>
                    <a:pt x="3237139" y="494016"/>
                  </a:lnTo>
                  <a:lnTo>
                    <a:pt x="3238392" y="497543"/>
                  </a:lnTo>
                  <a:lnTo>
                    <a:pt x="3239646" y="500886"/>
                  </a:lnTo>
                  <a:lnTo>
                    <a:pt x="3240899" y="504098"/>
                  </a:lnTo>
                  <a:lnTo>
                    <a:pt x="3242152" y="507209"/>
                  </a:lnTo>
                  <a:lnTo>
                    <a:pt x="3243405" y="510207"/>
                  </a:lnTo>
                  <a:lnTo>
                    <a:pt x="3244659" y="513047"/>
                  </a:lnTo>
                  <a:lnTo>
                    <a:pt x="3245912" y="515688"/>
                  </a:lnTo>
                  <a:lnTo>
                    <a:pt x="3247165" y="518109"/>
                  </a:lnTo>
                  <a:lnTo>
                    <a:pt x="3248418" y="520267"/>
                  </a:lnTo>
                  <a:lnTo>
                    <a:pt x="3249671" y="522139"/>
                  </a:lnTo>
                  <a:lnTo>
                    <a:pt x="3250925" y="523734"/>
                  </a:lnTo>
                  <a:lnTo>
                    <a:pt x="3252178" y="525098"/>
                  </a:lnTo>
                  <a:lnTo>
                    <a:pt x="3253431" y="526288"/>
                  </a:lnTo>
                  <a:lnTo>
                    <a:pt x="3254684" y="527344"/>
                  </a:lnTo>
                  <a:lnTo>
                    <a:pt x="3255937" y="528300"/>
                  </a:lnTo>
                  <a:lnTo>
                    <a:pt x="3257191" y="529182"/>
                  </a:lnTo>
                  <a:lnTo>
                    <a:pt x="3258444" y="530010"/>
                  </a:lnTo>
                  <a:lnTo>
                    <a:pt x="3259697" y="530798"/>
                  </a:lnTo>
                  <a:lnTo>
                    <a:pt x="3260950" y="531582"/>
                  </a:lnTo>
                  <a:lnTo>
                    <a:pt x="3262204" y="532406"/>
                  </a:lnTo>
                  <a:lnTo>
                    <a:pt x="3263457" y="533294"/>
                  </a:lnTo>
                  <a:lnTo>
                    <a:pt x="3264710" y="534244"/>
                  </a:lnTo>
                  <a:lnTo>
                    <a:pt x="3265963" y="535256"/>
                  </a:lnTo>
                  <a:lnTo>
                    <a:pt x="3267216" y="536320"/>
                  </a:lnTo>
                  <a:lnTo>
                    <a:pt x="3268470" y="537478"/>
                  </a:lnTo>
                  <a:lnTo>
                    <a:pt x="3269723" y="538745"/>
                  </a:lnTo>
                  <a:lnTo>
                    <a:pt x="3270976" y="540116"/>
                  </a:lnTo>
                  <a:lnTo>
                    <a:pt x="3272229" y="541563"/>
                  </a:lnTo>
                  <a:lnTo>
                    <a:pt x="3273483" y="543071"/>
                  </a:lnTo>
                  <a:lnTo>
                    <a:pt x="3274736" y="544628"/>
                  </a:lnTo>
                  <a:lnTo>
                    <a:pt x="3275989" y="546179"/>
                  </a:lnTo>
                  <a:lnTo>
                    <a:pt x="3277242" y="547723"/>
                  </a:lnTo>
                  <a:lnTo>
                    <a:pt x="3278495" y="549251"/>
                  </a:lnTo>
                  <a:lnTo>
                    <a:pt x="3279749" y="550711"/>
                  </a:lnTo>
                  <a:lnTo>
                    <a:pt x="3281002" y="552094"/>
                  </a:lnTo>
                  <a:lnTo>
                    <a:pt x="3282255" y="553404"/>
                  </a:lnTo>
                  <a:lnTo>
                    <a:pt x="3283508" y="554665"/>
                  </a:lnTo>
                  <a:lnTo>
                    <a:pt x="3284761" y="555904"/>
                  </a:lnTo>
                  <a:lnTo>
                    <a:pt x="3286015" y="557134"/>
                  </a:lnTo>
                  <a:lnTo>
                    <a:pt x="3287268" y="558315"/>
                  </a:lnTo>
                  <a:lnTo>
                    <a:pt x="3288521" y="559418"/>
                  </a:lnTo>
                  <a:lnTo>
                    <a:pt x="3289774" y="560404"/>
                  </a:lnTo>
                  <a:lnTo>
                    <a:pt x="3291028" y="561261"/>
                  </a:lnTo>
                  <a:lnTo>
                    <a:pt x="3292281" y="561987"/>
                  </a:lnTo>
                  <a:lnTo>
                    <a:pt x="3293534" y="562564"/>
                  </a:lnTo>
                  <a:lnTo>
                    <a:pt x="3294787" y="563048"/>
                  </a:lnTo>
                  <a:lnTo>
                    <a:pt x="3296040" y="563455"/>
                  </a:lnTo>
                  <a:lnTo>
                    <a:pt x="3297294" y="563780"/>
                  </a:lnTo>
                  <a:lnTo>
                    <a:pt x="3298547" y="564012"/>
                  </a:lnTo>
                  <a:lnTo>
                    <a:pt x="3299800" y="564126"/>
                  </a:lnTo>
                  <a:lnTo>
                    <a:pt x="3301053" y="564090"/>
                  </a:lnTo>
                  <a:lnTo>
                    <a:pt x="3302307" y="563809"/>
                  </a:lnTo>
                  <a:lnTo>
                    <a:pt x="3303560" y="563255"/>
                  </a:lnTo>
                  <a:lnTo>
                    <a:pt x="3304813" y="562401"/>
                  </a:lnTo>
                  <a:lnTo>
                    <a:pt x="3306066" y="561304"/>
                  </a:lnTo>
                  <a:lnTo>
                    <a:pt x="3307319" y="560033"/>
                  </a:lnTo>
                  <a:lnTo>
                    <a:pt x="3308573" y="558642"/>
                  </a:lnTo>
                  <a:lnTo>
                    <a:pt x="3309826" y="557160"/>
                  </a:lnTo>
                  <a:lnTo>
                    <a:pt x="3311079" y="555627"/>
                  </a:lnTo>
                  <a:lnTo>
                    <a:pt x="3312332" y="554075"/>
                  </a:lnTo>
                  <a:lnTo>
                    <a:pt x="3313585" y="552463"/>
                  </a:lnTo>
                  <a:lnTo>
                    <a:pt x="3314839" y="550741"/>
                  </a:lnTo>
                  <a:lnTo>
                    <a:pt x="3316092" y="548855"/>
                  </a:lnTo>
                  <a:lnTo>
                    <a:pt x="3317345" y="546793"/>
                  </a:lnTo>
                  <a:lnTo>
                    <a:pt x="3318598" y="544606"/>
                  </a:lnTo>
                  <a:lnTo>
                    <a:pt x="3319852" y="542301"/>
                  </a:lnTo>
                  <a:lnTo>
                    <a:pt x="3321105" y="539924"/>
                  </a:lnTo>
                  <a:lnTo>
                    <a:pt x="3322358" y="537474"/>
                  </a:lnTo>
                  <a:lnTo>
                    <a:pt x="3323611" y="534939"/>
                  </a:lnTo>
                  <a:lnTo>
                    <a:pt x="3324864" y="532271"/>
                  </a:lnTo>
                  <a:lnTo>
                    <a:pt x="3326118" y="529415"/>
                  </a:lnTo>
                  <a:lnTo>
                    <a:pt x="3327371" y="526363"/>
                  </a:lnTo>
                  <a:lnTo>
                    <a:pt x="3328624" y="523093"/>
                  </a:lnTo>
                  <a:lnTo>
                    <a:pt x="3329877" y="519597"/>
                  </a:lnTo>
                  <a:lnTo>
                    <a:pt x="3331130" y="515882"/>
                  </a:lnTo>
                  <a:lnTo>
                    <a:pt x="3332384" y="511960"/>
                  </a:lnTo>
                  <a:lnTo>
                    <a:pt x="3333637" y="507861"/>
                  </a:lnTo>
                  <a:lnTo>
                    <a:pt x="3334890" y="503611"/>
                  </a:lnTo>
                  <a:lnTo>
                    <a:pt x="3336143" y="499203"/>
                  </a:lnTo>
                  <a:lnTo>
                    <a:pt x="3337397" y="494601"/>
                  </a:lnTo>
                  <a:lnTo>
                    <a:pt x="3338650" y="489813"/>
                  </a:lnTo>
                  <a:lnTo>
                    <a:pt x="3339903" y="484863"/>
                  </a:lnTo>
                  <a:lnTo>
                    <a:pt x="3341156" y="479732"/>
                  </a:lnTo>
                  <a:lnTo>
                    <a:pt x="3342409" y="474463"/>
                  </a:lnTo>
                  <a:lnTo>
                    <a:pt x="3343663" y="469119"/>
                  </a:lnTo>
                  <a:lnTo>
                    <a:pt x="3344916" y="463718"/>
                  </a:lnTo>
                  <a:lnTo>
                    <a:pt x="3346169" y="458263"/>
                  </a:lnTo>
                  <a:lnTo>
                    <a:pt x="3347422" y="452744"/>
                  </a:lnTo>
                  <a:lnTo>
                    <a:pt x="3348676" y="447144"/>
                  </a:lnTo>
                  <a:lnTo>
                    <a:pt x="3349929" y="441462"/>
                  </a:lnTo>
                  <a:lnTo>
                    <a:pt x="3351182" y="435711"/>
                  </a:lnTo>
                  <a:lnTo>
                    <a:pt x="3352435" y="429920"/>
                  </a:lnTo>
                  <a:lnTo>
                    <a:pt x="3353688" y="424126"/>
                  </a:lnTo>
                  <a:lnTo>
                    <a:pt x="3354942" y="418364"/>
                  </a:lnTo>
                  <a:lnTo>
                    <a:pt x="3356195" y="412677"/>
                  </a:lnTo>
                  <a:lnTo>
                    <a:pt x="3357448" y="407069"/>
                  </a:lnTo>
                  <a:lnTo>
                    <a:pt x="3358701" y="401504"/>
                  </a:lnTo>
                  <a:lnTo>
                    <a:pt x="3359954" y="395982"/>
                  </a:lnTo>
                  <a:lnTo>
                    <a:pt x="3361208" y="390517"/>
                  </a:lnTo>
                  <a:lnTo>
                    <a:pt x="3362461" y="385115"/>
                  </a:lnTo>
                  <a:lnTo>
                    <a:pt x="3363714" y="379782"/>
                  </a:lnTo>
                  <a:lnTo>
                    <a:pt x="3364967" y="374615"/>
                  </a:lnTo>
                  <a:lnTo>
                    <a:pt x="3366221" y="369681"/>
                  </a:lnTo>
                  <a:lnTo>
                    <a:pt x="3367474" y="365023"/>
                  </a:lnTo>
                  <a:lnTo>
                    <a:pt x="3368727" y="360648"/>
                  </a:lnTo>
                  <a:lnTo>
                    <a:pt x="3369980" y="356520"/>
                  </a:lnTo>
                  <a:lnTo>
                    <a:pt x="3371233" y="352595"/>
                  </a:lnTo>
                  <a:lnTo>
                    <a:pt x="3372487" y="348846"/>
                  </a:lnTo>
                  <a:lnTo>
                    <a:pt x="3373740" y="345222"/>
                  </a:lnTo>
                  <a:lnTo>
                    <a:pt x="3374993" y="341686"/>
                  </a:lnTo>
                  <a:lnTo>
                    <a:pt x="3376246" y="338256"/>
                  </a:lnTo>
                  <a:lnTo>
                    <a:pt x="3377500" y="334984"/>
                  </a:lnTo>
                  <a:lnTo>
                    <a:pt x="3378753" y="331932"/>
                  </a:lnTo>
                  <a:lnTo>
                    <a:pt x="3380006" y="329117"/>
                  </a:lnTo>
                  <a:lnTo>
                    <a:pt x="3381259" y="326511"/>
                  </a:lnTo>
                  <a:lnTo>
                    <a:pt x="3382512" y="324081"/>
                  </a:lnTo>
                  <a:lnTo>
                    <a:pt x="3383766" y="321780"/>
                  </a:lnTo>
                  <a:lnTo>
                    <a:pt x="3385019" y="319544"/>
                  </a:lnTo>
                  <a:lnTo>
                    <a:pt x="3386272" y="317344"/>
                  </a:lnTo>
                  <a:lnTo>
                    <a:pt x="3387525" y="315167"/>
                  </a:lnTo>
                  <a:lnTo>
                    <a:pt x="3388778" y="313037"/>
                  </a:lnTo>
                  <a:lnTo>
                    <a:pt x="3390032" y="310986"/>
                  </a:lnTo>
                  <a:lnTo>
                    <a:pt x="3391285" y="309031"/>
                  </a:lnTo>
                  <a:lnTo>
                    <a:pt x="3392538" y="307233"/>
                  </a:lnTo>
                  <a:lnTo>
                    <a:pt x="3393791" y="305602"/>
                  </a:lnTo>
                  <a:lnTo>
                    <a:pt x="3395045" y="304110"/>
                  </a:lnTo>
                  <a:lnTo>
                    <a:pt x="3396298" y="302727"/>
                  </a:lnTo>
                  <a:lnTo>
                    <a:pt x="3397551" y="301412"/>
                  </a:lnTo>
                  <a:lnTo>
                    <a:pt x="3398804" y="300142"/>
                  </a:lnTo>
                  <a:lnTo>
                    <a:pt x="3400057" y="298942"/>
                  </a:lnTo>
                  <a:lnTo>
                    <a:pt x="3401311" y="297838"/>
                  </a:lnTo>
                  <a:lnTo>
                    <a:pt x="3402564" y="296820"/>
                  </a:lnTo>
                  <a:lnTo>
                    <a:pt x="3403817" y="295909"/>
                  </a:lnTo>
                  <a:lnTo>
                    <a:pt x="3405070" y="295124"/>
                  </a:lnTo>
                  <a:lnTo>
                    <a:pt x="3406324" y="294446"/>
                  </a:lnTo>
                  <a:lnTo>
                    <a:pt x="3407577" y="293859"/>
                  </a:lnTo>
                  <a:lnTo>
                    <a:pt x="3408830" y="293358"/>
                  </a:lnTo>
                  <a:lnTo>
                    <a:pt x="3410083" y="292940"/>
                  </a:lnTo>
                  <a:lnTo>
                    <a:pt x="3411336" y="292609"/>
                  </a:lnTo>
                  <a:lnTo>
                    <a:pt x="3412590" y="292378"/>
                  </a:lnTo>
                  <a:lnTo>
                    <a:pt x="3413843" y="292265"/>
                  </a:lnTo>
                  <a:lnTo>
                    <a:pt x="3415096" y="292279"/>
                  </a:lnTo>
                  <a:lnTo>
                    <a:pt x="3416349" y="292416"/>
                  </a:lnTo>
                  <a:lnTo>
                    <a:pt x="3417602" y="292664"/>
                  </a:lnTo>
                  <a:lnTo>
                    <a:pt x="3418856" y="293001"/>
                  </a:lnTo>
                  <a:lnTo>
                    <a:pt x="3420109" y="293418"/>
                  </a:lnTo>
                  <a:lnTo>
                    <a:pt x="3421362" y="293924"/>
                  </a:lnTo>
                  <a:lnTo>
                    <a:pt x="3422615" y="294528"/>
                  </a:lnTo>
                  <a:lnTo>
                    <a:pt x="3423869" y="295210"/>
                  </a:lnTo>
                  <a:lnTo>
                    <a:pt x="3425122" y="295959"/>
                  </a:lnTo>
                  <a:lnTo>
                    <a:pt x="3426375" y="296794"/>
                  </a:lnTo>
                  <a:lnTo>
                    <a:pt x="3427628" y="297695"/>
                  </a:lnTo>
                  <a:lnTo>
                    <a:pt x="3428881" y="298591"/>
                  </a:lnTo>
                  <a:lnTo>
                    <a:pt x="3430135" y="299469"/>
                  </a:lnTo>
                  <a:lnTo>
                    <a:pt x="3431388" y="300282"/>
                  </a:lnTo>
                  <a:lnTo>
                    <a:pt x="3432641" y="301007"/>
                  </a:lnTo>
                  <a:lnTo>
                    <a:pt x="3433894" y="301628"/>
                  </a:lnTo>
                  <a:lnTo>
                    <a:pt x="3435148" y="302150"/>
                  </a:lnTo>
                  <a:lnTo>
                    <a:pt x="3436401" y="302585"/>
                  </a:lnTo>
                  <a:lnTo>
                    <a:pt x="3437654" y="302968"/>
                  </a:lnTo>
                  <a:lnTo>
                    <a:pt x="3438907" y="303295"/>
                  </a:lnTo>
                  <a:lnTo>
                    <a:pt x="3440160" y="303530"/>
                  </a:lnTo>
                  <a:lnTo>
                    <a:pt x="3441414" y="303638"/>
                  </a:lnTo>
                  <a:lnTo>
                    <a:pt x="3442667" y="303619"/>
                  </a:lnTo>
                  <a:lnTo>
                    <a:pt x="3443920" y="303484"/>
                  </a:lnTo>
                  <a:lnTo>
                    <a:pt x="3445173" y="303226"/>
                  </a:lnTo>
                  <a:lnTo>
                    <a:pt x="3446426" y="302856"/>
                  </a:lnTo>
                  <a:lnTo>
                    <a:pt x="3447680" y="302425"/>
                  </a:lnTo>
                  <a:lnTo>
                    <a:pt x="3448933" y="301964"/>
                  </a:lnTo>
                  <a:lnTo>
                    <a:pt x="3450186" y="301509"/>
                  </a:lnTo>
                  <a:lnTo>
                    <a:pt x="3451439" y="301087"/>
                  </a:lnTo>
                  <a:lnTo>
                    <a:pt x="3452693" y="300716"/>
                  </a:lnTo>
                  <a:lnTo>
                    <a:pt x="3453946" y="300426"/>
                  </a:lnTo>
                  <a:lnTo>
                    <a:pt x="3455199" y="300184"/>
                  </a:lnTo>
                  <a:lnTo>
                    <a:pt x="3456452" y="299963"/>
                  </a:lnTo>
                  <a:lnTo>
                    <a:pt x="3457705" y="299782"/>
                  </a:lnTo>
                  <a:lnTo>
                    <a:pt x="3458959" y="299648"/>
                  </a:lnTo>
                  <a:lnTo>
                    <a:pt x="3460212" y="299558"/>
                  </a:lnTo>
                  <a:lnTo>
                    <a:pt x="3461465" y="299542"/>
                  </a:lnTo>
                  <a:lnTo>
                    <a:pt x="3462718" y="299621"/>
                  </a:lnTo>
                  <a:lnTo>
                    <a:pt x="3463972" y="299819"/>
                  </a:lnTo>
                  <a:lnTo>
                    <a:pt x="3465225" y="300157"/>
                  </a:lnTo>
                  <a:lnTo>
                    <a:pt x="3466478" y="300636"/>
                  </a:lnTo>
                  <a:lnTo>
                    <a:pt x="3467731" y="301249"/>
                  </a:lnTo>
                  <a:lnTo>
                    <a:pt x="3468984" y="301981"/>
                  </a:lnTo>
                  <a:lnTo>
                    <a:pt x="3470238" y="302816"/>
                  </a:lnTo>
                  <a:lnTo>
                    <a:pt x="3471491" y="303737"/>
                  </a:lnTo>
                  <a:lnTo>
                    <a:pt x="3472744" y="304741"/>
                  </a:lnTo>
                  <a:lnTo>
                    <a:pt x="3473997" y="305850"/>
                  </a:lnTo>
                  <a:lnTo>
                    <a:pt x="3475250" y="307075"/>
                  </a:lnTo>
                  <a:lnTo>
                    <a:pt x="3476504" y="308414"/>
                  </a:lnTo>
                  <a:lnTo>
                    <a:pt x="3477757" y="309867"/>
                  </a:lnTo>
                  <a:lnTo>
                    <a:pt x="3479010" y="311447"/>
                  </a:lnTo>
                  <a:lnTo>
                    <a:pt x="3480263" y="313141"/>
                  </a:lnTo>
                  <a:lnTo>
                    <a:pt x="3481517" y="314948"/>
                  </a:lnTo>
                  <a:lnTo>
                    <a:pt x="3482770" y="316862"/>
                  </a:lnTo>
                  <a:lnTo>
                    <a:pt x="3484023" y="318858"/>
                  </a:lnTo>
                  <a:lnTo>
                    <a:pt x="3485276" y="320908"/>
                  </a:lnTo>
                  <a:lnTo>
                    <a:pt x="3486529" y="323008"/>
                  </a:lnTo>
                  <a:lnTo>
                    <a:pt x="3487783" y="325172"/>
                  </a:lnTo>
                  <a:lnTo>
                    <a:pt x="3489036" y="327389"/>
                  </a:lnTo>
                  <a:lnTo>
                    <a:pt x="3490289" y="329662"/>
                  </a:lnTo>
                  <a:lnTo>
                    <a:pt x="3491542" y="332004"/>
                  </a:lnTo>
                  <a:lnTo>
                    <a:pt x="3492795" y="334408"/>
                  </a:lnTo>
                  <a:lnTo>
                    <a:pt x="3494049" y="336863"/>
                  </a:lnTo>
                  <a:lnTo>
                    <a:pt x="3495302" y="339388"/>
                  </a:lnTo>
                  <a:lnTo>
                    <a:pt x="3496555" y="341988"/>
                  </a:lnTo>
                  <a:lnTo>
                    <a:pt x="3497808" y="344651"/>
                  </a:lnTo>
                  <a:lnTo>
                    <a:pt x="3499062" y="347374"/>
                  </a:lnTo>
                  <a:lnTo>
                    <a:pt x="3500315" y="350129"/>
                  </a:lnTo>
                  <a:lnTo>
                    <a:pt x="3501568" y="352903"/>
                  </a:lnTo>
                  <a:lnTo>
                    <a:pt x="3502821" y="355713"/>
                  </a:lnTo>
                  <a:lnTo>
                    <a:pt x="3504074" y="358578"/>
                  </a:lnTo>
                  <a:lnTo>
                    <a:pt x="3505328" y="361496"/>
                  </a:lnTo>
                  <a:lnTo>
                    <a:pt x="3506581" y="364418"/>
                  </a:lnTo>
                  <a:lnTo>
                    <a:pt x="3507834" y="367341"/>
                  </a:lnTo>
                  <a:lnTo>
                    <a:pt x="3509087" y="370236"/>
                  </a:lnTo>
                  <a:lnTo>
                    <a:pt x="3510341" y="373093"/>
                  </a:lnTo>
                  <a:lnTo>
                    <a:pt x="3511594" y="375895"/>
                  </a:lnTo>
                  <a:lnTo>
                    <a:pt x="3512847" y="378625"/>
                  </a:lnTo>
                  <a:lnTo>
                    <a:pt x="3514100" y="381250"/>
                  </a:lnTo>
                  <a:lnTo>
                    <a:pt x="3515353" y="383742"/>
                  </a:lnTo>
                  <a:lnTo>
                    <a:pt x="3516607" y="386045"/>
                  </a:lnTo>
                  <a:lnTo>
                    <a:pt x="3517860" y="388119"/>
                  </a:lnTo>
                  <a:lnTo>
                    <a:pt x="3519113" y="389960"/>
                  </a:lnTo>
                  <a:lnTo>
                    <a:pt x="3520366" y="391538"/>
                  </a:lnTo>
                  <a:lnTo>
                    <a:pt x="3521619" y="392824"/>
                  </a:lnTo>
                  <a:lnTo>
                    <a:pt x="3522873" y="393851"/>
                  </a:lnTo>
                  <a:lnTo>
                    <a:pt x="3524126" y="394640"/>
                  </a:lnTo>
                  <a:lnTo>
                    <a:pt x="3525379" y="395182"/>
                  </a:lnTo>
                  <a:lnTo>
                    <a:pt x="3526632" y="395440"/>
                  </a:lnTo>
                  <a:lnTo>
                    <a:pt x="3527886" y="395362"/>
                  </a:lnTo>
                  <a:lnTo>
                    <a:pt x="3529139" y="394926"/>
                  </a:lnTo>
                  <a:lnTo>
                    <a:pt x="3530392" y="394124"/>
                  </a:lnTo>
                  <a:lnTo>
                    <a:pt x="3531645" y="392951"/>
                  </a:lnTo>
                  <a:lnTo>
                    <a:pt x="3532898" y="391431"/>
                  </a:lnTo>
                  <a:lnTo>
                    <a:pt x="3534152" y="389576"/>
                  </a:lnTo>
                  <a:lnTo>
                    <a:pt x="3535405" y="387407"/>
                  </a:lnTo>
                  <a:lnTo>
                    <a:pt x="3536658" y="384914"/>
                  </a:lnTo>
                  <a:lnTo>
                    <a:pt x="3537911" y="382089"/>
                  </a:lnTo>
                  <a:lnTo>
                    <a:pt x="3539165" y="378925"/>
                  </a:lnTo>
                  <a:lnTo>
                    <a:pt x="3540418" y="375449"/>
                  </a:lnTo>
                  <a:lnTo>
                    <a:pt x="3541671" y="371639"/>
                  </a:lnTo>
                  <a:lnTo>
                    <a:pt x="3542924" y="367486"/>
                  </a:lnTo>
                  <a:lnTo>
                    <a:pt x="3544177" y="362995"/>
                  </a:lnTo>
                  <a:lnTo>
                    <a:pt x="3545431" y="358190"/>
                  </a:lnTo>
                  <a:lnTo>
                    <a:pt x="3546684" y="353140"/>
                  </a:lnTo>
                  <a:lnTo>
                    <a:pt x="3547937" y="347927"/>
                  </a:lnTo>
                  <a:lnTo>
                    <a:pt x="3549190" y="342618"/>
                  </a:lnTo>
                  <a:lnTo>
                    <a:pt x="3550443" y="337248"/>
                  </a:lnTo>
                  <a:lnTo>
                    <a:pt x="3551697" y="331846"/>
                  </a:lnTo>
                  <a:lnTo>
                    <a:pt x="3552950" y="326457"/>
                  </a:lnTo>
                  <a:lnTo>
                    <a:pt x="3554203" y="321089"/>
                  </a:lnTo>
                  <a:lnTo>
                    <a:pt x="3555456" y="315753"/>
                  </a:lnTo>
                  <a:lnTo>
                    <a:pt x="3556710" y="310473"/>
                  </a:lnTo>
                  <a:lnTo>
                    <a:pt x="3557963" y="305282"/>
                  </a:lnTo>
                  <a:lnTo>
                    <a:pt x="3559216" y="300191"/>
                  </a:lnTo>
                  <a:lnTo>
                    <a:pt x="3560469" y="295226"/>
                  </a:lnTo>
                  <a:lnTo>
                    <a:pt x="3561722" y="290433"/>
                  </a:lnTo>
                  <a:lnTo>
                    <a:pt x="3562976" y="285851"/>
                  </a:lnTo>
                  <a:lnTo>
                    <a:pt x="3564229" y="281519"/>
                  </a:lnTo>
                  <a:lnTo>
                    <a:pt x="3565482" y="277441"/>
                  </a:lnTo>
                  <a:lnTo>
                    <a:pt x="3566735" y="273579"/>
                  </a:lnTo>
                  <a:lnTo>
                    <a:pt x="3567989" y="269914"/>
                  </a:lnTo>
                  <a:lnTo>
                    <a:pt x="3569242" y="266457"/>
                  </a:lnTo>
                  <a:lnTo>
                    <a:pt x="3570495" y="263204"/>
                  </a:lnTo>
                  <a:lnTo>
                    <a:pt x="3571748" y="260170"/>
                  </a:lnTo>
                  <a:lnTo>
                    <a:pt x="3573001" y="257390"/>
                  </a:lnTo>
                  <a:lnTo>
                    <a:pt x="3574255" y="254900"/>
                  </a:lnTo>
                  <a:lnTo>
                    <a:pt x="3575508" y="252723"/>
                  </a:lnTo>
                  <a:lnTo>
                    <a:pt x="3576761" y="250909"/>
                  </a:lnTo>
                  <a:lnTo>
                    <a:pt x="3578014" y="249471"/>
                  </a:lnTo>
                  <a:lnTo>
                    <a:pt x="3579267" y="248422"/>
                  </a:lnTo>
                  <a:lnTo>
                    <a:pt x="3580521" y="247780"/>
                  </a:lnTo>
                  <a:lnTo>
                    <a:pt x="3581774" y="247529"/>
                  </a:lnTo>
                  <a:lnTo>
                    <a:pt x="3583027" y="247688"/>
                  </a:lnTo>
                  <a:lnTo>
                    <a:pt x="3584280" y="248308"/>
                  </a:lnTo>
                  <a:lnTo>
                    <a:pt x="3585534" y="249403"/>
                  </a:lnTo>
                  <a:lnTo>
                    <a:pt x="3586787" y="250914"/>
                  </a:lnTo>
                  <a:lnTo>
                    <a:pt x="3588040" y="252816"/>
                  </a:lnTo>
                  <a:lnTo>
                    <a:pt x="3589293" y="255126"/>
                  </a:lnTo>
                  <a:lnTo>
                    <a:pt x="3590546" y="257876"/>
                  </a:lnTo>
                  <a:lnTo>
                    <a:pt x="3591800" y="261085"/>
                  </a:lnTo>
                  <a:lnTo>
                    <a:pt x="3593053" y="264743"/>
                  </a:lnTo>
                  <a:lnTo>
                    <a:pt x="3594306" y="268859"/>
                  </a:lnTo>
                  <a:lnTo>
                    <a:pt x="3595559" y="273413"/>
                  </a:lnTo>
                  <a:lnTo>
                    <a:pt x="3596813" y="278391"/>
                  </a:lnTo>
                  <a:lnTo>
                    <a:pt x="3598066" y="283762"/>
                  </a:lnTo>
                  <a:lnTo>
                    <a:pt x="3599319" y="289510"/>
                  </a:lnTo>
                  <a:lnTo>
                    <a:pt x="3600572" y="295625"/>
                  </a:lnTo>
                  <a:lnTo>
                    <a:pt x="3601825" y="302088"/>
                  </a:lnTo>
                  <a:lnTo>
                    <a:pt x="3603079" y="308860"/>
                  </a:lnTo>
                  <a:lnTo>
                    <a:pt x="3604332" y="315930"/>
                  </a:lnTo>
                  <a:lnTo>
                    <a:pt x="3605585" y="323336"/>
                  </a:lnTo>
                  <a:lnTo>
                    <a:pt x="3606838" y="331105"/>
                  </a:lnTo>
                  <a:lnTo>
                    <a:pt x="3608091" y="339234"/>
                  </a:lnTo>
                  <a:lnTo>
                    <a:pt x="3609345" y="347679"/>
                  </a:lnTo>
                  <a:lnTo>
                    <a:pt x="3610598" y="356377"/>
                  </a:lnTo>
                  <a:lnTo>
                    <a:pt x="3611851" y="365264"/>
                  </a:lnTo>
                  <a:lnTo>
                    <a:pt x="3613104" y="374288"/>
                  </a:lnTo>
                  <a:lnTo>
                    <a:pt x="3614358" y="383422"/>
                  </a:lnTo>
                  <a:lnTo>
                    <a:pt x="3615611" y="392640"/>
                  </a:lnTo>
                  <a:lnTo>
                    <a:pt x="3616864" y="401971"/>
                  </a:lnTo>
                  <a:lnTo>
                    <a:pt x="3618117" y="411427"/>
                  </a:lnTo>
                  <a:lnTo>
                    <a:pt x="3619370" y="421026"/>
                  </a:lnTo>
                  <a:lnTo>
                    <a:pt x="3620624" y="430772"/>
                  </a:lnTo>
                  <a:lnTo>
                    <a:pt x="3621877" y="440648"/>
                  </a:lnTo>
                  <a:lnTo>
                    <a:pt x="3623130" y="450612"/>
                  </a:lnTo>
                  <a:lnTo>
                    <a:pt x="3624383" y="460627"/>
                  </a:lnTo>
                  <a:lnTo>
                    <a:pt x="3625637" y="470654"/>
                  </a:lnTo>
                  <a:lnTo>
                    <a:pt x="3626890" y="480644"/>
                  </a:lnTo>
                  <a:lnTo>
                    <a:pt x="3628143" y="490535"/>
                  </a:lnTo>
                  <a:lnTo>
                    <a:pt x="3629396" y="500328"/>
                  </a:lnTo>
                  <a:lnTo>
                    <a:pt x="3630649" y="510044"/>
                  </a:lnTo>
                  <a:lnTo>
                    <a:pt x="3631903" y="519699"/>
                  </a:lnTo>
                  <a:lnTo>
                    <a:pt x="3633156" y="529315"/>
                  </a:lnTo>
                  <a:lnTo>
                    <a:pt x="3634409" y="538914"/>
                  </a:lnTo>
                  <a:lnTo>
                    <a:pt x="3635662" y="548445"/>
                  </a:lnTo>
                  <a:lnTo>
                    <a:pt x="3636915" y="557876"/>
                  </a:lnTo>
                  <a:lnTo>
                    <a:pt x="3638169" y="567149"/>
                  </a:lnTo>
                  <a:lnTo>
                    <a:pt x="3639422" y="576192"/>
                  </a:lnTo>
                  <a:lnTo>
                    <a:pt x="3640675" y="584937"/>
                  </a:lnTo>
                  <a:lnTo>
                    <a:pt x="3641928" y="593371"/>
                  </a:lnTo>
                  <a:lnTo>
                    <a:pt x="3643182" y="601480"/>
                  </a:lnTo>
                  <a:lnTo>
                    <a:pt x="3644435" y="609272"/>
                  </a:lnTo>
                  <a:lnTo>
                    <a:pt x="3645688" y="616764"/>
                  </a:lnTo>
                  <a:lnTo>
                    <a:pt x="3646941" y="623922"/>
                  </a:lnTo>
                  <a:lnTo>
                    <a:pt x="3648194" y="630689"/>
                  </a:lnTo>
                  <a:lnTo>
                    <a:pt x="3649448" y="637059"/>
                  </a:lnTo>
                  <a:lnTo>
                    <a:pt x="3650701" y="643066"/>
                  </a:lnTo>
                  <a:lnTo>
                    <a:pt x="3651954" y="648704"/>
                  </a:lnTo>
                  <a:lnTo>
                    <a:pt x="3653207" y="653956"/>
                  </a:lnTo>
                  <a:lnTo>
                    <a:pt x="3654460" y="658806"/>
                  </a:lnTo>
                  <a:lnTo>
                    <a:pt x="3655714" y="663238"/>
                  </a:lnTo>
                  <a:lnTo>
                    <a:pt x="3656967" y="667247"/>
                  </a:lnTo>
                  <a:lnTo>
                    <a:pt x="3658220" y="670840"/>
                  </a:lnTo>
                  <a:lnTo>
                    <a:pt x="3659473" y="674050"/>
                  </a:lnTo>
                  <a:lnTo>
                    <a:pt x="3660727" y="676895"/>
                  </a:lnTo>
                  <a:lnTo>
                    <a:pt x="3661980" y="679416"/>
                  </a:lnTo>
                  <a:lnTo>
                    <a:pt x="3663233" y="681634"/>
                  </a:lnTo>
                  <a:lnTo>
                    <a:pt x="3664486" y="683591"/>
                  </a:lnTo>
                  <a:lnTo>
                    <a:pt x="3665739" y="685312"/>
                  </a:lnTo>
                  <a:lnTo>
                    <a:pt x="3666993" y="686819"/>
                  </a:lnTo>
                  <a:lnTo>
                    <a:pt x="3668246" y="688093"/>
                  </a:lnTo>
                  <a:lnTo>
                    <a:pt x="3669499" y="689065"/>
                  </a:lnTo>
                  <a:lnTo>
                    <a:pt x="3670752" y="689681"/>
                  </a:lnTo>
                  <a:lnTo>
                    <a:pt x="3672006" y="689929"/>
                  </a:lnTo>
                  <a:lnTo>
                    <a:pt x="3673259" y="689838"/>
                  </a:lnTo>
                  <a:lnTo>
                    <a:pt x="3674512" y="689434"/>
                  </a:lnTo>
                  <a:lnTo>
                    <a:pt x="3675765" y="688748"/>
                  </a:lnTo>
                  <a:lnTo>
                    <a:pt x="3677018" y="687776"/>
                  </a:lnTo>
                  <a:lnTo>
                    <a:pt x="3678272" y="686491"/>
                  </a:lnTo>
                  <a:lnTo>
                    <a:pt x="3679525" y="684859"/>
                  </a:lnTo>
                  <a:lnTo>
                    <a:pt x="3680778" y="682813"/>
                  </a:lnTo>
                  <a:lnTo>
                    <a:pt x="3682031" y="680301"/>
                  </a:lnTo>
                  <a:lnTo>
                    <a:pt x="3683284" y="677267"/>
                  </a:lnTo>
                  <a:lnTo>
                    <a:pt x="3684538" y="673701"/>
                  </a:lnTo>
                  <a:lnTo>
                    <a:pt x="3685791" y="669649"/>
                  </a:lnTo>
                  <a:lnTo>
                    <a:pt x="3687044" y="665143"/>
                  </a:lnTo>
                  <a:lnTo>
                    <a:pt x="3688297" y="660227"/>
                  </a:lnTo>
                  <a:lnTo>
                    <a:pt x="3689551" y="654959"/>
                  </a:lnTo>
                  <a:lnTo>
                    <a:pt x="3690804" y="649416"/>
                  </a:lnTo>
                  <a:lnTo>
                    <a:pt x="3692057" y="643655"/>
                  </a:lnTo>
                  <a:lnTo>
                    <a:pt x="3693310" y="637680"/>
                  </a:lnTo>
                  <a:lnTo>
                    <a:pt x="3694563" y="631507"/>
                  </a:lnTo>
                  <a:lnTo>
                    <a:pt x="3695817" y="625144"/>
                  </a:lnTo>
                  <a:lnTo>
                    <a:pt x="3697070" y="618562"/>
                  </a:lnTo>
                  <a:lnTo>
                    <a:pt x="3698323" y="611757"/>
                  </a:lnTo>
                  <a:lnTo>
                    <a:pt x="3699576" y="604753"/>
                  </a:lnTo>
                  <a:lnTo>
                    <a:pt x="3700830" y="597602"/>
                  </a:lnTo>
                  <a:lnTo>
                    <a:pt x="3702083" y="590353"/>
                  </a:lnTo>
                  <a:lnTo>
                    <a:pt x="3703336" y="583082"/>
                  </a:lnTo>
                  <a:lnTo>
                    <a:pt x="3704589" y="575824"/>
                  </a:lnTo>
                  <a:lnTo>
                    <a:pt x="3705842" y="568630"/>
                  </a:lnTo>
                  <a:lnTo>
                    <a:pt x="3707096" y="561546"/>
                  </a:lnTo>
                  <a:lnTo>
                    <a:pt x="3708349" y="554569"/>
                  </a:lnTo>
                  <a:lnTo>
                    <a:pt x="3709602" y="547707"/>
                  </a:lnTo>
                  <a:lnTo>
                    <a:pt x="3710855" y="540995"/>
                  </a:lnTo>
                  <a:lnTo>
                    <a:pt x="3712108" y="534495"/>
                  </a:lnTo>
                  <a:lnTo>
                    <a:pt x="3713362" y="528202"/>
                  </a:lnTo>
                  <a:lnTo>
                    <a:pt x="3714615" y="522125"/>
                  </a:lnTo>
                  <a:lnTo>
                    <a:pt x="3715868" y="516305"/>
                  </a:lnTo>
                  <a:lnTo>
                    <a:pt x="3717121" y="510774"/>
                  </a:lnTo>
                  <a:lnTo>
                    <a:pt x="3718375" y="505557"/>
                  </a:lnTo>
                  <a:lnTo>
                    <a:pt x="3719628" y="500658"/>
                  </a:lnTo>
                  <a:lnTo>
                    <a:pt x="3720881" y="496083"/>
                  </a:lnTo>
                  <a:lnTo>
                    <a:pt x="3722134" y="491799"/>
                  </a:lnTo>
                  <a:lnTo>
                    <a:pt x="3723387" y="487791"/>
                  </a:lnTo>
                  <a:lnTo>
                    <a:pt x="3724641" y="484035"/>
                  </a:lnTo>
                  <a:lnTo>
                    <a:pt x="3725894" y="480513"/>
                  </a:lnTo>
                  <a:lnTo>
                    <a:pt x="3727147" y="477211"/>
                  </a:lnTo>
                  <a:lnTo>
                    <a:pt x="3728400" y="474079"/>
                  </a:lnTo>
                  <a:lnTo>
                    <a:pt x="3729654" y="471122"/>
                  </a:lnTo>
                  <a:lnTo>
                    <a:pt x="3730907" y="468322"/>
                  </a:lnTo>
                  <a:lnTo>
                    <a:pt x="3732160" y="465709"/>
                  </a:lnTo>
                  <a:lnTo>
                    <a:pt x="3733413" y="463348"/>
                  </a:lnTo>
                  <a:lnTo>
                    <a:pt x="3734666" y="461267"/>
                  </a:lnTo>
                  <a:lnTo>
                    <a:pt x="3735920" y="459468"/>
                  </a:lnTo>
                  <a:lnTo>
                    <a:pt x="3737173" y="457925"/>
                  </a:lnTo>
                  <a:lnTo>
                    <a:pt x="3738426" y="456609"/>
                  </a:lnTo>
                  <a:lnTo>
                    <a:pt x="3739679" y="455506"/>
                  </a:lnTo>
                  <a:lnTo>
                    <a:pt x="3740932" y="454656"/>
                  </a:lnTo>
                  <a:lnTo>
                    <a:pt x="3742186" y="454086"/>
                  </a:lnTo>
                  <a:lnTo>
                    <a:pt x="3743439" y="453834"/>
                  </a:lnTo>
                  <a:lnTo>
                    <a:pt x="3744692" y="453931"/>
                  </a:lnTo>
                  <a:lnTo>
                    <a:pt x="3745945" y="454410"/>
                  </a:lnTo>
                  <a:lnTo>
                    <a:pt x="3747199" y="455335"/>
                  </a:lnTo>
                  <a:lnTo>
                    <a:pt x="3748452" y="456689"/>
                  </a:lnTo>
                  <a:lnTo>
                    <a:pt x="3749705" y="458439"/>
                  </a:lnTo>
                  <a:lnTo>
                    <a:pt x="3750958" y="460551"/>
                  </a:lnTo>
                  <a:lnTo>
                    <a:pt x="3752211" y="462949"/>
                  </a:lnTo>
                  <a:lnTo>
                    <a:pt x="3753465" y="465586"/>
                  </a:lnTo>
                  <a:lnTo>
                    <a:pt x="3754718" y="468380"/>
                  </a:lnTo>
                  <a:lnTo>
                    <a:pt x="3755971" y="471314"/>
                  </a:lnTo>
                  <a:lnTo>
                    <a:pt x="3757224" y="474406"/>
                  </a:lnTo>
                  <a:lnTo>
                    <a:pt x="3758478" y="477648"/>
                  </a:lnTo>
                  <a:lnTo>
                    <a:pt x="3759731" y="481041"/>
                  </a:lnTo>
                  <a:lnTo>
                    <a:pt x="3760984" y="484605"/>
                  </a:lnTo>
                  <a:lnTo>
                    <a:pt x="3762237" y="488342"/>
                  </a:lnTo>
                  <a:lnTo>
                    <a:pt x="3763490" y="492245"/>
                  </a:lnTo>
                  <a:lnTo>
                    <a:pt x="3764744" y="496292"/>
                  </a:lnTo>
                  <a:lnTo>
                    <a:pt x="3765997" y="500459"/>
                  </a:lnTo>
                  <a:lnTo>
                    <a:pt x="3767250" y="504718"/>
                  </a:lnTo>
                  <a:lnTo>
                    <a:pt x="3768503" y="509063"/>
                  </a:lnTo>
                  <a:lnTo>
                    <a:pt x="3769756" y="513475"/>
                  </a:lnTo>
                  <a:lnTo>
                    <a:pt x="3771010" y="517958"/>
                  </a:lnTo>
                  <a:lnTo>
                    <a:pt x="3772263" y="522539"/>
                  </a:lnTo>
                  <a:lnTo>
                    <a:pt x="3773516" y="527258"/>
                  </a:lnTo>
                  <a:lnTo>
                    <a:pt x="3774769" y="532117"/>
                  </a:lnTo>
                  <a:lnTo>
                    <a:pt x="3776023" y="537094"/>
                  </a:lnTo>
                  <a:lnTo>
                    <a:pt x="3777276" y="542183"/>
                  </a:lnTo>
                  <a:lnTo>
                    <a:pt x="3778529" y="547358"/>
                  </a:lnTo>
                  <a:lnTo>
                    <a:pt x="3779782" y="552611"/>
                  </a:lnTo>
                  <a:lnTo>
                    <a:pt x="3781035" y="557931"/>
                  </a:lnTo>
                  <a:lnTo>
                    <a:pt x="3782289" y="563322"/>
                  </a:lnTo>
                  <a:lnTo>
                    <a:pt x="3783542" y="568785"/>
                  </a:lnTo>
                  <a:lnTo>
                    <a:pt x="3784795" y="574353"/>
                  </a:lnTo>
                  <a:lnTo>
                    <a:pt x="3786048" y="580058"/>
                  </a:lnTo>
                  <a:lnTo>
                    <a:pt x="3787302" y="585899"/>
                  </a:lnTo>
                  <a:lnTo>
                    <a:pt x="3788555" y="591868"/>
                  </a:lnTo>
                  <a:lnTo>
                    <a:pt x="3789808" y="597929"/>
                  </a:lnTo>
                  <a:lnTo>
                    <a:pt x="3791061" y="604091"/>
                  </a:lnTo>
                  <a:lnTo>
                    <a:pt x="3792314" y="610385"/>
                  </a:lnTo>
                  <a:lnTo>
                    <a:pt x="3793568" y="616832"/>
                  </a:lnTo>
                  <a:lnTo>
                    <a:pt x="3794821" y="623461"/>
                  </a:lnTo>
                  <a:lnTo>
                    <a:pt x="3796074" y="630251"/>
                  </a:lnTo>
                  <a:lnTo>
                    <a:pt x="3797327" y="637173"/>
                  </a:lnTo>
                  <a:lnTo>
                    <a:pt x="3798580" y="644175"/>
                  </a:lnTo>
                  <a:lnTo>
                    <a:pt x="3799834" y="651234"/>
                  </a:lnTo>
                  <a:lnTo>
                    <a:pt x="3801087" y="658307"/>
                  </a:lnTo>
                  <a:lnTo>
                    <a:pt x="3802340" y="665387"/>
                  </a:lnTo>
                  <a:lnTo>
                    <a:pt x="3803593" y="672444"/>
                  </a:lnTo>
                  <a:lnTo>
                    <a:pt x="3804847" y="679423"/>
                  </a:lnTo>
                  <a:lnTo>
                    <a:pt x="3806100" y="686318"/>
                  </a:lnTo>
                  <a:lnTo>
                    <a:pt x="3807353" y="693111"/>
                  </a:lnTo>
                  <a:lnTo>
                    <a:pt x="3808606" y="699797"/>
                  </a:lnTo>
                  <a:lnTo>
                    <a:pt x="3809859" y="706331"/>
                  </a:lnTo>
                  <a:lnTo>
                    <a:pt x="3811113" y="712638"/>
                  </a:lnTo>
                  <a:lnTo>
                    <a:pt x="3812366" y="718684"/>
                  </a:lnTo>
                  <a:lnTo>
                    <a:pt x="3813619" y="724453"/>
                  </a:lnTo>
                  <a:lnTo>
                    <a:pt x="3814872" y="729960"/>
                  </a:lnTo>
                  <a:lnTo>
                    <a:pt x="3816125" y="735212"/>
                  </a:lnTo>
                  <a:lnTo>
                    <a:pt x="3817379" y="740237"/>
                  </a:lnTo>
                  <a:lnTo>
                    <a:pt x="3818632" y="745061"/>
                  </a:lnTo>
                  <a:lnTo>
                    <a:pt x="3819885" y="749680"/>
                  </a:lnTo>
                  <a:lnTo>
                    <a:pt x="3821138" y="754076"/>
                  </a:lnTo>
                  <a:lnTo>
                    <a:pt x="3822392" y="758248"/>
                  </a:lnTo>
                  <a:lnTo>
                    <a:pt x="3823645" y="762207"/>
                  </a:lnTo>
                  <a:lnTo>
                    <a:pt x="3824898" y="765926"/>
                  </a:lnTo>
                  <a:lnTo>
                    <a:pt x="3826151" y="769400"/>
                  </a:lnTo>
                  <a:lnTo>
                    <a:pt x="3827404" y="772632"/>
                  </a:lnTo>
                  <a:lnTo>
                    <a:pt x="3828658" y="775610"/>
                  </a:lnTo>
                  <a:lnTo>
                    <a:pt x="3829911" y="778336"/>
                  </a:lnTo>
                  <a:lnTo>
                    <a:pt x="3831164" y="780831"/>
                  </a:lnTo>
                  <a:lnTo>
                    <a:pt x="3832417" y="783068"/>
                  </a:lnTo>
                  <a:lnTo>
                    <a:pt x="3833671" y="785023"/>
                  </a:lnTo>
                  <a:lnTo>
                    <a:pt x="3834924" y="786686"/>
                  </a:lnTo>
                  <a:lnTo>
                    <a:pt x="3836177" y="788034"/>
                  </a:lnTo>
                  <a:lnTo>
                    <a:pt x="3837430" y="789027"/>
                  </a:lnTo>
                  <a:lnTo>
                    <a:pt x="3838683" y="789663"/>
                  </a:lnTo>
                  <a:lnTo>
                    <a:pt x="3839937" y="789945"/>
                  </a:lnTo>
                  <a:lnTo>
                    <a:pt x="3841190" y="789892"/>
                  </a:lnTo>
                  <a:lnTo>
                    <a:pt x="3842443" y="789512"/>
                  </a:lnTo>
                  <a:lnTo>
                    <a:pt x="3843696" y="788826"/>
                  </a:lnTo>
                  <a:lnTo>
                    <a:pt x="3844949" y="787856"/>
                  </a:lnTo>
                  <a:lnTo>
                    <a:pt x="3846203" y="786620"/>
                  </a:lnTo>
                  <a:lnTo>
                    <a:pt x="3847456" y="785141"/>
                  </a:lnTo>
                  <a:lnTo>
                    <a:pt x="3848709" y="783382"/>
                  </a:lnTo>
                  <a:lnTo>
                    <a:pt x="3849962" y="781331"/>
                  </a:lnTo>
                  <a:lnTo>
                    <a:pt x="3851216" y="779008"/>
                  </a:lnTo>
                  <a:lnTo>
                    <a:pt x="3852469" y="776460"/>
                  </a:lnTo>
                  <a:lnTo>
                    <a:pt x="3853722" y="773732"/>
                  </a:lnTo>
                  <a:lnTo>
                    <a:pt x="3854975" y="770788"/>
                  </a:lnTo>
                  <a:lnTo>
                    <a:pt x="3856228" y="767589"/>
                  </a:lnTo>
                  <a:lnTo>
                    <a:pt x="3857482" y="764081"/>
                  </a:lnTo>
                  <a:lnTo>
                    <a:pt x="3858735" y="760257"/>
                  </a:lnTo>
                  <a:lnTo>
                    <a:pt x="3859988" y="756147"/>
                  </a:lnTo>
                  <a:lnTo>
                    <a:pt x="3861241" y="751764"/>
                  </a:lnTo>
                  <a:lnTo>
                    <a:pt x="3862495" y="747166"/>
                  </a:lnTo>
                  <a:lnTo>
                    <a:pt x="3863748" y="742430"/>
                  </a:lnTo>
                  <a:lnTo>
                    <a:pt x="3865001" y="737631"/>
                  </a:lnTo>
                  <a:lnTo>
                    <a:pt x="3866254" y="732766"/>
                  </a:lnTo>
                  <a:lnTo>
                    <a:pt x="3867507" y="727885"/>
                  </a:lnTo>
                  <a:lnTo>
                    <a:pt x="3868761" y="723029"/>
                  </a:lnTo>
                  <a:lnTo>
                    <a:pt x="3870014" y="718229"/>
                  </a:lnTo>
                  <a:lnTo>
                    <a:pt x="3871267" y="713485"/>
                  </a:lnTo>
                  <a:lnTo>
                    <a:pt x="3872520" y="708779"/>
                  </a:lnTo>
                  <a:lnTo>
                    <a:pt x="3873773" y="704168"/>
                  </a:lnTo>
                  <a:lnTo>
                    <a:pt x="3875027" y="699724"/>
                  </a:lnTo>
                  <a:lnTo>
                    <a:pt x="3876280" y="695479"/>
                  </a:lnTo>
                  <a:lnTo>
                    <a:pt x="3877533" y="691465"/>
                  </a:lnTo>
                  <a:lnTo>
                    <a:pt x="3878786" y="687712"/>
                  </a:lnTo>
                  <a:lnTo>
                    <a:pt x="3880040" y="684282"/>
                  </a:lnTo>
                  <a:lnTo>
                    <a:pt x="3881293" y="681165"/>
                  </a:lnTo>
                  <a:lnTo>
                    <a:pt x="3882546" y="678334"/>
                  </a:lnTo>
                  <a:lnTo>
                    <a:pt x="3883799" y="675785"/>
                  </a:lnTo>
                  <a:lnTo>
                    <a:pt x="3885052" y="673533"/>
                  </a:lnTo>
                  <a:lnTo>
                    <a:pt x="3886306" y="671580"/>
                  </a:lnTo>
                  <a:lnTo>
                    <a:pt x="3887559" y="669931"/>
                  </a:lnTo>
                  <a:lnTo>
                    <a:pt x="3888812" y="668571"/>
                  </a:lnTo>
                  <a:lnTo>
                    <a:pt x="3890065" y="667493"/>
                  </a:lnTo>
                  <a:lnTo>
                    <a:pt x="3891319" y="666708"/>
                  </a:lnTo>
                  <a:lnTo>
                    <a:pt x="3892572" y="666239"/>
                  </a:lnTo>
                  <a:lnTo>
                    <a:pt x="3893825" y="666082"/>
                  </a:lnTo>
                  <a:lnTo>
                    <a:pt x="3895078" y="666243"/>
                  </a:lnTo>
                  <a:lnTo>
                    <a:pt x="3896331" y="666722"/>
                  </a:lnTo>
                  <a:lnTo>
                    <a:pt x="3897585" y="667495"/>
                  </a:lnTo>
                  <a:lnTo>
                    <a:pt x="3898838" y="668491"/>
                  </a:lnTo>
                  <a:lnTo>
                    <a:pt x="3900091" y="669688"/>
                  </a:lnTo>
                  <a:lnTo>
                    <a:pt x="3901344" y="671072"/>
                  </a:lnTo>
                  <a:lnTo>
                    <a:pt x="3902597" y="672627"/>
                  </a:lnTo>
                  <a:lnTo>
                    <a:pt x="3903851" y="674328"/>
                  </a:lnTo>
                  <a:lnTo>
                    <a:pt x="3905104" y="676143"/>
                  </a:lnTo>
                  <a:lnTo>
                    <a:pt x="3906357" y="678025"/>
                  </a:lnTo>
                  <a:lnTo>
                    <a:pt x="3907610" y="679917"/>
                  </a:lnTo>
                  <a:lnTo>
                    <a:pt x="3908864" y="681778"/>
                  </a:lnTo>
                  <a:lnTo>
                    <a:pt x="3910117" y="683551"/>
                  </a:lnTo>
                  <a:lnTo>
                    <a:pt x="3911370" y="685248"/>
                  </a:lnTo>
                  <a:lnTo>
                    <a:pt x="3912623" y="686846"/>
                  </a:lnTo>
                  <a:lnTo>
                    <a:pt x="3913876" y="688314"/>
                  </a:lnTo>
                  <a:lnTo>
                    <a:pt x="3915130" y="689601"/>
                  </a:lnTo>
                  <a:lnTo>
                    <a:pt x="3916383" y="690645"/>
                  </a:lnTo>
                  <a:lnTo>
                    <a:pt x="3917636" y="691447"/>
                  </a:lnTo>
                  <a:lnTo>
                    <a:pt x="3918889" y="692024"/>
                  </a:lnTo>
                  <a:lnTo>
                    <a:pt x="3920143" y="692412"/>
                  </a:lnTo>
                  <a:lnTo>
                    <a:pt x="3921396" y="692626"/>
                  </a:lnTo>
                  <a:lnTo>
                    <a:pt x="3922649" y="692661"/>
                  </a:lnTo>
                  <a:lnTo>
                    <a:pt x="3923902" y="692527"/>
                  </a:lnTo>
                  <a:lnTo>
                    <a:pt x="3925155" y="692237"/>
                  </a:lnTo>
                  <a:lnTo>
                    <a:pt x="3926409" y="691781"/>
                  </a:lnTo>
                  <a:lnTo>
                    <a:pt x="3927662" y="691121"/>
                  </a:lnTo>
                  <a:lnTo>
                    <a:pt x="3928915" y="690259"/>
                  </a:lnTo>
                  <a:lnTo>
                    <a:pt x="3930168" y="689213"/>
                  </a:lnTo>
                  <a:lnTo>
                    <a:pt x="3931421" y="687951"/>
                  </a:lnTo>
                  <a:lnTo>
                    <a:pt x="3932675" y="686488"/>
                  </a:lnTo>
                  <a:lnTo>
                    <a:pt x="3933928" y="684835"/>
                  </a:lnTo>
                  <a:lnTo>
                    <a:pt x="3935181" y="683048"/>
                  </a:lnTo>
                  <a:lnTo>
                    <a:pt x="3936434" y="681172"/>
                  </a:lnTo>
                  <a:lnTo>
                    <a:pt x="3937688" y="679211"/>
                  </a:lnTo>
                  <a:lnTo>
                    <a:pt x="3938941" y="677172"/>
                  </a:lnTo>
                  <a:lnTo>
                    <a:pt x="3940194" y="675051"/>
                  </a:lnTo>
                  <a:lnTo>
                    <a:pt x="3941447" y="672800"/>
                  </a:lnTo>
                  <a:lnTo>
                    <a:pt x="3942700" y="670367"/>
                  </a:lnTo>
                  <a:lnTo>
                    <a:pt x="3943954" y="667710"/>
                  </a:lnTo>
                  <a:lnTo>
                    <a:pt x="3945207" y="664813"/>
                  </a:lnTo>
                  <a:lnTo>
                    <a:pt x="3946460" y="661708"/>
                  </a:lnTo>
                  <a:lnTo>
                    <a:pt x="3947713" y="658416"/>
                  </a:lnTo>
                  <a:lnTo>
                    <a:pt x="3948967" y="654917"/>
                  </a:lnTo>
                  <a:lnTo>
                    <a:pt x="3950220" y="651236"/>
                  </a:lnTo>
                  <a:lnTo>
                    <a:pt x="3951473" y="647388"/>
                  </a:lnTo>
                  <a:lnTo>
                    <a:pt x="3952726" y="643434"/>
                  </a:lnTo>
                  <a:lnTo>
                    <a:pt x="3953979" y="639402"/>
                  </a:lnTo>
                  <a:lnTo>
                    <a:pt x="3955233" y="635266"/>
                  </a:lnTo>
                  <a:lnTo>
                    <a:pt x="3956486" y="630980"/>
                  </a:lnTo>
                  <a:lnTo>
                    <a:pt x="3957739" y="626533"/>
                  </a:lnTo>
                  <a:lnTo>
                    <a:pt x="3958992" y="621924"/>
                  </a:lnTo>
                  <a:lnTo>
                    <a:pt x="3960245" y="617198"/>
                  </a:lnTo>
                  <a:lnTo>
                    <a:pt x="3961499" y="612430"/>
                  </a:lnTo>
                  <a:lnTo>
                    <a:pt x="3962752" y="607672"/>
                  </a:lnTo>
                  <a:lnTo>
                    <a:pt x="3964005" y="602934"/>
                  </a:lnTo>
                  <a:lnTo>
                    <a:pt x="3965258" y="598212"/>
                  </a:lnTo>
                  <a:lnTo>
                    <a:pt x="3966512" y="593502"/>
                  </a:lnTo>
                  <a:lnTo>
                    <a:pt x="3967765" y="588803"/>
                  </a:lnTo>
                  <a:lnTo>
                    <a:pt x="3969018" y="584134"/>
                  </a:lnTo>
                  <a:lnTo>
                    <a:pt x="3970271" y="579530"/>
                  </a:lnTo>
                  <a:lnTo>
                    <a:pt x="3971524" y="574997"/>
                  </a:lnTo>
                  <a:lnTo>
                    <a:pt x="3972778" y="570532"/>
                  </a:lnTo>
                  <a:lnTo>
                    <a:pt x="3974031" y="566142"/>
                  </a:lnTo>
                  <a:lnTo>
                    <a:pt x="3975284" y="561846"/>
                  </a:lnTo>
                  <a:lnTo>
                    <a:pt x="3976537" y="557701"/>
                  </a:lnTo>
                  <a:lnTo>
                    <a:pt x="3977790" y="553766"/>
                  </a:lnTo>
                  <a:lnTo>
                    <a:pt x="3979044" y="550102"/>
                  </a:lnTo>
                  <a:lnTo>
                    <a:pt x="3980297" y="546736"/>
                  </a:lnTo>
                  <a:lnTo>
                    <a:pt x="3981550" y="543695"/>
                  </a:lnTo>
                  <a:lnTo>
                    <a:pt x="3982803" y="541022"/>
                  </a:lnTo>
                  <a:lnTo>
                    <a:pt x="3984057" y="538745"/>
                  </a:lnTo>
                  <a:lnTo>
                    <a:pt x="3985310" y="536875"/>
                  </a:lnTo>
                  <a:lnTo>
                    <a:pt x="3986563" y="535442"/>
                  </a:lnTo>
                  <a:lnTo>
                    <a:pt x="3987816" y="534417"/>
                  </a:lnTo>
                  <a:lnTo>
                    <a:pt x="3989069" y="533772"/>
                  </a:lnTo>
                  <a:lnTo>
                    <a:pt x="3990323" y="533512"/>
                  </a:lnTo>
                  <a:lnTo>
                    <a:pt x="3991576" y="533633"/>
                  </a:lnTo>
                  <a:lnTo>
                    <a:pt x="3992829" y="534112"/>
                  </a:lnTo>
                  <a:lnTo>
                    <a:pt x="3994082" y="534949"/>
                  </a:lnTo>
                  <a:lnTo>
                    <a:pt x="3995336" y="536122"/>
                  </a:lnTo>
                  <a:lnTo>
                    <a:pt x="3996589" y="537611"/>
                  </a:lnTo>
                  <a:lnTo>
                    <a:pt x="3997842" y="539359"/>
                  </a:lnTo>
                  <a:lnTo>
                    <a:pt x="3999095" y="541314"/>
                  </a:lnTo>
                  <a:lnTo>
                    <a:pt x="4000348" y="543432"/>
                  </a:lnTo>
                  <a:lnTo>
                    <a:pt x="4001602" y="545663"/>
                  </a:lnTo>
                  <a:lnTo>
                    <a:pt x="4002855" y="547952"/>
                  </a:lnTo>
                  <a:lnTo>
                    <a:pt x="4004108" y="550306"/>
                  </a:lnTo>
                  <a:lnTo>
                    <a:pt x="4005361" y="552763"/>
                  </a:lnTo>
                  <a:lnTo>
                    <a:pt x="4006614" y="555381"/>
                  </a:lnTo>
                  <a:lnTo>
                    <a:pt x="4007868" y="558202"/>
                  </a:lnTo>
                  <a:lnTo>
                    <a:pt x="4009121" y="561223"/>
                  </a:lnTo>
                  <a:lnTo>
                    <a:pt x="4010374" y="564424"/>
                  </a:lnTo>
                  <a:lnTo>
                    <a:pt x="4011627" y="567801"/>
                  </a:lnTo>
                  <a:lnTo>
                    <a:pt x="4012881" y="571326"/>
                  </a:lnTo>
                  <a:lnTo>
                    <a:pt x="4014134" y="574964"/>
                  </a:lnTo>
                  <a:lnTo>
                    <a:pt x="4015387" y="578655"/>
                  </a:lnTo>
                  <a:lnTo>
                    <a:pt x="4016640" y="582356"/>
                  </a:lnTo>
                  <a:lnTo>
                    <a:pt x="4017893" y="586039"/>
                  </a:lnTo>
                  <a:lnTo>
                    <a:pt x="4019147" y="589716"/>
                  </a:lnTo>
                  <a:lnTo>
                    <a:pt x="4020400" y="593390"/>
                  </a:lnTo>
                  <a:lnTo>
                    <a:pt x="4021653" y="597080"/>
                  </a:lnTo>
                  <a:lnTo>
                    <a:pt x="4022906" y="600766"/>
                  </a:lnTo>
                  <a:lnTo>
                    <a:pt x="4024160" y="604380"/>
                  </a:lnTo>
                  <a:lnTo>
                    <a:pt x="4025413" y="607873"/>
                  </a:lnTo>
                  <a:lnTo>
                    <a:pt x="4026666" y="611262"/>
                  </a:lnTo>
                  <a:lnTo>
                    <a:pt x="4027919" y="614558"/>
                  </a:lnTo>
                  <a:lnTo>
                    <a:pt x="4029172" y="617799"/>
                  </a:lnTo>
                  <a:lnTo>
                    <a:pt x="4030426" y="621002"/>
                  </a:lnTo>
                  <a:lnTo>
                    <a:pt x="4031679" y="624173"/>
                  </a:lnTo>
                  <a:lnTo>
                    <a:pt x="4032932" y="627312"/>
                  </a:lnTo>
                  <a:lnTo>
                    <a:pt x="4034185" y="630432"/>
                  </a:lnTo>
                  <a:lnTo>
                    <a:pt x="4035438" y="633532"/>
                  </a:lnTo>
                  <a:lnTo>
                    <a:pt x="4036692" y="636595"/>
                  </a:lnTo>
                  <a:lnTo>
                    <a:pt x="4037945" y="639625"/>
                  </a:lnTo>
                  <a:lnTo>
                    <a:pt x="4039198" y="642592"/>
                  </a:lnTo>
                  <a:lnTo>
                    <a:pt x="4040451" y="645476"/>
                  </a:lnTo>
                  <a:lnTo>
                    <a:pt x="4041705" y="648243"/>
                  </a:lnTo>
                  <a:lnTo>
                    <a:pt x="4042958" y="650882"/>
                  </a:lnTo>
                  <a:lnTo>
                    <a:pt x="4044211" y="653379"/>
                  </a:lnTo>
                  <a:lnTo>
                    <a:pt x="4045464" y="655661"/>
                  </a:lnTo>
                  <a:lnTo>
                    <a:pt x="4046717" y="657656"/>
                  </a:lnTo>
                  <a:lnTo>
                    <a:pt x="4047971" y="659295"/>
                  </a:lnTo>
                  <a:lnTo>
                    <a:pt x="4049224" y="660532"/>
                  </a:lnTo>
                  <a:lnTo>
                    <a:pt x="4050477" y="661340"/>
                  </a:lnTo>
                  <a:lnTo>
                    <a:pt x="4051730" y="661723"/>
                  </a:lnTo>
                  <a:lnTo>
                    <a:pt x="4052984" y="661692"/>
                  </a:lnTo>
                  <a:lnTo>
                    <a:pt x="4054237" y="661260"/>
                  </a:lnTo>
                  <a:lnTo>
                    <a:pt x="4055490" y="660433"/>
                  </a:lnTo>
                  <a:lnTo>
                    <a:pt x="4056743" y="659208"/>
                  </a:lnTo>
                  <a:lnTo>
                    <a:pt x="4057996" y="657555"/>
                  </a:lnTo>
                  <a:lnTo>
                    <a:pt x="4059250" y="655450"/>
                  </a:lnTo>
                  <a:lnTo>
                    <a:pt x="4060503" y="652886"/>
                  </a:lnTo>
                  <a:lnTo>
                    <a:pt x="4061756" y="649872"/>
                  </a:lnTo>
                  <a:lnTo>
                    <a:pt x="4063009" y="646409"/>
                  </a:lnTo>
                  <a:lnTo>
                    <a:pt x="4064262" y="642536"/>
                  </a:lnTo>
                  <a:lnTo>
                    <a:pt x="4065516" y="638320"/>
                  </a:lnTo>
                  <a:lnTo>
                    <a:pt x="4066769" y="633827"/>
                  </a:lnTo>
                  <a:lnTo>
                    <a:pt x="4068022" y="629067"/>
                  </a:lnTo>
                  <a:lnTo>
                    <a:pt x="4069275" y="624015"/>
                  </a:lnTo>
                  <a:lnTo>
                    <a:pt x="4070529" y="618652"/>
                  </a:lnTo>
                  <a:lnTo>
                    <a:pt x="4071782" y="612962"/>
                  </a:lnTo>
                  <a:lnTo>
                    <a:pt x="4073035" y="606955"/>
                  </a:lnTo>
                  <a:lnTo>
                    <a:pt x="4074288" y="600643"/>
                  </a:lnTo>
                  <a:lnTo>
                    <a:pt x="4075541" y="594050"/>
                  </a:lnTo>
                  <a:lnTo>
                    <a:pt x="4076795" y="587241"/>
                  </a:lnTo>
                  <a:lnTo>
                    <a:pt x="4078048" y="580266"/>
                  </a:lnTo>
                  <a:lnTo>
                    <a:pt x="4079301" y="573155"/>
                  </a:lnTo>
                  <a:lnTo>
                    <a:pt x="4080554" y="565942"/>
                  </a:lnTo>
                  <a:lnTo>
                    <a:pt x="4081808" y="558653"/>
                  </a:lnTo>
                  <a:lnTo>
                    <a:pt x="4083061" y="551325"/>
                  </a:lnTo>
                  <a:lnTo>
                    <a:pt x="4084314" y="543985"/>
                  </a:lnTo>
                  <a:lnTo>
                    <a:pt x="4085567" y="536612"/>
                  </a:lnTo>
                  <a:lnTo>
                    <a:pt x="4086820" y="529252"/>
                  </a:lnTo>
                  <a:lnTo>
                    <a:pt x="4088074" y="521970"/>
                  </a:lnTo>
                  <a:lnTo>
                    <a:pt x="4089327" y="514752"/>
                  </a:lnTo>
                  <a:lnTo>
                    <a:pt x="4090580" y="507600"/>
                  </a:lnTo>
                  <a:lnTo>
                    <a:pt x="4091833" y="500494"/>
                  </a:lnTo>
                  <a:lnTo>
                    <a:pt x="4093086" y="493409"/>
                  </a:lnTo>
                  <a:lnTo>
                    <a:pt x="4094340" y="486333"/>
                  </a:lnTo>
                  <a:lnTo>
                    <a:pt x="4095593" y="479260"/>
                  </a:lnTo>
                  <a:lnTo>
                    <a:pt x="4096846" y="472168"/>
                  </a:lnTo>
                  <a:lnTo>
                    <a:pt x="4098099" y="465074"/>
                  </a:lnTo>
                  <a:lnTo>
                    <a:pt x="4099353" y="457999"/>
                  </a:lnTo>
                  <a:lnTo>
                    <a:pt x="4100606" y="450958"/>
                  </a:lnTo>
                  <a:lnTo>
                    <a:pt x="4101859" y="443950"/>
                  </a:lnTo>
                  <a:lnTo>
                    <a:pt x="4103112" y="436959"/>
                  </a:lnTo>
                  <a:lnTo>
                    <a:pt x="4104365" y="429994"/>
                  </a:lnTo>
                  <a:lnTo>
                    <a:pt x="4105619" y="423051"/>
                  </a:lnTo>
                  <a:lnTo>
                    <a:pt x="4106872" y="416103"/>
                  </a:lnTo>
                  <a:lnTo>
                    <a:pt x="4108125" y="409182"/>
                  </a:lnTo>
                  <a:lnTo>
                    <a:pt x="4109378" y="402311"/>
                  </a:lnTo>
                  <a:lnTo>
                    <a:pt x="4110632" y="395548"/>
                  </a:lnTo>
                  <a:lnTo>
                    <a:pt x="4111885" y="388947"/>
                  </a:lnTo>
                  <a:lnTo>
                    <a:pt x="4113138" y="382545"/>
                  </a:lnTo>
                  <a:lnTo>
                    <a:pt x="4114391" y="376328"/>
                  </a:lnTo>
                  <a:lnTo>
                    <a:pt x="4115644" y="370272"/>
                  </a:lnTo>
                  <a:lnTo>
                    <a:pt x="4116898" y="364361"/>
                  </a:lnTo>
                  <a:lnTo>
                    <a:pt x="4118151" y="358575"/>
                  </a:lnTo>
                  <a:lnTo>
                    <a:pt x="4119404" y="352930"/>
                  </a:lnTo>
                  <a:lnTo>
                    <a:pt x="4120657" y="347456"/>
                  </a:lnTo>
                  <a:lnTo>
                    <a:pt x="4121910" y="342197"/>
                  </a:lnTo>
                  <a:lnTo>
                    <a:pt x="4123164" y="337191"/>
                  </a:lnTo>
                  <a:lnTo>
                    <a:pt x="4124417" y="332434"/>
                  </a:lnTo>
                  <a:lnTo>
                    <a:pt x="4125670" y="327938"/>
                  </a:lnTo>
                  <a:lnTo>
                    <a:pt x="4126923" y="323691"/>
                  </a:lnTo>
                  <a:lnTo>
                    <a:pt x="4128177" y="319680"/>
                  </a:lnTo>
                  <a:lnTo>
                    <a:pt x="4129430" y="315880"/>
                  </a:lnTo>
                  <a:lnTo>
                    <a:pt x="4130683" y="312244"/>
                  </a:lnTo>
                  <a:lnTo>
                    <a:pt x="4131936" y="308765"/>
                  </a:lnTo>
                  <a:lnTo>
                    <a:pt x="4133189" y="305443"/>
                  </a:lnTo>
                  <a:lnTo>
                    <a:pt x="4134443" y="302275"/>
                  </a:lnTo>
                  <a:lnTo>
                    <a:pt x="4135696" y="299242"/>
                  </a:lnTo>
                  <a:lnTo>
                    <a:pt x="4136949" y="296332"/>
                  </a:lnTo>
                  <a:lnTo>
                    <a:pt x="4138202" y="293501"/>
                  </a:lnTo>
                  <a:lnTo>
                    <a:pt x="4139455" y="290691"/>
                  </a:lnTo>
                  <a:lnTo>
                    <a:pt x="4140709" y="287841"/>
                  </a:lnTo>
                  <a:lnTo>
                    <a:pt x="4141962" y="284905"/>
                  </a:lnTo>
                  <a:lnTo>
                    <a:pt x="4143215" y="281882"/>
                  </a:lnTo>
                  <a:lnTo>
                    <a:pt x="4144468" y="278753"/>
                  </a:lnTo>
                  <a:lnTo>
                    <a:pt x="4145722" y="275500"/>
                  </a:lnTo>
                  <a:lnTo>
                    <a:pt x="4146975" y="272070"/>
                  </a:lnTo>
                  <a:lnTo>
                    <a:pt x="4148228" y="268444"/>
                  </a:lnTo>
                  <a:lnTo>
                    <a:pt x="4149481" y="264612"/>
                  </a:lnTo>
                  <a:lnTo>
                    <a:pt x="4150734" y="260519"/>
                  </a:lnTo>
                  <a:lnTo>
                    <a:pt x="4151988" y="256164"/>
                  </a:lnTo>
                  <a:lnTo>
                    <a:pt x="4153241" y="251575"/>
                  </a:lnTo>
                  <a:lnTo>
                    <a:pt x="4154494" y="246775"/>
                  </a:lnTo>
                  <a:lnTo>
                    <a:pt x="4155747" y="241806"/>
                  </a:lnTo>
                  <a:lnTo>
                    <a:pt x="4157001" y="236718"/>
                  </a:lnTo>
                  <a:lnTo>
                    <a:pt x="4158254" y="231549"/>
                  </a:lnTo>
                  <a:lnTo>
                    <a:pt x="4159507" y="226351"/>
                  </a:lnTo>
                  <a:lnTo>
                    <a:pt x="4160760" y="221164"/>
                  </a:lnTo>
                  <a:lnTo>
                    <a:pt x="4162013" y="216006"/>
                  </a:lnTo>
                  <a:lnTo>
                    <a:pt x="4163267" y="210888"/>
                  </a:lnTo>
                  <a:lnTo>
                    <a:pt x="4164520" y="205810"/>
                  </a:lnTo>
                  <a:lnTo>
                    <a:pt x="4165773" y="200816"/>
                  </a:lnTo>
                  <a:lnTo>
                    <a:pt x="4167026" y="195937"/>
                  </a:lnTo>
                  <a:lnTo>
                    <a:pt x="4168279" y="191170"/>
                  </a:lnTo>
                  <a:lnTo>
                    <a:pt x="4169533" y="186562"/>
                  </a:lnTo>
                  <a:lnTo>
                    <a:pt x="4170786" y="182145"/>
                  </a:lnTo>
                  <a:lnTo>
                    <a:pt x="4172039" y="177906"/>
                  </a:lnTo>
                  <a:lnTo>
                    <a:pt x="4173292" y="173840"/>
                  </a:lnTo>
                  <a:lnTo>
                    <a:pt x="4174546" y="169921"/>
                  </a:lnTo>
                  <a:lnTo>
                    <a:pt x="4175799" y="166130"/>
                  </a:lnTo>
                  <a:lnTo>
                    <a:pt x="4177052" y="162482"/>
                  </a:lnTo>
                  <a:lnTo>
                    <a:pt x="4178305" y="158997"/>
                  </a:lnTo>
                  <a:lnTo>
                    <a:pt x="4179558" y="155700"/>
                  </a:lnTo>
                  <a:lnTo>
                    <a:pt x="4180812" y="152618"/>
                  </a:lnTo>
                  <a:lnTo>
                    <a:pt x="4182065" y="149748"/>
                  </a:lnTo>
                  <a:lnTo>
                    <a:pt x="4183318" y="147062"/>
                  </a:lnTo>
                  <a:lnTo>
                    <a:pt x="4184571" y="144506"/>
                  </a:lnTo>
                  <a:lnTo>
                    <a:pt x="4185825" y="142071"/>
                  </a:lnTo>
                  <a:lnTo>
                    <a:pt x="4187078" y="139784"/>
                  </a:lnTo>
                  <a:lnTo>
                    <a:pt x="4188331" y="137639"/>
                  </a:lnTo>
                  <a:lnTo>
                    <a:pt x="4189584" y="135644"/>
                  </a:lnTo>
                  <a:lnTo>
                    <a:pt x="4190837" y="133813"/>
                  </a:lnTo>
                  <a:lnTo>
                    <a:pt x="4192091" y="132121"/>
                  </a:lnTo>
                  <a:lnTo>
                    <a:pt x="4193344" y="130567"/>
                  </a:lnTo>
                  <a:lnTo>
                    <a:pt x="4194597" y="129147"/>
                  </a:lnTo>
                  <a:lnTo>
                    <a:pt x="4195850" y="127865"/>
                  </a:lnTo>
                  <a:lnTo>
                    <a:pt x="4197103" y="126717"/>
                  </a:lnTo>
                  <a:lnTo>
                    <a:pt x="4198357" y="125699"/>
                  </a:lnTo>
                  <a:lnTo>
                    <a:pt x="4199610" y="124813"/>
                  </a:lnTo>
                  <a:lnTo>
                    <a:pt x="4200863" y="124085"/>
                  </a:lnTo>
                  <a:lnTo>
                    <a:pt x="4202116" y="123555"/>
                  </a:lnTo>
                  <a:lnTo>
                    <a:pt x="4203370" y="123266"/>
                  </a:lnTo>
                  <a:lnTo>
                    <a:pt x="4204623" y="123239"/>
                  </a:lnTo>
                  <a:lnTo>
                    <a:pt x="4205876" y="123465"/>
                  </a:lnTo>
                  <a:lnTo>
                    <a:pt x="4207129" y="123944"/>
                  </a:lnTo>
                  <a:lnTo>
                    <a:pt x="4208382" y="124668"/>
                  </a:lnTo>
                  <a:lnTo>
                    <a:pt x="4209636" y="125658"/>
                  </a:lnTo>
                  <a:lnTo>
                    <a:pt x="4210889" y="126958"/>
                  </a:lnTo>
                  <a:lnTo>
                    <a:pt x="4212142" y="128585"/>
                  </a:lnTo>
                  <a:lnTo>
                    <a:pt x="4213395" y="130566"/>
                  </a:lnTo>
                  <a:lnTo>
                    <a:pt x="4214649" y="132893"/>
                  </a:lnTo>
                  <a:lnTo>
                    <a:pt x="4215902" y="135524"/>
                  </a:lnTo>
                  <a:lnTo>
                    <a:pt x="4217155" y="138438"/>
                  </a:lnTo>
                  <a:lnTo>
                    <a:pt x="4218408" y="141596"/>
                  </a:lnTo>
                  <a:lnTo>
                    <a:pt x="4219661" y="144954"/>
                  </a:lnTo>
                  <a:lnTo>
                    <a:pt x="4220915" y="148465"/>
                  </a:lnTo>
                  <a:lnTo>
                    <a:pt x="4222168" y="152081"/>
                  </a:lnTo>
                  <a:lnTo>
                    <a:pt x="4223421" y="155765"/>
                  </a:lnTo>
                  <a:lnTo>
                    <a:pt x="4224674" y="159490"/>
                  </a:lnTo>
                  <a:lnTo>
                    <a:pt x="4225927" y="163226"/>
                  </a:lnTo>
                  <a:lnTo>
                    <a:pt x="4227181" y="166956"/>
                  </a:lnTo>
                  <a:lnTo>
                    <a:pt x="4228434" y="170643"/>
                  </a:lnTo>
                  <a:lnTo>
                    <a:pt x="4229687" y="174221"/>
                  </a:lnTo>
                  <a:lnTo>
                    <a:pt x="4230940" y="177656"/>
                  </a:lnTo>
                  <a:lnTo>
                    <a:pt x="4232194" y="180924"/>
                  </a:lnTo>
                  <a:lnTo>
                    <a:pt x="4233447" y="183989"/>
                  </a:lnTo>
                  <a:lnTo>
                    <a:pt x="4234700" y="186868"/>
                  </a:lnTo>
                  <a:lnTo>
                    <a:pt x="4235953" y="189591"/>
                  </a:lnTo>
                  <a:lnTo>
                    <a:pt x="4237206" y="192180"/>
                  </a:lnTo>
                  <a:lnTo>
                    <a:pt x="4238460" y="194648"/>
                  </a:lnTo>
                  <a:lnTo>
                    <a:pt x="4239713" y="197005"/>
                  </a:lnTo>
                  <a:lnTo>
                    <a:pt x="4240966" y="199225"/>
                  </a:lnTo>
                  <a:lnTo>
                    <a:pt x="4242219" y="201305"/>
                  </a:lnTo>
                  <a:lnTo>
                    <a:pt x="4243473" y="203221"/>
                  </a:lnTo>
                  <a:lnTo>
                    <a:pt x="4244726" y="204963"/>
                  </a:lnTo>
                  <a:lnTo>
                    <a:pt x="4245979" y="206553"/>
                  </a:lnTo>
                  <a:lnTo>
                    <a:pt x="4247232" y="208044"/>
                  </a:lnTo>
                  <a:lnTo>
                    <a:pt x="4248485" y="209484"/>
                  </a:lnTo>
                  <a:lnTo>
                    <a:pt x="4249739" y="210864"/>
                  </a:lnTo>
                  <a:lnTo>
                    <a:pt x="4250992" y="212212"/>
                  </a:lnTo>
                  <a:lnTo>
                    <a:pt x="4252245" y="213556"/>
                  </a:lnTo>
                  <a:lnTo>
                    <a:pt x="4253498" y="214878"/>
                  </a:lnTo>
                  <a:lnTo>
                    <a:pt x="4254751" y="216151"/>
                  </a:lnTo>
                  <a:lnTo>
                    <a:pt x="4256005" y="217397"/>
                  </a:lnTo>
                  <a:lnTo>
                    <a:pt x="4257258" y="218627"/>
                  </a:lnTo>
                  <a:lnTo>
                    <a:pt x="4258511" y="219880"/>
                  </a:lnTo>
                  <a:lnTo>
                    <a:pt x="4259764" y="221198"/>
                  </a:lnTo>
                  <a:lnTo>
                    <a:pt x="4261018" y="222605"/>
                  </a:lnTo>
                  <a:lnTo>
                    <a:pt x="4262271" y="224134"/>
                  </a:lnTo>
                  <a:lnTo>
                    <a:pt x="4263524" y="225816"/>
                  </a:lnTo>
                  <a:lnTo>
                    <a:pt x="4264777" y="227669"/>
                  </a:lnTo>
                  <a:lnTo>
                    <a:pt x="4266030" y="229690"/>
                  </a:lnTo>
                  <a:lnTo>
                    <a:pt x="4267284" y="231874"/>
                  </a:lnTo>
                  <a:lnTo>
                    <a:pt x="4268537" y="234245"/>
                  </a:lnTo>
                  <a:lnTo>
                    <a:pt x="4269790" y="236816"/>
                  </a:lnTo>
                  <a:lnTo>
                    <a:pt x="4271043" y="239586"/>
                  </a:lnTo>
                  <a:lnTo>
                    <a:pt x="4272297" y="242554"/>
                  </a:lnTo>
                  <a:lnTo>
                    <a:pt x="4273550" y="245753"/>
                  </a:lnTo>
                  <a:lnTo>
                    <a:pt x="4274803" y="249190"/>
                  </a:lnTo>
                  <a:lnTo>
                    <a:pt x="4276056" y="252885"/>
                  </a:lnTo>
                  <a:lnTo>
                    <a:pt x="4277309" y="256872"/>
                  </a:lnTo>
                  <a:lnTo>
                    <a:pt x="4278563" y="261178"/>
                  </a:lnTo>
                  <a:lnTo>
                    <a:pt x="4279816" y="265822"/>
                  </a:lnTo>
                  <a:lnTo>
                    <a:pt x="4281069" y="270834"/>
                  </a:lnTo>
                  <a:lnTo>
                    <a:pt x="4282322" y="276212"/>
                  </a:lnTo>
                  <a:lnTo>
                    <a:pt x="4283575" y="281964"/>
                  </a:lnTo>
                  <a:lnTo>
                    <a:pt x="4284829" y="288083"/>
                  </a:lnTo>
                  <a:lnTo>
                    <a:pt x="4286082" y="294555"/>
                  </a:lnTo>
                  <a:lnTo>
                    <a:pt x="4287335" y="301367"/>
                  </a:lnTo>
                  <a:lnTo>
                    <a:pt x="4288588" y="308521"/>
                  </a:lnTo>
                  <a:lnTo>
                    <a:pt x="4289842" y="316018"/>
                  </a:lnTo>
                  <a:lnTo>
                    <a:pt x="4291095" y="323889"/>
                  </a:lnTo>
                  <a:lnTo>
                    <a:pt x="4292348" y="332179"/>
                  </a:lnTo>
                  <a:lnTo>
                    <a:pt x="4293601" y="340913"/>
                  </a:lnTo>
                  <a:lnTo>
                    <a:pt x="4294854" y="350067"/>
                  </a:lnTo>
                  <a:lnTo>
                    <a:pt x="4296108" y="359594"/>
                  </a:lnTo>
                  <a:lnTo>
                    <a:pt x="4297361" y="369437"/>
                  </a:lnTo>
                  <a:lnTo>
                    <a:pt x="4298614" y="379523"/>
                  </a:lnTo>
                  <a:lnTo>
                    <a:pt x="4299867" y="389786"/>
                  </a:lnTo>
                  <a:lnTo>
                    <a:pt x="4301120" y="400205"/>
                  </a:lnTo>
                  <a:lnTo>
                    <a:pt x="4302374" y="410751"/>
                  </a:lnTo>
                  <a:lnTo>
                    <a:pt x="4303627" y="421423"/>
                  </a:lnTo>
                  <a:lnTo>
                    <a:pt x="4304880" y="432237"/>
                  </a:lnTo>
                  <a:lnTo>
                    <a:pt x="4306133" y="443191"/>
                  </a:lnTo>
                  <a:lnTo>
                    <a:pt x="4307387" y="454274"/>
                  </a:lnTo>
                  <a:lnTo>
                    <a:pt x="4308640" y="465436"/>
                  </a:lnTo>
                  <a:lnTo>
                    <a:pt x="4309893" y="476632"/>
                  </a:lnTo>
                  <a:lnTo>
                    <a:pt x="4311146" y="487795"/>
                  </a:lnTo>
                  <a:lnTo>
                    <a:pt x="4312399" y="498898"/>
                  </a:lnTo>
                  <a:lnTo>
                    <a:pt x="4313653" y="509922"/>
                  </a:lnTo>
                  <a:lnTo>
                    <a:pt x="4314906" y="520822"/>
                  </a:lnTo>
                  <a:lnTo>
                    <a:pt x="4316159" y="531597"/>
                  </a:lnTo>
                  <a:lnTo>
                    <a:pt x="4317412" y="542266"/>
                  </a:lnTo>
                  <a:lnTo>
                    <a:pt x="4318666" y="552848"/>
                  </a:lnTo>
                  <a:lnTo>
                    <a:pt x="4319919" y="563329"/>
                  </a:lnTo>
                  <a:lnTo>
                    <a:pt x="4321172" y="573642"/>
                  </a:lnTo>
                  <a:lnTo>
                    <a:pt x="4322425" y="583730"/>
                  </a:lnTo>
                  <a:lnTo>
                    <a:pt x="4323678" y="593543"/>
                  </a:lnTo>
                  <a:lnTo>
                    <a:pt x="4324932" y="603033"/>
                  </a:lnTo>
                  <a:lnTo>
                    <a:pt x="4326185" y="612163"/>
                  </a:lnTo>
                  <a:lnTo>
                    <a:pt x="4327438" y="620904"/>
                  </a:lnTo>
                  <a:lnTo>
                    <a:pt x="4328691" y="629233"/>
                  </a:lnTo>
                  <a:lnTo>
                    <a:pt x="4329944" y="637172"/>
                  </a:lnTo>
                  <a:lnTo>
                    <a:pt x="4331198" y="644711"/>
                  </a:lnTo>
                  <a:lnTo>
                    <a:pt x="4332451" y="651819"/>
                  </a:lnTo>
                  <a:lnTo>
                    <a:pt x="4333704" y="658482"/>
                  </a:lnTo>
                  <a:lnTo>
                    <a:pt x="4334957" y="664686"/>
                  </a:lnTo>
                  <a:lnTo>
                    <a:pt x="4336211" y="670402"/>
                  </a:lnTo>
                  <a:lnTo>
                    <a:pt x="4337464" y="675565"/>
                  </a:lnTo>
                  <a:lnTo>
                    <a:pt x="4338717" y="680138"/>
                  </a:lnTo>
                  <a:lnTo>
                    <a:pt x="4339970" y="684107"/>
                  </a:lnTo>
                  <a:lnTo>
                    <a:pt x="4341223" y="687449"/>
                  </a:lnTo>
                  <a:lnTo>
                    <a:pt x="4342477" y="690148"/>
                  </a:lnTo>
                  <a:lnTo>
                    <a:pt x="4343730" y="692161"/>
                  </a:lnTo>
                  <a:lnTo>
                    <a:pt x="4344983" y="693455"/>
                  </a:lnTo>
                  <a:lnTo>
                    <a:pt x="4346236" y="694010"/>
                  </a:lnTo>
                  <a:lnTo>
                    <a:pt x="4347490" y="693835"/>
                  </a:lnTo>
                  <a:lnTo>
                    <a:pt x="4348743" y="692950"/>
                  </a:lnTo>
                  <a:lnTo>
                    <a:pt x="4349996" y="691389"/>
                  </a:lnTo>
                  <a:lnTo>
                    <a:pt x="4351249" y="689166"/>
                  </a:lnTo>
                  <a:lnTo>
                    <a:pt x="4352502" y="686312"/>
                  </a:lnTo>
                  <a:lnTo>
                    <a:pt x="4353756" y="682815"/>
                  </a:lnTo>
                  <a:lnTo>
                    <a:pt x="4355009" y="678631"/>
                  </a:lnTo>
                  <a:lnTo>
                    <a:pt x="4356262" y="673744"/>
                  </a:lnTo>
                  <a:lnTo>
                    <a:pt x="4357515" y="668173"/>
                  </a:lnTo>
                  <a:lnTo>
                    <a:pt x="4358768" y="661987"/>
                  </a:lnTo>
                  <a:lnTo>
                    <a:pt x="4360022" y="655293"/>
                  </a:lnTo>
                  <a:lnTo>
                    <a:pt x="4361275" y="648202"/>
                  </a:lnTo>
                  <a:lnTo>
                    <a:pt x="4362528" y="640803"/>
                  </a:lnTo>
                  <a:lnTo>
                    <a:pt x="4363781" y="633167"/>
                  </a:lnTo>
                  <a:lnTo>
                    <a:pt x="4365035" y="625363"/>
                  </a:lnTo>
                  <a:lnTo>
                    <a:pt x="4366288" y="617432"/>
                  </a:lnTo>
                  <a:lnTo>
                    <a:pt x="4367541" y="609357"/>
                  </a:lnTo>
                  <a:lnTo>
                    <a:pt x="4368794" y="601117"/>
                  </a:lnTo>
                  <a:lnTo>
                    <a:pt x="4370047" y="592718"/>
                  </a:lnTo>
                  <a:lnTo>
                    <a:pt x="4371301" y="584190"/>
                  </a:lnTo>
                  <a:lnTo>
                    <a:pt x="4372554" y="575586"/>
                  </a:lnTo>
                  <a:lnTo>
                    <a:pt x="4373807" y="566950"/>
                  </a:lnTo>
                  <a:lnTo>
                    <a:pt x="4375060" y="558317"/>
                  </a:lnTo>
                  <a:lnTo>
                    <a:pt x="4376314" y="549703"/>
                  </a:lnTo>
                  <a:lnTo>
                    <a:pt x="4377567" y="541114"/>
                  </a:lnTo>
                  <a:lnTo>
                    <a:pt x="4378820" y="532538"/>
                  </a:lnTo>
                  <a:lnTo>
                    <a:pt x="4380073" y="523979"/>
                  </a:lnTo>
                  <a:lnTo>
                    <a:pt x="4381326" y="515445"/>
                  </a:lnTo>
                  <a:lnTo>
                    <a:pt x="4382580" y="506937"/>
                  </a:lnTo>
                  <a:lnTo>
                    <a:pt x="4383833" y="498475"/>
                  </a:lnTo>
                  <a:lnTo>
                    <a:pt x="4385086" y="490106"/>
                  </a:lnTo>
                  <a:lnTo>
                    <a:pt x="4386339" y="481879"/>
                  </a:lnTo>
                  <a:lnTo>
                    <a:pt x="4387592" y="473860"/>
                  </a:lnTo>
                  <a:lnTo>
                    <a:pt x="4388846" y="466103"/>
                  </a:lnTo>
                  <a:lnTo>
                    <a:pt x="4390099" y="458646"/>
                  </a:lnTo>
                  <a:lnTo>
                    <a:pt x="4391352" y="451512"/>
                  </a:lnTo>
                  <a:lnTo>
                    <a:pt x="4392605" y="444684"/>
                  </a:lnTo>
                  <a:lnTo>
                    <a:pt x="4393859" y="438163"/>
                  </a:lnTo>
                  <a:lnTo>
                    <a:pt x="4395112" y="431939"/>
                  </a:lnTo>
                  <a:lnTo>
                    <a:pt x="4396365" y="426049"/>
                  </a:lnTo>
                  <a:lnTo>
                    <a:pt x="4397618" y="420509"/>
                  </a:lnTo>
                  <a:lnTo>
                    <a:pt x="4398871" y="415310"/>
                  </a:lnTo>
                  <a:lnTo>
                    <a:pt x="4400125" y="410491"/>
                  </a:lnTo>
                  <a:lnTo>
                    <a:pt x="4401378" y="406080"/>
                  </a:lnTo>
                  <a:lnTo>
                    <a:pt x="4402631" y="402084"/>
                  </a:lnTo>
                  <a:lnTo>
                    <a:pt x="4403884" y="398493"/>
                  </a:lnTo>
                  <a:lnTo>
                    <a:pt x="4405138" y="395296"/>
                  </a:lnTo>
                  <a:lnTo>
                    <a:pt x="4406391" y="392501"/>
                  </a:lnTo>
                  <a:lnTo>
                    <a:pt x="4407644" y="390179"/>
                  </a:lnTo>
                  <a:lnTo>
                    <a:pt x="4408897" y="388382"/>
                  </a:lnTo>
                  <a:lnTo>
                    <a:pt x="4410150" y="387195"/>
                  </a:lnTo>
                  <a:lnTo>
                    <a:pt x="4411404" y="386652"/>
                  </a:lnTo>
                  <a:lnTo>
                    <a:pt x="4412657" y="386750"/>
                  </a:lnTo>
                  <a:lnTo>
                    <a:pt x="4413910" y="387478"/>
                  </a:lnTo>
                  <a:lnTo>
                    <a:pt x="4415163" y="388808"/>
                  </a:lnTo>
                  <a:lnTo>
                    <a:pt x="4416416" y="390717"/>
                  </a:lnTo>
                  <a:lnTo>
                    <a:pt x="4417670" y="393226"/>
                  </a:lnTo>
                  <a:lnTo>
                    <a:pt x="4418923" y="396367"/>
                  </a:lnTo>
                  <a:lnTo>
                    <a:pt x="4420176" y="400170"/>
                  </a:lnTo>
                  <a:lnTo>
                    <a:pt x="4421429" y="404631"/>
                  </a:lnTo>
                  <a:lnTo>
                    <a:pt x="4422683" y="409677"/>
                  </a:lnTo>
                  <a:lnTo>
                    <a:pt x="4423936" y="415223"/>
                  </a:lnTo>
                  <a:lnTo>
                    <a:pt x="4425189" y="421211"/>
                  </a:lnTo>
                  <a:lnTo>
                    <a:pt x="4426442" y="427563"/>
                  </a:lnTo>
                  <a:lnTo>
                    <a:pt x="4427695" y="434212"/>
                  </a:lnTo>
                  <a:lnTo>
                    <a:pt x="4428949" y="441078"/>
                  </a:lnTo>
                  <a:lnTo>
                    <a:pt x="4430202" y="448163"/>
                  </a:lnTo>
                  <a:lnTo>
                    <a:pt x="4431455" y="455502"/>
                  </a:lnTo>
                  <a:lnTo>
                    <a:pt x="4432708" y="463126"/>
                  </a:lnTo>
                  <a:lnTo>
                    <a:pt x="4433962" y="471040"/>
                  </a:lnTo>
                  <a:lnTo>
                    <a:pt x="4435215" y="479242"/>
                  </a:lnTo>
                  <a:lnTo>
                    <a:pt x="4436468" y="487724"/>
                  </a:lnTo>
                  <a:lnTo>
                    <a:pt x="4437721" y="496472"/>
                  </a:lnTo>
                  <a:lnTo>
                    <a:pt x="4438974" y="505472"/>
                  </a:lnTo>
                  <a:lnTo>
                    <a:pt x="4440228" y="514735"/>
                  </a:lnTo>
                  <a:lnTo>
                    <a:pt x="4441481" y="524290"/>
                  </a:lnTo>
                  <a:lnTo>
                    <a:pt x="4442734" y="534167"/>
                  </a:lnTo>
                  <a:lnTo>
                    <a:pt x="4443987" y="544334"/>
                  </a:lnTo>
                  <a:lnTo>
                    <a:pt x="4445240" y="554786"/>
                  </a:lnTo>
                  <a:lnTo>
                    <a:pt x="4446494" y="565543"/>
                  </a:lnTo>
                  <a:lnTo>
                    <a:pt x="4447747" y="576604"/>
                  </a:lnTo>
                  <a:lnTo>
                    <a:pt x="4449000" y="587947"/>
                  </a:lnTo>
                  <a:lnTo>
                    <a:pt x="4450253" y="599514"/>
                  </a:lnTo>
                  <a:lnTo>
                    <a:pt x="4451507" y="611244"/>
                  </a:lnTo>
                  <a:lnTo>
                    <a:pt x="4452760" y="623071"/>
                  </a:lnTo>
                  <a:lnTo>
                    <a:pt x="4454013" y="634938"/>
                  </a:lnTo>
                  <a:lnTo>
                    <a:pt x="4455266" y="646839"/>
                  </a:lnTo>
                  <a:lnTo>
                    <a:pt x="4456519" y="658753"/>
                  </a:lnTo>
                  <a:lnTo>
                    <a:pt x="4457773" y="670666"/>
                  </a:lnTo>
                  <a:lnTo>
                    <a:pt x="4459026" y="682559"/>
                  </a:lnTo>
                  <a:lnTo>
                    <a:pt x="4460279" y="694401"/>
                  </a:lnTo>
                  <a:lnTo>
                    <a:pt x="4461532" y="706191"/>
                  </a:lnTo>
                  <a:lnTo>
                    <a:pt x="4462785" y="717933"/>
                  </a:lnTo>
                  <a:lnTo>
                    <a:pt x="4464039" y="729594"/>
                  </a:lnTo>
                  <a:lnTo>
                    <a:pt x="4465292" y="741135"/>
                  </a:lnTo>
                  <a:lnTo>
                    <a:pt x="4466545" y="752548"/>
                  </a:lnTo>
                  <a:lnTo>
                    <a:pt x="4467798" y="763823"/>
                  </a:lnTo>
                  <a:lnTo>
                    <a:pt x="4469052" y="774978"/>
                  </a:lnTo>
                  <a:lnTo>
                    <a:pt x="4470305" y="785997"/>
                  </a:lnTo>
                  <a:lnTo>
                    <a:pt x="4471558" y="796851"/>
                  </a:lnTo>
                  <a:lnTo>
                    <a:pt x="4472811" y="807449"/>
                  </a:lnTo>
                  <a:lnTo>
                    <a:pt x="4474064" y="817699"/>
                  </a:lnTo>
                  <a:lnTo>
                    <a:pt x="4475318" y="827565"/>
                  </a:lnTo>
                  <a:lnTo>
                    <a:pt x="4476571" y="837060"/>
                  </a:lnTo>
                  <a:lnTo>
                    <a:pt x="4477824" y="846197"/>
                  </a:lnTo>
                  <a:lnTo>
                    <a:pt x="4479077" y="855014"/>
                  </a:lnTo>
                  <a:lnTo>
                    <a:pt x="4480331" y="863511"/>
                  </a:lnTo>
                  <a:lnTo>
                    <a:pt x="4481584" y="871669"/>
                  </a:lnTo>
                  <a:lnTo>
                    <a:pt x="4482837" y="879482"/>
                  </a:lnTo>
                  <a:lnTo>
                    <a:pt x="4484090" y="886933"/>
                  </a:lnTo>
                  <a:lnTo>
                    <a:pt x="4485343" y="894032"/>
                  </a:lnTo>
                  <a:lnTo>
                    <a:pt x="4486597" y="900824"/>
                  </a:lnTo>
                  <a:lnTo>
                    <a:pt x="4487850" y="907335"/>
                  </a:lnTo>
                  <a:lnTo>
                    <a:pt x="4489103" y="913573"/>
                  </a:lnTo>
                  <a:lnTo>
                    <a:pt x="4490356" y="919567"/>
                  </a:lnTo>
                  <a:lnTo>
                    <a:pt x="4491609" y="925391"/>
                  </a:lnTo>
                  <a:lnTo>
                    <a:pt x="4492863" y="931073"/>
                  </a:lnTo>
                  <a:lnTo>
                    <a:pt x="4494116" y="936583"/>
                  </a:lnTo>
                  <a:lnTo>
                    <a:pt x="4495369" y="941905"/>
                  </a:lnTo>
                  <a:lnTo>
                    <a:pt x="4496622" y="947039"/>
                  </a:lnTo>
                  <a:lnTo>
                    <a:pt x="4497876" y="951991"/>
                  </a:lnTo>
                  <a:lnTo>
                    <a:pt x="4499129" y="956760"/>
                  </a:lnTo>
                  <a:lnTo>
                    <a:pt x="4500382" y="961367"/>
                  </a:lnTo>
                  <a:lnTo>
                    <a:pt x="4501635" y="965810"/>
                  </a:lnTo>
                  <a:lnTo>
                    <a:pt x="4502888" y="970084"/>
                  </a:lnTo>
                  <a:lnTo>
                    <a:pt x="4504142" y="974213"/>
                  </a:lnTo>
                  <a:lnTo>
                    <a:pt x="4505395" y="978174"/>
                  </a:lnTo>
                  <a:lnTo>
                    <a:pt x="4506648" y="981953"/>
                  </a:lnTo>
                  <a:lnTo>
                    <a:pt x="4507901" y="985564"/>
                  </a:lnTo>
                  <a:lnTo>
                    <a:pt x="4509155" y="988987"/>
                  </a:lnTo>
                  <a:lnTo>
                    <a:pt x="4510408" y="992166"/>
                  </a:lnTo>
                  <a:lnTo>
                    <a:pt x="4511661" y="995077"/>
                  </a:lnTo>
                  <a:lnTo>
                    <a:pt x="4512914" y="997717"/>
                  </a:lnTo>
                  <a:lnTo>
                    <a:pt x="4514167" y="1000107"/>
                  </a:lnTo>
                  <a:lnTo>
                    <a:pt x="4515421" y="1002280"/>
                  </a:lnTo>
                  <a:lnTo>
                    <a:pt x="4516674" y="1004271"/>
                  </a:lnTo>
                  <a:lnTo>
                    <a:pt x="4517927" y="1006093"/>
                  </a:lnTo>
                  <a:lnTo>
                    <a:pt x="4519180" y="1007744"/>
                  </a:lnTo>
                  <a:lnTo>
                    <a:pt x="4520433" y="1009267"/>
                  </a:lnTo>
                  <a:lnTo>
                    <a:pt x="4521687" y="1010668"/>
                  </a:lnTo>
                  <a:lnTo>
                    <a:pt x="4522940" y="1011941"/>
                  </a:lnTo>
                  <a:lnTo>
                    <a:pt x="4524193" y="1013098"/>
                  </a:lnTo>
                  <a:lnTo>
                    <a:pt x="4525446" y="1014149"/>
                  </a:lnTo>
                  <a:lnTo>
                    <a:pt x="4526700" y="1015121"/>
                  </a:lnTo>
                  <a:lnTo>
                    <a:pt x="4527953" y="1016053"/>
                  </a:lnTo>
                  <a:lnTo>
                    <a:pt x="4529206" y="1016997"/>
                  </a:lnTo>
                  <a:lnTo>
                    <a:pt x="4530459" y="1017981"/>
                  </a:lnTo>
                  <a:lnTo>
                    <a:pt x="4531712" y="1019031"/>
                  </a:lnTo>
                  <a:lnTo>
                    <a:pt x="4532966" y="1020115"/>
                  </a:lnTo>
                  <a:lnTo>
                    <a:pt x="4534219" y="1021247"/>
                  </a:lnTo>
                  <a:lnTo>
                    <a:pt x="4535472" y="1022397"/>
                  </a:lnTo>
                  <a:lnTo>
                    <a:pt x="4536725" y="1023603"/>
                  </a:lnTo>
                  <a:lnTo>
                    <a:pt x="4537979" y="1024896"/>
                  </a:lnTo>
                  <a:lnTo>
                    <a:pt x="4539232" y="1026248"/>
                  </a:lnTo>
                  <a:lnTo>
                    <a:pt x="4540485" y="1027658"/>
                  </a:lnTo>
                  <a:lnTo>
                    <a:pt x="4541738" y="1029130"/>
                  </a:lnTo>
                  <a:lnTo>
                    <a:pt x="4542991" y="1030642"/>
                  </a:lnTo>
                  <a:lnTo>
                    <a:pt x="4544245" y="1032196"/>
                  </a:lnTo>
                  <a:lnTo>
                    <a:pt x="4545498" y="1033777"/>
                  </a:lnTo>
                  <a:lnTo>
                    <a:pt x="4546751" y="1035366"/>
                  </a:lnTo>
                  <a:lnTo>
                    <a:pt x="4548004" y="1036968"/>
                  </a:lnTo>
                  <a:lnTo>
                    <a:pt x="4549257" y="1038574"/>
                  </a:lnTo>
                  <a:lnTo>
                    <a:pt x="4550511" y="1040168"/>
                  </a:lnTo>
                  <a:lnTo>
                    <a:pt x="4551764" y="1041779"/>
                  </a:lnTo>
                  <a:lnTo>
                    <a:pt x="4553017" y="1043399"/>
                  </a:lnTo>
                  <a:lnTo>
                    <a:pt x="4554270" y="1045035"/>
                  </a:lnTo>
                  <a:lnTo>
                    <a:pt x="4555524" y="1046672"/>
                  </a:lnTo>
                  <a:lnTo>
                    <a:pt x="4556777" y="1048314"/>
                  </a:lnTo>
                  <a:lnTo>
                    <a:pt x="4558030" y="1049989"/>
                  </a:lnTo>
                  <a:lnTo>
                    <a:pt x="4559283" y="1051702"/>
                  </a:lnTo>
                  <a:lnTo>
                    <a:pt x="4560536" y="1053440"/>
                  </a:lnTo>
                  <a:lnTo>
                    <a:pt x="4561790" y="1055199"/>
                  </a:lnTo>
                  <a:lnTo>
                    <a:pt x="4563043" y="1056960"/>
                  </a:lnTo>
                  <a:lnTo>
                    <a:pt x="4564296" y="1058714"/>
                  </a:lnTo>
                  <a:lnTo>
                    <a:pt x="4565549" y="1060476"/>
                  </a:lnTo>
                  <a:lnTo>
                    <a:pt x="4566803" y="1062210"/>
                  </a:lnTo>
                  <a:lnTo>
                    <a:pt x="4568056" y="1063874"/>
                  </a:lnTo>
                  <a:lnTo>
                    <a:pt x="4569309" y="1065476"/>
                  </a:lnTo>
                  <a:lnTo>
                    <a:pt x="4570562" y="1066980"/>
                  </a:lnTo>
                  <a:lnTo>
                    <a:pt x="4571815" y="1068382"/>
                  </a:lnTo>
                  <a:lnTo>
                    <a:pt x="4573069" y="1069719"/>
                  </a:lnTo>
                  <a:lnTo>
                    <a:pt x="4574322" y="1071039"/>
                  </a:lnTo>
                  <a:lnTo>
                    <a:pt x="4575575" y="1072373"/>
                  </a:lnTo>
                  <a:lnTo>
                    <a:pt x="4576828" y="1073745"/>
                  </a:lnTo>
                  <a:lnTo>
                    <a:pt x="4578081" y="1075138"/>
                  </a:lnTo>
                  <a:lnTo>
                    <a:pt x="4579335" y="1076534"/>
                  </a:lnTo>
                  <a:lnTo>
                    <a:pt x="4580588" y="1077936"/>
                  </a:lnTo>
                  <a:lnTo>
                    <a:pt x="4581841" y="1079378"/>
                  </a:lnTo>
                  <a:lnTo>
                    <a:pt x="4583094" y="1080871"/>
                  </a:lnTo>
                  <a:lnTo>
                    <a:pt x="4584348" y="1082383"/>
                  </a:lnTo>
                  <a:lnTo>
                    <a:pt x="4585601" y="1083957"/>
                  </a:lnTo>
                  <a:lnTo>
                    <a:pt x="4586854" y="1085622"/>
                  </a:lnTo>
                  <a:lnTo>
                    <a:pt x="4588107" y="1087376"/>
                  </a:lnTo>
                  <a:lnTo>
                    <a:pt x="4589360" y="1089240"/>
                  </a:lnTo>
                  <a:lnTo>
                    <a:pt x="4590614" y="1091208"/>
                  </a:lnTo>
                  <a:lnTo>
                    <a:pt x="4591867" y="1093255"/>
                  </a:lnTo>
                  <a:lnTo>
                    <a:pt x="4593120" y="1095352"/>
                  </a:lnTo>
                  <a:lnTo>
                    <a:pt x="4594373" y="1097473"/>
                  </a:lnTo>
                  <a:lnTo>
                    <a:pt x="4595627" y="1099565"/>
                  </a:lnTo>
                  <a:lnTo>
                    <a:pt x="4596880" y="1101633"/>
                  </a:lnTo>
                  <a:lnTo>
                    <a:pt x="4598133" y="1103719"/>
                  </a:lnTo>
                  <a:lnTo>
                    <a:pt x="4599386" y="1105879"/>
                  </a:lnTo>
                  <a:lnTo>
                    <a:pt x="4600639" y="1108131"/>
                  </a:lnTo>
                  <a:lnTo>
                    <a:pt x="4601893" y="1110472"/>
                  </a:lnTo>
                  <a:lnTo>
                    <a:pt x="4603146" y="1112940"/>
                  </a:lnTo>
                  <a:lnTo>
                    <a:pt x="4604399" y="1115506"/>
                  </a:lnTo>
                  <a:lnTo>
                    <a:pt x="4605652" y="1118176"/>
                  </a:lnTo>
                  <a:lnTo>
                    <a:pt x="4606905" y="1120954"/>
                  </a:lnTo>
                  <a:lnTo>
                    <a:pt x="4608159" y="1123851"/>
                  </a:lnTo>
                  <a:lnTo>
                    <a:pt x="4609412" y="1126888"/>
                  </a:lnTo>
                  <a:lnTo>
                    <a:pt x="4610665" y="1130083"/>
                  </a:lnTo>
                  <a:lnTo>
                    <a:pt x="4611918" y="1133423"/>
                  </a:lnTo>
                  <a:lnTo>
                    <a:pt x="4613172" y="1136907"/>
                  </a:lnTo>
                  <a:lnTo>
                    <a:pt x="4614425" y="1140567"/>
                  </a:lnTo>
                  <a:lnTo>
                    <a:pt x="4615678" y="1144394"/>
                  </a:lnTo>
                  <a:lnTo>
                    <a:pt x="4616931" y="1148336"/>
                  </a:lnTo>
                  <a:lnTo>
                    <a:pt x="4618184" y="1152322"/>
                  </a:lnTo>
                  <a:lnTo>
                    <a:pt x="4619438" y="1156321"/>
                  </a:lnTo>
                  <a:lnTo>
                    <a:pt x="4620691" y="1160331"/>
                  </a:lnTo>
                  <a:lnTo>
                    <a:pt x="4621944" y="1164325"/>
                  </a:lnTo>
                  <a:lnTo>
                    <a:pt x="4623197" y="1168274"/>
                  </a:lnTo>
                  <a:lnTo>
                    <a:pt x="4624450" y="1172141"/>
                  </a:lnTo>
                  <a:lnTo>
                    <a:pt x="4625704" y="1175913"/>
                  </a:lnTo>
                  <a:lnTo>
                    <a:pt x="4626957" y="1179591"/>
                  </a:lnTo>
                  <a:lnTo>
                    <a:pt x="4628210" y="1183130"/>
                  </a:lnTo>
                  <a:lnTo>
                    <a:pt x="4629463" y="1186515"/>
                  </a:lnTo>
                  <a:lnTo>
                    <a:pt x="4630717" y="1189785"/>
                  </a:lnTo>
                  <a:lnTo>
                    <a:pt x="4631970" y="1192911"/>
                  </a:lnTo>
                  <a:lnTo>
                    <a:pt x="4633223" y="1195911"/>
                  </a:lnTo>
                  <a:lnTo>
                    <a:pt x="4634476" y="1198815"/>
                  </a:lnTo>
                  <a:lnTo>
                    <a:pt x="4635729" y="1201638"/>
                  </a:lnTo>
                  <a:lnTo>
                    <a:pt x="4636983" y="1204364"/>
                  </a:lnTo>
                  <a:lnTo>
                    <a:pt x="4638236" y="1206984"/>
                  </a:lnTo>
                  <a:lnTo>
                    <a:pt x="4639489" y="1209471"/>
                  </a:lnTo>
                  <a:lnTo>
                    <a:pt x="4640742" y="1211823"/>
                  </a:lnTo>
                  <a:lnTo>
                    <a:pt x="4641996" y="1214078"/>
                  </a:lnTo>
                  <a:lnTo>
                    <a:pt x="4643249" y="1216234"/>
                  </a:lnTo>
                  <a:lnTo>
                    <a:pt x="4644502" y="1218248"/>
                  </a:lnTo>
                  <a:lnTo>
                    <a:pt x="4645755" y="1220075"/>
                  </a:lnTo>
                  <a:lnTo>
                    <a:pt x="4647008" y="1221748"/>
                  </a:lnTo>
                  <a:lnTo>
                    <a:pt x="4648262" y="1223281"/>
                  </a:lnTo>
                  <a:lnTo>
                    <a:pt x="4649515" y="1224606"/>
                  </a:lnTo>
                  <a:lnTo>
                    <a:pt x="4650768" y="1225756"/>
                  </a:lnTo>
                  <a:lnTo>
                    <a:pt x="4652021" y="1226727"/>
                  </a:lnTo>
                  <a:lnTo>
                    <a:pt x="4653274" y="1227487"/>
                  </a:lnTo>
                  <a:lnTo>
                    <a:pt x="4654528" y="1228031"/>
                  </a:lnTo>
                  <a:lnTo>
                    <a:pt x="4655781" y="1228374"/>
                  </a:lnTo>
                  <a:lnTo>
                    <a:pt x="4657034" y="1228525"/>
                  </a:lnTo>
                  <a:lnTo>
                    <a:pt x="4658287" y="1228556"/>
                  </a:lnTo>
                  <a:lnTo>
                    <a:pt x="4659541" y="1228507"/>
                  </a:lnTo>
                  <a:lnTo>
                    <a:pt x="4660794" y="1228388"/>
                  </a:lnTo>
                  <a:lnTo>
                    <a:pt x="4662047" y="1228173"/>
                  </a:lnTo>
                  <a:lnTo>
                    <a:pt x="4663300" y="1227876"/>
                  </a:lnTo>
                  <a:lnTo>
                    <a:pt x="4664553" y="1227543"/>
                  </a:lnTo>
                  <a:lnTo>
                    <a:pt x="4665807" y="1227155"/>
                  </a:lnTo>
                  <a:lnTo>
                    <a:pt x="4667060" y="1226697"/>
                  </a:lnTo>
                  <a:lnTo>
                    <a:pt x="4668313" y="1226225"/>
                  </a:lnTo>
                  <a:lnTo>
                    <a:pt x="4669566" y="1225733"/>
                  </a:lnTo>
                  <a:lnTo>
                    <a:pt x="4670820" y="1225216"/>
                  </a:lnTo>
                  <a:lnTo>
                    <a:pt x="4672073" y="1224672"/>
                  </a:lnTo>
                  <a:lnTo>
                    <a:pt x="4673326" y="1224075"/>
                  </a:lnTo>
                  <a:lnTo>
                    <a:pt x="4674579" y="1223412"/>
                  </a:lnTo>
                  <a:lnTo>
                    <a:pt x="4675832" y="1222681"/>
                  </a:lnTo>
                  <a:lnTo>
                    <a:pt x="4677086" y="1221827"/>
                  </a:lnTo>
                  <a:lnTo>
                    <a:pt x="4678339" y="1220813"/>
                  </a:lnTo>
                  <a:lnTo>
                    <a:pt x="4679592" y="1219657"/>
                  </a:lnTo>
                  <a:lnTo>
                    <a:pt x="4680845" y="1218427"/>
                  </a:lnTo>
                  <a:lnTo>
                    <a:pt x="4682098" y="1217170"/>
                  </a:lnTo>
                  <a:lnTo>
                    <a:pt x="4683352" y="1215839"/>
                  </a:lnTo>
                  <a:lnTo>
                    <a:pt x="4684605" y="1214436"/>
                  </a:lnTo>
                  <a:lnTo>
                    <a:pt x="4685858" y="1212975"/>
                  </a:lnTo>
                  <a:lnTo>
                    <a:pt x="4687111" y="1211494"/>
                  </a:lnTo>
                  <a:lnTo>
                    <a:pt x="4688365" y="1210023"/>
                  </a:lnTo>
                  <a:lnTo>
                    <a:pt x="4689618" y="1208571"/>
                  </a:lnTo>
                  <a:lnTo>
                    <a:pt x="4690871" y="1207155"/>
                  </a:lnTo>
                  <a:lnTo>
                    <a:pt x="4692124" y="1205818"/>
                  </a:lnTo>
                  <a:lnTo>
                    <a:pt x="4693377" y="1204572"/>
                  </a:lnTo>
                  <a:lnTo>
                    <a:pt x="4694631" y="1203457"/>
                  </a:lnTo>
                  <a:lnTo>
                    <a:pt x="4695884" y="1202532"/>
                  </a:lnTo>
                  <a:lnTo>
                    <a:pt x="4697137" y="1201787"/>
                  </a:lnTo>
                  <a:lnTo>
                    <a:pt x="4698390" y="1201209"/>
                  </a:lnTo>
                  <a:lnTo>
                    <a:pt x="4699644" y="1200783"/>
                  </a:lnTo>
                  <a:lnTo>
                    <a:pt x="4700897" y="1200489"/>
                  </a:lnTo>
                  <a:lnTo>
                    <a:pt x="4702150" y="1200344"/>
                  </a:lnTo>
                  <a:lnTo>
                    <a:pt x="4703403" y="1200354"/>
                  </a:lnTo>
                  <a:lnTo>
                    <a:pt x="4704656" y="1200510"/>
                  </a:lnTo>
                  <a:lnTo>
                    <a:pt x="4705910" y="1200804"/>
                  </a:lnTo>
                  <a:lnTo>
                    <a:pt x="4707163" y="1201266"/>
                  </a:lnTo>
                  <a:lnTo>
                    <a:pt x="4708416" y="1201957"/>
                  </a:lnTo>
                  <a:lnTo>
                    <a:pt x="4709669" y="1202905"/>
                  </a:lnTo>
                  <a:lnTo>
                    <a:pt x="4710922" y="1204080"/>
                  </a:lnTo>
                  <a:lnTo>
                    <a:pt x="4712176" y="1205496"/>
                  </a:lnTo>
                  <a:lnTo>
                    <a:pt x="4713429" y="1207139"/>
                  </a:lnTo>
                  <a:lnTo>
                    <a:pt x="4714682" y="1208951"/>
                  </a:lnTo>
                  <a:lnTo>
                    <a:pt x="4715935" y="1210939"/>
                  </a:lnTo>
                  <a:lnTo>
                    <a:pt x="4717189" y="1213105"/>
                  </a:lnTo>
                  <a:lnTo>
                    <a:pt x="4718442" y="1215445"/>
                  </a:lnTo>
                  <a:lnTo>
                    <a:pt x="4719695" y="1217985"/>
                  </a:lnTo>
                  <a:lnTo>
                    <a:pt x="4720948" y="1220732"/>
                  </a:lnTo>
                  <a:lnTo>
                    <a:pt x="4722201" y="1223633"/>
                  </a:lnTo>
                  <a:lnTo>
                    <a:pt x="4723455" y="1226681"/>
                  </a:lnTo>
                  <a:lnTo>
                    <a:pt x="4724708" y="1229862"/>
                  </a:lnTo>
                  <a:lnTo>
                    <a:pt x="4725961" y="1233120"/>
                  </a:lnTo>
                  <a:lnTo>
                    <a:pt x="4727214" y="1236388"/>
                  </a:lnTo>
                  <a:lnTo>
                    <a:pt x="4728468" y="1239618"/>
                  </a:lnTo>
                  <a:lnTo>
                    <a:pt x="4729721" y="1242830"/>
                  </a:lnTo>
                  <a:lnTo>
                    <a:pt x="4730974" y="1245990"/>
                  </a:lnTo>
                  <a:lnTo>
                    <a:pt x="4732227" y="1249064"/>
                  </a:lnTo>
                  <a:lnTo>
                    <a:pt x="4733480" y="1252049"/>
                  </a:lnTo>
                  <a:lnTo>
                    <a:pt x="4734734" y="1254946"/>
                  </a:lnTo>
                  <a:lnTo>
                    <a:pt x="4735987" y="1257771"/>
                  </a:lnTo>
                  <a:lnTo>
                    <a:pt x="4737240" y="1260561"/>
                  </a:lnTo>
                  <a:lnTo>
                    <a:pt x="4738493" y="1263326"/>
                  </a:lnTo>
                  <a:lnTo>
                    <a:pt x="4739746" y="1266070"/>
                  </a:lnTo>
                  <a:lnTo>
                    <a:pt x="4741000" y="1268843"/>
                  </a:lnTo>
                  <a:lnTo>
                    <a:pt x="4742253" y="1271652"/>
                  </a:lnTo>
                  <a:lnTo>
                    <a:pt x="4743506" y="1274477"/>
                  </a:lnTo>
                  <a:lnTo>
                    <a:pt x="4744759" y="1277315"/>
                  </a:lnTo>
                  <a:lnTo>
                    <a:pt x="4746013" y="1280195"/>
                  </a:lnTo>
                  <a:lnTo>
                    <a:pt x="4747266" y="1283167"/>
                  </a:lnTo>
                  <a:lnTo>
                    <a:pt x="4748519" y="1286233"/>
                  </a:lnTo>
                  <a:lnTo>
                    <a:pt x="4749772" y="1289378"/>
                  </a:lnTo>
                  <a:lnTo>
                    <a:pt x="4751025" y="1292586"/>
                  </a:lnTo>
                  <a:lnTo>
                    <a:pt x="4752279" y="1295856"/>
                  </a:lnTo>
                  <a:lnTo>
                    <a:pt x="4753532" y="1299197"/>
                  </a:lnTo>
                  <a:lnTo>
                    <a:pt x="4754785" y="1302598"/>
                  </a:lnTo>
                  <a:lnTo>
                    <a:pt x="4756038" y="1306044"/>
                  </a:lnTo>
                  <a:lnTo>
                    <a:pt x="4757292" y="1309526"/>
                  </a:lnTo>
                  <a:lnTo>
                    <a:pt x="4758545" y="1313003"/>
                  </a:lnTo>
                  <a:lnTo>
                    <a:pt x="4759798" y="1316455"/>
                  </a:lnTo>
                  <a:lnTo>
                    <a:pt x="4761051" y="1319881"/>
                  </a:lnTo>
                  <a:lnTo>
                    <a:pt x="4762304" y="1323292"/>
                  </a:lnTo>
                  <a:lnTo>
                    <a:pt x="4763558" y="1326705"/>
                  </a:lnTo>
                  <a:lnTo>
                    <a:pt x="4764811" y="1330122"/>
                  </a:lnTo>
                  <a:lnTo>
                    <a:pt x="4766064" y="1333525"/>
                  </a:lnTo>
                  <a:lnTo>
                    <a:pt x="4767317" y="1336916"/>
                  </a:lnTo>
                  <a:lnTo>
                    <a:pt x="4768570" y="1340303"/>
                  </a:lnTo>
                  <a:lnTo>
                    <a:pt x="4769824" y="1343685"/>
                  </a:lnTo>
                  <a:lnTo>
                    <a:pt x="4771077" y="1347033"/>
                  </a:lnTo>
                  <a:lnTo>
                    <a:pt x="4772330" y="1350315"/>
                  </a:lnTo>
                  <a:lnTo>
                    <a:pt x="4773583" y="1353519"/>
                  </a:lnTo>
                  <a:lnTo>
                    <a:pt x="4774837" y="1356629"/>
                  </a:lnTo>
                  <a:lnTo>
                    <a:pt x="4776090" y="1359628"/>
                  </a:lnTo>
                  <a:lnTo>
                    <a:pt x="4777343" y="1362549"/>
                  </a:lnTo>
                  <a:lnTo>
                    <a:pt x="4778596" y="1365413"/>
                  </a:lnTo>
                  <a:lnTo>
                    <a:pt x="4779849" y="1368222"/>
                  </a:lnTo>
                  <a:lnTo>
                    <a:pt x="4781103" y="1370976"/>
                  </a:lnTo>
                  <a:lnTo>
                    <a:pt x="4782356" y="1373650"/>
                  </a:lnTo>
                  <a:lnTo>
                    <a:pt x="4783609" y="1376208"/>
                  </a:lnTo>
                  <a:lnTo>
                    <a:pt x="4784862" y="1378640"/>
                  </a:lnTo>
                  <a:lnTo>
                    <a:pt x="4786115" y="1380948"/>
                  </a:lnTo>
                  <a:lnTo>
                    <a:pt x="4787369" y="1383133"/>
                  </a:lnTo>
                  <a:lnTo>
                    <a:pt x="4788622" y="1385209"/>
                  </a:lnTo>
                  <a:lnTo>
                    <a:pt x="4789875" y="1387217"/>
                  </a:lnTo>
                  <a:lnTo>
                    <a:pt x="4791128" y="1389183"/>
                  </a:lnTo>
                  <a:lnTo>
                    <a:pt x="4792382" y="1391108"/>
                  </a:lnTo>
                  <a:lnTo>
                    <a:pt x="4793635" y="1392991"/>
                  </a:lnTo>
                  <a:lnTo>
                    <a:pt x="4794888" y="1394867"/>
                  </a:lnTo>
                  <a:lnTo>
                    <a:pt x="4796141" y="1396736"/>
                  </a:lnTo>
                  <a:lnTo>
                    <a:pt x="4797394" y="1398597"/>
                  </a:lnTo>
                  <a:lnTo>
                    <a:pt x="4798648" y="1400451"/>
                  </a:lnTo>
                  <a:lnTo>
                    <a:pt x="4799901" y="1402279"/>
                  </a:lnTo>
                  <a:lnTo>
                    <a:pt x="4801154" y="1404068"/>
                  </a:lnTo>
                  <a:lnTo>
                    <a:pt x="4802407" y="1405820"/>
                  </a:lnTo>
                  <a:lnTo>
                    <a:pt x="4803661" y="1407535"/>
                  </a:lnTo>
                  <a:lnTo>
                    <a:pt x="4804914" y="1409212"/>
                  </a:lnTo>
                  <a:lnTo>
                    <a:pt x="4806167" y="1410852"/>
                  </a:lnTo>
                  <a:lnTo>
                    <a:pt x="4807420" y="1412453"/>
                  </a:lnTo>
                  <a:lnTo>
                    <a:pt x="4808673" y="1414009"/>
                  </a:lnTo>
                  <a:lnTo>
                    <a:pt x="4809927" y="1415498"/>
                  </a:lnTo>
                  <a:lnTo>
                    <a:pt x="4811180" y="1416922"/>
                  </a:lnTo>
                  <a:lnTo>
                    <a:pt x="4812433" y="1418282"/>
                  </a:lnTo>
                  <a:lnTo>
                    <a:pt x="4813686" y="1419579"/>
                  </a:lnTo>
                  <a:lnTo>
                    <a:pt x="4814939" y="1420813"/>
                  </a:lnTo>
                  <a:lnTo>
                    <a:pt x="4816193" y="1421989"/>
                  </a:lnTo>
                  <a:lnTo>
                    <a:pt x="4817446" y="1423090"/>
                  </a:lnTo>
                  <a:lnTo>
                    <a:pt x="4818699" y="1424120"/>
                  </a:lnTo>
                  <a:lnTo>
                    <a:pt x="4819952" y="1425089"/>
                  </a:lnTo>
                  <a:lnTo>
                    <a:pt x="4821206" y="1425996"/>
                  </a:lnTo>
                  <a:lnTo>
                    <a:pt x="4822459" y="1426840"/>
                  </a:lnTo>
                  <a:lnTo>
                    <a:pt x="4823712" y="1427622"/>
                  </a:lnTo>
                  <a:lnTo>
                    <a:pt x="4824965" y="1428342"/>
                  </a:lnTo>
                  <a:lnTo>
                    <a:pt x="4826218" y="1429001"/>
                  </a:lnTo>
                  <a:lnTo>
                    <a:pt x="4827472" y="1429586"/>
                  </a:lnTo>
                  <a:lnTo>
                    <a:pt x="4828725" y="1430111"/>
                  </a:lnTo>
                  <a:lnTo>
                    <a:pt x="4829978" y="1430573"/>
                  </a:lnTo>
                  <a:lnTo>
                    <a:pt x="4831231" y="1430973"/>
                  </a:lnTo>
                  <a:lnTo>
                    <a:pt x="4832485" y="1431311"/>
                  </a:lnTo>
                  <a:lnTo>
                    <a:pt x="4833738" y="1431586"/>
                  </a:lnTo>
                  <a:lnTo>
                    <a:pt x="4834991" y="1431798"/>
                  </a:lnTo>
                  <a:lnTo>
                    <a:pt x="4836244" y="1431962"/>
                  </a:lnTo>
                  <a:lnTo>
                    <a:pt x="4837497" y="1432093"/>
                  </a:lnTo>
                  <a:lnTo>
                    <a:pt x="4838751" y="1432192"/>
                  </a:lnTo>
                  <a:lnTo>
                    <a:pt x="4840004" y="1432258"/>
                  </a:lnTo>
                  <a:lnTo>
                    <a:pt x="4841257" y="1432292"/>
                  </a:lnTo>
                  <a:lnTo>
                    <a:pt x="4842510" y="1432293"/>
                  </a:lnTo>
                  <a:lnTo>
                    <a:pt x="4843763" y="1432264"/>
                  </a:lnTo>
                  <a:lnTo>
                    <a:pt x="4845017" y="1432202"/>
                  </a:lnTo>
                  <a:lnTo>
                    <a:pt x="4846270" y="1432133"/>
                  </a:lnTo>
                  <a:lnTo>
                    <a:pt x="4847523" y="1432068"/>
                  </a:lnTo>
                  <a:lnTo>
                    <a:pt x="4848776" y="1432006"/>
                  </a:lnTo>
                  <a:lnTo>
                    <a:pt x="4850030" y="1431946"/>
                  </a:lnTo>
                  <a:lnTo>
                    <a:pt x="4851283" y="1431889"/>
                  </a:lnTo>
                  <a:lnTo>
                    <a:pt x="4852536" y="1431835"/>
                  </a:lnTo>
                  <a:lnTo>
                    <a:pt x="4853789" y="1431783"/>
                  </a:lnTo>
                  <a:lnTo>
                    <a:pt x="4855042" y="1431736"/>
                  </a:lnTo>
                  <a:lnTo>
                    <a:pt x="4856296" y="1431691"/>
                  </a:lnTo>
                  <a:lnTo>
                    <a:pt x="4857549" y="1431650"/>
                  </a:lnTo>
                  <a:lnTo>
                    <a:pt x="4858802" y="1431613"/>
                  </a:lnTo>
                  <a:lnTo>
                    <a:pt x="4860055" y="1431581"/>
                  </a:lnTo>
                  <a:lnTo>
                    <a:pt x="4861309" y="1431553"/>
                  </a:lnTo>
                  <a:lnTo>
                    <a:pt x="4862562" y="1431528"/>
                  </a:lnTo>
                  <a:lnTo>
                    <a:pt x="4863815" y="1431507"/>
                  </a:lnTo>
                  <a:lnTo>
                    <a:pt x="4865068" y="1431489"/>
                  </a:lnTo>
                  <a:lnTo>
                    <a:pt x="4866321" y="1431472"/>
                  </a:lnTo>
                  <a:lnTo>
                    <a:pt x="4867575" y="1431458"/>
                  </a:lnTo>
                  <a:lnTo>
                    <a:pt x="4868828" y="1431447"/>
                  </a:lnTo>
                  <a:lnTo>
                    <a:pt x="4870081" y="1431438"/>
                  </a:lnTo>
                  <a:lnTo>
                    <a:pt x="4871334" y="1431431"/>
                  </a:lnTo>
                  <a:lnTo>
                    <a:pt x="4872587" y="1431425"/>
                  </a:lnTo>
                  <a:lnTo>
                    <a:pt x="4873841" y="1431421"/>
                  </a:lnTo>
                  <a:lnTo>
                    <a:pt x="4875094" y="1431418"/>
                  </a:lnTo>
                  <a:lnTo>
                    <a:pt x="4876347" y="1431417"/>
                  </a:lnTo>
                  <a:lnTo>
                    <a:pt x="4877600" y="1431417"/>
                  </a:lnTo>
                  <a:lnTo>
                    <a:pt x="4878854" y="1431417"/>
                  </a:lnTo>
                  <a:lnTo>
                    <a:pt x="4880107" y="1431417"/>
                  </a:lnTo>
                  <a:lnTo>
                    <a:pt x="4881360" y="1431417"/>
                  </a:lnTo>
                  <a:lnTo>
                    <a:pt x="4882613" y="1431417"/>
                  </a:lnTo>
                  <a:lnTo>
                    <a:pt x="4883866" y="1431417"/>
                  </a:lnTo>
                  <a:lnTo>
                    <a:pt x="4885120" y="1431417"/>
                  </a:lnTo>
                  <a:lnTo>
                    <a:pt x="4886373" y="1431417"/>
                  </a:lnTo>
                  <a:lnTo>
                    <a:pt x="4887626" y="1431417"/>
                  </a:lnTo>
                  <a:lnTo>
                    <a:pt x="4888879" y="1431417"/>
                  </a:lnTo>
                  <a:lnTo>
                    <a:pt x="4890133" y="1431417"/>
                  </a:lnTo>
                  <a:lnTo>
                    <a:pt x="4891386" y="1431417"/>
                  </a:lnTo>
                  <a:lnTo>
                    <a:pt x="4892639" y="1431417"/>
                  </a:lnTo>
                  <a:lnTo>
                    <a:pt x="4893892" y="1431417"/>
                  </a:lnTo>
                  <a:lnTo>
                    <a:pt x="4895145" y="1431417"/>
                  </a:lnTo>
                  <a:lnTo>
                    <a:pt x="4896399" y="1431417"/>
                  </a:lnTo>
                  <a:lnTo>
                    <a:pt x="4897652" y="1431417"/>
                  </a:lnTo>
                  <a:lnTo>
                    <a:pt x="4898905" y="1431417"/>
                  </a:lnTo>
                  <a:lnTo>
                    <a:pt x="4900158" y="1431417"/>
                  </a:lnTo>
                  <a:lnTo>
                    <a:pt x="4901411" y="1431417"/>
                  </a:lnTo>
                  <a:lnTo>
                    <a:pt x="4902665" y="1431417"/>
                  </a:lnTo>
                  <a:lnTo>
                    <a:pt x="4903918" y="1431417"/>
                  </a:lnTo>
                  <a:lnTo>
                    <a:pt x="4905171" y="1431417"/>
                  </a:lnTo>
                  <a:lnTo>
                    <a:pt x="4906424" y="1431417"/>
                  </a:lnTo>
                  <a:lnTo>
                    <a:pt x="4907678" y="1431417"/>
                  </a:lnTo>
                  <a:lnTo>
                    <a:pt x="4908931" y="1431417"/>
                  </a:lnTo>
                  <a:lnTo>
                    <a:pt x="4910184" y="1431417"/>
                  </a:lnTo>
                  <a:lnTo>
                    <a:pt x="4911437" y="1431417"/>
                  </a:lnTo>
                  <a:lnTo>
                    <a:pt x="4912690" y="1431417"/>
                  </a:lnTo>
                  <a:lnTo>
                    <a:pt x="4913944" y="1431417"/>
                  </a:lnTo>
                  <a:lnTo>
                    <a:pt x="4915197" y="1431417"/>
                  </a:lnTo>
                  <a:lnTo>
                    <a:pt x="4916450" y="1431417"/>
                  </a:lnTo>
                  <a:lnTo>
                    <a:pt x="4917703" y="1431417"/>
                  </a:lnTo>
                  <a:lnTo>
                    <a:pt x="4918957" y="1431417"/>
                  </a:lnTo>
                  <a:lnTo>
                    <a:pt x="4920210" y="1431417"/>
                  </a:lnTo>
                  <a:lnTo>
                    <a:pt x="4921463" y="1431417"/>
                  </a:lnTo>
                  <a:lnTo>
                    <a:pt x="4922716" y="1431417"/>
                  </a:lnTo>
                  <a:lnTo>
                    <a:pt x="4923969" y="1431417"/>
                  </a:lnTo>
                  <a:lnTo>
                    <a:pt x="4925223" y="1431417"/>
                  </a:lnTo>
                  <a:lnTo>
                    <a:pt x="4926476" y="1431417"/>
                  </a:lnTo>
                  <a:lnTo>
                    <a:pt x="4927729" y="1431417"/>
                  </a:lnTo>
                  <a:lnTo>
                    <a:pt x="4928982" y="1431417"/>
                  </a:lnTo>
                  <a:lnTo>
                    <a:pt x="4930235" y="1431417"/>
                  </a:lnTo>
                  <a:lnTo>
                    <a:pt x="4931489" y="1431417"/>
                  </a:lnTo>
                  <a:lnTo>
                    <a:pt x="4932742" y="1431417"/>
                  </a:lnTo>
                  <a:lnTo>
                    <a:pt x="4933995" y="1431417"/>
                  </a:lnTo>
                  <a:lnTo>
                    <a:pt x="4935248" y="1431417"/>
                  </a:lnTo>
                  <a:lnTo>
                    <a:pt x="4936502" y="1431417"/>
                  </a:lnTo>
                  <a:lnTo>
                    <a:pt x="4937755" y="1431417"/>
                  </a:lnTo>
                  <a:lnTo>
                    <a:pt x="4939008" y="1431417"/>
                  </a:lnTo>
                  <a:lnTo>
                    <a:pt x="4940261" y="1431417"/>
                  </a:lnTo>
                  <a:lnTo>
                    <a:pt x="4941514" y="1431417"/>
                  </a:lnTo>
                  <a:lnTo>
                    <a:pt x="4942768" y="1431417"/>
                  </a:lnTo>
                  <a:lnTo>
                    <a:pt x="4944021" y="1431417"/>
                  </a:lnTo>
                  <a:lnTo>
                    <a:pt x="4945274" y="1431417"/>
                  </a:lnTo>
                  <a:lnTo>
                    <a:pt x="4946527" y="1431417"/>
                  </a:lnTo>
                  <a:lnTo>
                    <a:pt x="4947780" y="1431417"/>
                  </a:lnTo>
                  <a:lnTo>
                    <a:pt x="4949034" y="1431417"/>
                  </a:lnTo>
                  <a:lnTo>
                    <a:pt x="4950287" y="1431417"/>
                  </a:lnTo>
                  <a:lnTo>
                    <a:pt x="4951540" y="1431417"/>
                  </a:lnTo>
                  <a:lnTo>
                    <a:pt x="4952793" y="1431417"/>
                  </a:lnTo>
                  <a:lnTo>
                    <a:pt x="4954047" y="1431417"/>
                  </a:lnTo>
                  <a:lnTo>
                    <a:pt x="4955300" y="1431417"/>
                  </a:lnTo>
                  <a:lnTo>
                    <a:pt x="4956553" y="1431417"/>
                  </a:lnTo>
                  <a:lnTo>
                    <a:pt x="4957806" y="1431417"/>
                  </a:lnTo>
                  <a:lnTo>
                    <a:pt x="4959059" y="1431417"/>
                  </a:lnTo>
                  <a:lnTo>
                    <a:pt x="4960313" y="1431417"/>
                  </a:lnTo>
                  <a:lnTo>
                    <a:pt x="4961566" y="1431417"/>
                  </a:lnTo>
                  <a:lnTo>
                    <a:pt x="4962819" y="1431417"/>
                  </a:lnTo>
                  <a:lnTo>
                    <a:pt x="4964072" y="1431417"/>
                  </a:lnTo>
                  <a:lnTo>
                    <a:pt x="4965326" y="1431417"/>
                  </a:lnTo>
                  <a:lnTo>
                    <a:pt x="4966579" y="1431417"/>
                  </a:lnTo>
                  <a:lnTo>
                    <a:pt x="4967832" y="1431417"/>
                  </a:lnTo>
                  <a:lnTo>
                    <a:pt x="4969085" y="1431417"/>
                  </a:lnTo>
                  <a:lnTo>
                    <a:pt x="4970338" y="1431417"/>
                  </a:lnTo>
                  <a:lnTo>
                    <a:pt x="4971592" y="1431417"/>
                  </a:lnTo>
                  <a:lnTo>
                    <a:pt x="4972845" y="1431417"/>
                  </a:lnTo>
                  <a:lnTo>
                    <a:pt x="4974098" y="1431417"/>
                  </a:lnTo>
                  <a:lnTo>
                    <a:pt x="4975351" y="1431417"/>
                  </a:lnTo>
                  <a:lnTo>
                    <a:pt x="4976604" y="1431417"/>
                  </a:lnTo>
                  <a:lnTo>
                    <a:pt x="4977858" y="1431417"/>
                  </a:lnTo>
                  <a:lnTo>
                    <a:pt x="4979111" y="1431417"/>
                  </a:lnTo>
                  <a:lnTo>
                    <a:pt x="4980364" y="1431417"/>
                  </a:lnTo>
                  <a:lnTo>
                    <a:pt x="4981617" y="1431417"/>
                  </a:lnTo>
                  <a:lnTo>
                    <a:pt x="4982871" y="1431417"/>
                  </a:lnTo>
                  <a:lnTo>
                    <a:pt x="4984124" y="1431417"/>
                  </a:lnTo>
                  <a:lnTo>
                    <a:pt x="4985377" y="1431417"/>
                  </a:lnTo>
                  <a:lnTo>
                    <a:pt x="4986630" y="1431417"/>
                  </a:lnTo>
                  <a:lnTo>
                    <a:pt x="4987883" y="1431417"/>
                  </a:lnTo>
                  <a:lnTo>
                    <a:pt x="4989137" y="1431417"/>
                  </a:lnTo>
                  <a:lnTo>
                    <a:pt x="4990390" y="1431417"/>
                  </a:lnTo>
                  <a:lnTo>
                    <a:pt x="4991643" y="1431417"/>
                  </a:lnTo>
                  <a:lnTo>
                    <a:pt x="4992896" y="1431417"/>
                  </a:lnTo>
                  <a:lnTo>
                    <a:pt x="4994150" y="1431417"/>
                  </a:lnTo>
                  <a:lnTo>
                    <a:pt x="4995403" y="1431417"/>
                  </a:lnTo>
                  <a:lnTo>
                    <a:pt x="4996656" y="1431417"/>
                  </a:lnTo>
                  <a:lnTo>
                    <a:pt x="4997909" y="1431417"/>
                  </a:lnTo>
                  <a:lnTo>
                    <a:pt x="4999162" y="1431417"/>
                  </a:lnTo>
                  <a:lnTo>
                    <a:pt x="5000416" y="1431417"/>
                  </a:lnTo>
                  <a:lnTo>
                    <a:pt x="5001669" y="1431417"/>
                  </a:lnTo>
                  <a:lnTo>
                    <a:pt x="5002922" y="1431417"/>
                  </a:lnTo>
                  <a:lnTo>
                    <a:pt x="5004175" y="1431417"/>
                  </a:lnTo>
                  <a:lnTo>
                    <a:pt x="5005428" y="1431417"/>
                  </a:lnTo>
                  <a:lnTo>
                    <a:pt x="5006682" y="1431417"/>
                  </a:lnTo>
                  <a:lnTo>
                    <a:pt x="5007935" y="1431417"/>
                  </a:lnTo>
                  <a:lnTo>
                    <a:pt x="5009188" y="1431417"/>
                  </a:lnTo>
                  <a:lnTo>
                    <a:pt x="5010441" y="1431417"/>
                  </a:lnTo>
                  <a:lnTo>
                    <a:pt x="5011695" y="1431417"/>
                  </a:lnTo>
                  <a:lnTo>
                    <a:pt x="5012948" y="1431417"/>
                  </a:lnTo>
                  <a:lnTo>
                    <a:pt x="5014201" y="1431417"/>
                  </a:lnTo>
                  <a:lnTo>
                    <a:pt x="5015454" y="1431417"/>
                  </a:lnTo>
                  <a:lnTo>
                    <a:pt x="5016707" y="1431417"/>
                  </a:lnTo>
                  <a:lnTo>
                    <a:pt x="5017961" y="1431417"/>
                  </a:lnTo>
                  <a:lnTo>
                    <a:pt x="5019214" y="1431417"/>
                  </a:lnTo>
                  <a:lnTo>
                    <a:pt x="5020467" y="1431417"/>
                  </a:lnTo>
                  <a:lnTo>
                    <a:pt x="5021720" y="1431417"/>
                  </a:lnTo>
                  <a:lnTo>
                    <a:pt x="5022974" y="1431417"/>
                  </a:lnTo>
                  <a:lnTo>
                    <a:pt x="5024227" y="1431417"/>
                  </a:lnTo>
                  <a:lnTo>
                    <a:pt x="5025480" y="1431417"/>
                  </a:lnTo>
                  <a:lnTo>
                    <a:pt x="5026733" y="1431417"/>
                  </a:lnTo>
                  <a:lnTo>
                    <a:pt x="5027986" y="1431417"/>
                  </a:lnTo>
                  <a:lnTo>
                    <a:pt x="5029240" y="1431417"/>
                  </a:lnTo>
                  <a:lnTo>
                    <a:pt x="5030493" y="1431417"/>
                  </a:lnTo>
                  <a:lnTo>
                    <a:pt x="5031746" y="1431417"/>
                  </a:lnTo>
                  <a:lnTo>
                    <a:pt x="5032999" y="1431417"/>
                  </a:lnTo>
                  <a:lnTo>
                    <a:pt x="5034252" y="1431417"/>
                  </a:lnTo>
                  <a:lnTo>
                    <a:pt x="5035506" y="1431417"/>
                  </a:lnTo>
                  <a:lnTo>
                    <a:pt x="5036759" y="1431417"/>
                  </a:lnTo>
                  <a:lnTo>
                    <a:pt x="5038012" y="1431417"/>
                  </a:lnTo>
                  <a:lnTo>
                    <a:pt x="5039265" y="1431417"/>
                  </a:lnTo>
                  <a:lnTo>
                    <a:pt x="5040519" y="1431417"/>
                  </a:lnTo>
                  <a:lnTo>
                    <a:pt x="5041772" y="1431417"/>
                  </a:lnTo>
                  <a:lnTo>
                    <a:pt x="5043025" y="1431417"/>
                  </a:lnTo>
                  <a:lnTo>
                    <a:pt x="5044278" y="1431417"/>
                  </a:lnTo>
                  <a:lnTo>
                    <a:pt x="5045531" y="1431417"/>
                  </a:lnTo>
                  <a:lnTo>
                    <a:pt x="5046785" y="1431417"/>
                  </a:lnTo>
                  <a:lnTo>
                    <a:pt x="5048038" y="1431417"/>
                  </a:lnTo>
                  <a:lnTo>
                    <a:pt x="5049291" y="1431417"/>
                  </a:lnTo>
                  <a:lnTo>
                    <a:pt x="5050544" y="1431417"/>
                  </a:lnTo>
                  <a:lnTo>
                    <a:pt x="5051798" y="1431417"/>
                  </a:lnTo>
                  <a:lnTo>
                    <a:pt x="5053051" y="1431417"/>
                  </a:lnTo>
                  <a:lnTo>
                    <a:pt x="5054304" y="1431417"/>
                  </a:lnTo>
                  <a:lnTo>
                    <a:pt x="5055557" y="1431417"/>
                  </a:lnTo>
                  <a:lnTo>
                    <a:pt x="5056810" y="1431417"/>
                  </a:lnTo>
                  <a:lnTo>
                    <a:pt x="5058064" y="1431417"/>
                  </a:lnTo>
                  <a:lnTo>
                    <a:pt x="5059317" y="1431417"/>
                  </a:lnTo>
                  <a:lnTo>
                    <a:pt x="5060570" y="1431417"/>
                  </a:lnTo>
                  <a:lnTo>
                    <a:pt x="5061823" y="1431417"/>
                  </a:lnTo>
                  <a:lnTo>
                    <a:pt x="5063076" y="1431417"/>
                  </a:lnTo>
                  <a:lnTo>
                    <a:pt x="5064330" y="1431417"/>
                  </a:lnTo>
                  <a:lnTo>
                    <a:pt x="5065583" y="1431417"/>
                  </a:lnTo>
                  <a:lnTo>
                    <a:pt x="5066836" y="1431417"/>
                  </a:lnTo>
                  <a:lnTo>
                    <a:pt x="5068089" y="1431417"/>
                  </a:lnTo>
                  <a:lnTo>
                    <a:pt x="5069343" y="1431417"/>
                  </a:lnTo>
                  <a:lnTo>
                    <a:pt x="5070596" y="1431417"/>
                  </a:lnTo>
                  <a:lnTo>
                    <a:pt x="5071849" y="1431417"/>
                  </a:lnTo>
                  <a:lnTo>
                    <a:pt x="5073102" y="1431417"/>
                  </a:lnTo>
                  <a:lnTo>
                    <a:pt x="5074355" y="1431417"/>
                  </a:lnTo>
                  <a:lnTo>
                    <a:pt x="5075609" y="1431417"/>
                  </a:lnTo>
                  <a:lnTo>
                    <a:pt x="5076862" y="1431417"/>
                  </a:lnTo>
                  <a:lnTo>
                    <a:pt x="5078115" y="1431417"/>
                  </a:lnTo>
                  <a:lnTo>
                    <a:pt x="5079368" y="1431417"/>
                  </a:lnTo>
                  <a:lnTo>
                    <a:pt x="5080622" y="1431417"/>
                  </a:lnTo>
                  <a:lnTo>
                    <a:pt x="5081875" y="1431417"/>
                  </a:lnTo>
                  <a:lnTo>
                    <a:pt x="5083128" y="1431417"/>
                  </a:lnTo>
                  <a:lnTo>
                    <a:pt x="5084381" y="1431417"/>
                  </a:lnTo>
                  <a:lnTo>
                    <a:pt x="5085634" y="1431417"/>
                  </a:lnTo>
                  <a:lnTo>
                    <a:pt x="5086888" y="1431417"/>
                  </a:lnTo>
                  <a:lnTo>
                    <a:pt x="5088141" y="1431417"/>
                  </a:lnTo>
                  <a:lnTo>
                    <a:pt x="5089394" y="1431417"/>
                  </a:lnTo>
                  <a:lnTo>
                    <a:pt x="5090647" y="1431417"/>
                  </a:lnTo>
                  <a:lnTo>
                    <a:pt x="5091900" y="1431417"/>
                  </a:lnTo>
                  <a:lnTo>
                    <a:pt x="5093154" y="1431417"/>
                  </a:lnTo>
                  <a:lnTo>
                    <a:pt x="5094407" y="1431417"/>
                  </a:lnTo>
                  <a:lnTo>
                    <a:pt x="5095660" y="1431417"/>
                  </a:lnTo>
                  <a:lnTo>
                    <a:pt x="5096913" y="1431417"/>
                  </a:lnTo>
                  <a:lnTo>
                    <a:pt x="5098167" y="1431417"/>
                  </a:lnTo>
                  <a:lnTo>
                    <a:pt x="5099420" y="1431417"/>
                  </a:lnTo>
                  <a:lnTo>
                    <a:pt x="5100673" y="1431417"/>
                  </a:lnTo>
                  <a:lnTo>
                    <a:pt x="5101926" y="1431417"/>
                  </a:lnTo>
                  <a:lnTo>
                    <a:pt x="5103179" y="1431417"/>
                  </a:lnTo>
                  <a:lnTo>
                    <a:pt x="5104433" y="1431417"/>
                  </a:lnTo>
                  <a:lnTo>
                    <a:pt x="5105686" y="1431417"/>
                  </a:lnTo>
                  <a:lnTo>
                    <a:pt x="5106939" y="1431417"/>
                  </a:lnTo>
                  <a:lnTo>
                    <a:pt x="5108192" y="1431417"/>
                  </a:lnTo>
                  <a:lnTo>
                    <a:pt x="5109445" y="1431417"/>
                  </a:lnTo>
                  <a:lnTo>
                    <a:pt x="5110699" y="1431417"/>
                  </a:lnTo>
                  <a:lnTo>
                    <a:pt x="5111952" y="1431417"/>
                  </a:lnTo>
                  <a:lnTo>
                    <a:pt x="5113205" y="1431417"/>
                  </a:lnTo>
                  <a:lnTo>
                    <a:pt x="5114458" y="1431417"/>
                  </a:lnTo>
                  <a:lnTo>
                    <a:pt x="5115712" y="1431417"/>
                  </a:lnTo>
                  <a:lnTo>
                    <a:pt x="5116965" y="1431417"/>
                  </a:lnTo>
                  <a:lnTo>
                    <a:pt x="5118218" y="1431417"/>
                  </a:lnTo>
                  <a:lnTo>
                    <a:pt x="5119471" y="1431417"/>
                  </a:lnTo>
                  <a:lnTo>
                    <a:pt x="5120724" y="1431417"/>
                  </a:lnTo>
                  <a:lnTo>
                    <a:pt x="5121978" y="1431417"/>
                  </a:lnTo>
                  <a:lnTo>
                    <a:pt x="5123231" y="1431417"/>
                  </a:lnTo>
                  <a:lnTo>
                    <a:pt x="5124484" y="1431417"/>
                  </a:lnTo>
                  <a:lnTo>
                    <a:pt x="5125737" y="1431417"/>
                  </a:lnTo>
                  <a:lnTo>
                    <a:pt x="5126991" y="1431417"/>
                  </a:lnTo>
                  <a:lnTo>
                    <a:pt x="5128244" y="1431417"/>
                  </a:lnTo>
                  <a:lnTo>
                    <a:pt x="5129497" y="1431417"/>
                  </a:lnTo>
                  <a:lnTo>
                    <a:pt x="5130750" y="1431417"/>
                  </a:lnTo>
                  <a:lnTo>
                    <a:pt x="5132003" y="1431417"/>
                  </a:lnTo>
                  <a:lnTo>
                    <a:pt x="5133257" y="1431417"/>
                  </a:lnTo>
                  <a:lnTo>
                    <a:pt x="5134510" y="1431417"/>
                  </a:lnTo>
                  <a:lnTo>
                    <a:pt x="5135763" y="1431417"/>
                  </a:lnTo>
                  <a:lnTo>
                    <a:pt x="5137016" y="1431417"/>
                  </a:lnTo>
                  <a:lnTo>
                    <a:pt x="5138269" y="1431417"/>
                  </a:lnTo>
                  <a:lnTo>
                    <a:pt x="5139523" y="1431417"/>
                  </a:lnTo>
                  <a:lnTo>
                    <a:pt x="5140776" y="1431417"/>
                  </a:lnTo>
                  <a:lnTo>
                    <a:pt x="5142029" y="1431417"/>
                  </a:lnTo>
                  <a:lnTo>
                    <a:pt x="5143282" y="1431417"/>
                  </a:lnTo>
                  <a:lnTo>
                    <a:pt x="5144536" y="1431417"/>
                  </a:lnTo>
                  <a:lnTo>
                    <a:pt x="5145789" y="1431417"/>
                  </a:lnTo>
                  <a:lnTo>
                    <a:pt x="5147042" y="1431417"/>
                  </a:lnTo>
                  <a:lnTo>
                    <a:pt x="5148295" y="1431417"/>
                  </a:lnTo>
                  <a:lnTo>
                    <a:pt x="5149548" y="1431417"/>
                  </a:lnTo>
                  <a:lnTo>
                    <a:pt x="5150802" y="1431417"/>
                  </a:lnTo>
                  <a:lnTo>
                    <a:pt x="5152055" y="1431417"/>
                  </a:lnTo>
                  <a:lnTo>
                    <a:pt x="5153308" y="1431417"/>
                  </a:lnTo>
                  <a:lnTo>
                    <a:pt x="5154561" y="1431417"/>
                  </a:lnTo>
                  <a:lnTo>
                    <a:pt x="5155815" y="1431417"/>
                  </a:lnTo>
                  <a:lnTo>
                    <a:pt x="5157068" y="1431417"/>
                  </a:lnTo>
                  <a:lnTo>
                    <a:pt x="5158321" y="1431417"/>
                  </a:lnTo>
                  <a:lnTo>
                    <a:pt x="5159574" y="1431417"/>
                  </a:lnTo>
                  <a:lnTo>
                    <a:pt x="5160827" y="1431417"/>
                  </a:lnTo>
                  <a:lnTo>
                    <a:pt x="5162081" y="1431417"/>
                  </a:lnTo>
                  <a:lnTo>
                    <a:pt x="5163334" y="1431417"/>
                  </a:lnTo>
                  <a:lnTo>
                    <a:pt x="5164587" y="1431417"/>
                  </a:lnTo>
                  <a:lnTo>
                    <a:pt x="5165840" y="1431417"/>
                  </a:lnTo>
                  <a:lnTo>
                    <a:pt x="5167093" y="1431417"/>
                  </a:lnTo>
                  <a:lnTo>
                    <a:pt x="5168347" y="1431417"/>
                  </a:lnTo>
                  <a:lnTo>
                    <a:pt x="5169600" y="1431417"/>
                  </a:lnTo>
                  <a:lnTo>
                    <a:pt x="5170853" y="1431417"/>
                  </a:lnTo>
                  <a:lnTo>
                    <a:pt x="5172106" y="1431417"/>
                  </a:lnTo>
                  <a:lnTo>
                    <a:pt x="5173360" y="1431417"/>
                  </a:lnTo>
                  <a:lnTo>
                    <a:pt x="5174613" y="1431417"/>
                  </a:lnTo>
                  <a:lnTo>
                    <a:pt x="5175866" y="1431417"/>
                  </a:lnTo>
                  <a:lnTo>
                    <a:pt x="5177119" y="1431417"/>
                  </a:lnTo>
                  <a:lnTo>
                    <a:pt x="5178372" y="1431417"/>
                  </a:lnTo>
                  <a:lnTo>
                    <a:pt x="5179626" y="1431417"/>
                  </a:lnTo>
                  <a:lnTo>
                    <a:pt x="5180879" y="1431417"/>
                  </a:lnTo>
                  <a:lnTo>
                    <a:pt x="5182132" y="1431417"/>
                  </a:lnTo>
                  <a:lnTo>
                    <a:pt x="5183385" y="1431417"/>
                  </a:lnTo>
                  <a:lnTo>
                    <a:pt x="5184639" y="1431417"/>
                  </a:lnTo>
                  <a:lnTo>
                    <a:pt x="5185892" y="1431417"/>
                  </a:lnTo>
                  <a:lnTo>
                    <a:pt x="5187145" y="1431417"/>
                  </a:lnTo>
                  <a:lnTo>
                    <a:pt x="5188398" y="1431417"/>
                  </a:lnTo>
                  <a:lnTo>
                    <a:pt x="5189651" y="1431417"/>
                  </a:lnTo>
                  <a:lnTo>
                    <a:pt x="5190905" y="1431417"/>
                  </a:lnTo>
                  <a:lnTo>
                    <a:pt x="5192158" y="1431417"/>
                  </a:lnTo>
                  <a:lnTo>
                    <a:pt x="5193411" y="1431417"/>
                  </a:lnTo>
                  <a:lnTo>
                    <a:pt x="5194664" y="1431417"/>
                  </a:lnTo>
                  <a:lnTo>
                    <a:pt x="5195917" y="1431417"/>
                  </a:lnTo>
                  <a:lnTo>
                    <a:pt x="5197171" y="1431417"/>
                  </a:lnTo>
                  <a:lnTo>
                    <a:pt x="5198424" y="1431417"/>
                  </a:lnTo>
                  <a:lnTo>
                    <a:pt x="5199677" y="1431417"/>
                  </a:lnTo>
                  <a:lnTo>
                    <a:pt x="5200930" y="1431417"/>
                  </a:lnTo>
                  <a:lnTo>
                    <a:pt x="5202184" y="1431417"/>
                  </a:lnTo>
                  <a:lnTo>
                    <a:pt x="5203437" y="1431417"/>
                  </a:lnTo>
                  <a:lnTo>
                    <a:pt x="5204690" y="1431417"/>
                  </a:lnTo>
                  <a:lnTo>
                    <a:pt x="5205943" y="1431417"/>
                  </a:lnTo>
                  <a:lnTo>
                    <a:pt x="5207196" y="1431417"/>
                  </a:lnTo>
                  <a:lnTo>
                    <a:pt x="5208450" y="1431417"/>
                  </a:lnTo>
                  <a:lnTo>
                    <a:pt x="5209703" y="1431417"/>
                  </a:lnTo>
                  <a:lnTo>
                    <a:pt x="5210956" y="1431417"/>
                  </a:lnTo>
                  <a:lnTo>
                    <a:pt x="5212209" y="1431417"/>
                  </a:lnTo>
                  <a:lnTo>
                    <a:pt x="5213463" y="1431417"/>
                  </a:lnTo>
                  <a:lnTo>
                    <a:pt x="5214716" y="1431417"/>
                  </a:lnTo>
                  <a:lnTo>
                    <a:pt x="5215969" y="1431417"/>
                  </a:lnTo>
                  <a:lnTo>
                    <a:pt x="5217222" y="1431417"/>
                  </a:lnTo>
                  <a:lnTo>
                    <a:pt x="5218475" y="1431417"/>
                  </a:lnTo>
                  <a:lnTo>
                    <a:pt x="5219729" y="1431417"/>
                  </a:lnTo>
                  <a:lnTo>
                    <a:pt x="5220982" y="1431417"/>
                  </a:lnTo>
                  <a:lnTo>
                    <a:pt x="5222235" y="1431417"/>
                  </a:lnTo>
                  <a:lnTo>
                    <a:pt x="5223488" y="1431417"/>
                  </a:lnTo>
                  <a:lnTo>
                    <a:pt x="5224741" y="1431417"/>
                  </a:lnTo>
                  <a:lnTo>
                    <a:pt x="5225995" y="1431417"/>
                  </a:lnTo>
                  <a:lnTo>
                    <a:pt x="5227248" y="1431417"/>
                  </a:lnTo>
                  <a:lnTo>
                    <a:pt x="5228501" y="1431417"/>
                  </a:lnTo>
                  <a:lnTo>
                    <a:pt x="5229754" y="1431417"/>
                  </a:lnTo>
                  <a:lnTo>
                    <a:pt x="5231008" y="1431417"/>
                  </a:lnTo>
                  <a:lnTo>
                    <a:pt x="5232261" y="1431417"/>
                  </a:lnTo>
                  <a:lnTo>
                    <a:pt x="5233514" y="1431417"/>
                  </a:lnTo>
                  <a:lnTo>
                    <a:pt x="5234767" y="1431417"/>
                  </a:lnTo>
                  <a:lnTo>
                    <a:pt x="5236020" y="1431417"/>
                  </a:lnTo>
                  <a:lnTo>
                    <a:pt x="5237274" y="1431417"/>
                  </a:lnTo>
                  <a:lnTo>
                    <a:pt x="5238527" y="1431417"/>
                  </a:lnTo>
                  <a:lnTo>
                    <a:pt x="5239780" y="1431417"/>
                  </a:lnTo>
                  <a:lnTo>
                    <a:pt x="5241033" y="1431417"/>
                  </a:lnTo>
                  <a:lnTo>
                    <a:pt x="5242287" y="1431417"/>
                  </a:lnTo>
                  <a:lnTo>
                    <a:pt x="5243540" y="1431417"/>
                  </a:lnTo>
                  <a:lnTo>
                    <a:pt x="5244793" y="1431417"/>
                  </a:lnTo>
                  <a:lnTo>
                    <a:pt x="5246046" y="1431417"/>
                  </a:lnTo>
                  <a:lnTo>
                    <a:pt x="5247299" y="1431417"/>
                  </a:lnTo>
                  <a:lnTo>
                    <a:pt x="5248553" y="1431417"/>
                  </a:lnTo>
                  <a:lnTo>
                    <a:pt x="5249806" y="1431417"/>
                  </a:lnTo>
                  <a:lnTo>
                    <a:pt x="5251059" y="1431417"/>
                  </a:lnTo>
                  <a:lnTo>
                    <a:pt x="5252312" y="1431417"/>
                  </a:lnTo>
                  <a:lnTo>
                    <a:pt x="5253565" y="1431417"/>
                  </a:lnTo>
                  <a:lnTo>
                    <a:pt x="5254819" y="1431417"/>
                  </a:lnTo>
                  <a:lnTo>
                    <a:pt x="5256072" y="1431417"/>
                  </a:lnTo>
                  <a:lnTo>
                    <a:pt x="5257325" y="1431417"/>
                  </a:lnTo>
                  <a:lnTo>
                    <a:pt x="5258578" y="1431417"/>
                  </a:lnTo>
                  <a:lnTo>
                    <a:pt x="5259832" y="1431417"/>
                  </a:lnTo>
                  <a:lnTo>
                    <a:pt x="5261085" y="1431417"/>
                  </a:lnTo>
                  <a:lnTo>
                    <a:pt x="5262338" y="1431417"/>
                  </a:lnTo>
                  <a:lnTo>
                    <a:pt x="5263591" y="1431417"/>
                  </a:lnTo>
                  <a:lnTo>
                    <a:pt x="5264844" y="1431417"/>
                  </a:lnTo>
                  <a:lnTo>
                    <a:pt x="5266098" y="1431417"/>
                  </a:lnTo>
                  <a:lnTo>
                    <a:pt x="5267351" y="1431417"/>
                  </a:lnTo>
                  <a:lnTo>
                    <a:pt x="5268604" y="1431417"/>
                  </a:lnTo>
                  <a:lnTo>
                    <a:pt x="5269857" y="1431417"/>
                  </a:lnTo>
                  <a:lnTo>
                    <a:pt x="5271110" y="1431417"/>
                  </a:lnTo>
                  <a:lnTo>
                    <a:pt x="5272364" y="1431417"/>
                  </a:lnTo>
                  <a:lnTo>
                    <a:pt x="5273617" y="1431417"/>
                  </a:lnTo>
                  <a:lnTo>
                    <a:pt x="5274870" y="1431417"/>
                  </a:lnTo>
                  <a:lnTo>
                    <a:pt x="5276123" y="1431417"/>
                  </a:lnTo>
                  <a:lnTo>
                    <a:pt x="5277377" y="1431417"/>
                  </a:lnTo>
                  <a:lnTo>
                    <a:pt x="5278630" y="1431417"/>
                  </a:lnTo>
                  <a:lnTo>
                    <a:pt x="5279883" y="1431417"/>
                  </a:lnTo>
                  <a:lnTo>
                    <a:pt x="5281136" y="1431417"/>
                  </a:lnTo>
                  <a:lnTo>
                    <a:pt x="5282389" y="1431417"/>
                  </a:lnTo>
                  <a:lnTo>
                    <a:pt x="5283643" y="1431417"/>
                  </a:lnTo>
                  <a:lnTo>
                    <a:pt x="5284896" y="1431417"/>
                  </a:lnTo>
                  <a:lnTo>
                    <a:pt x="5286149" y="1431417"/>
                  </a:lnTo>
                  <a:lnTo>
                    <a:pt x="5287402" y="1431417"/>
                  </a:lnTo>
                  <a:lnTo>
                    <a:pt x="5288656" y="1431417"/>
                  </a:lnTo>
                  <a:lnTo>
                    <a:pt x="5289909" y="1431417"/>
                  </a:lnTo>
                  <a:lnTo>
                    <a:pt x="5291162" y="1431417"/>
                  </a:lnTo>
                  <a:lnTo>
                    <a:pt x="5292415" y="1431417"/>
                  </a:lnTo>
                  <a:lnTo>
                    <a:pt x="5293668" y="1431417"/>
                  </a:lnTo>
                  <a:lnTo>
                    <a:pt x="5294922" y="1431417"/>
                  </a:lnTo>
                  <a:lnTo>
                    <a:pt x="5296175" y="1431417"/>
                  </a:lnTo>
                  <a:lnTo>
                    <a:pt x="5297428" y="1431417"/>
                  </a:lnTo>
                  <a:lnTo>
                    <a:pt x="5298681" y="1431417"/>
                  </a:lnTo>
                  <a:lnTo>
                    <a:pt x="5299934" y="1431417"/>
                  </a:lnTo>
                  <a:lnTo>
                    <a:pt x="5301188" y="1431417"/>
                  </a:lnTo>
                  <a:lnTo>
                    <a:pt x="5302441" y="1431417"/>
                  </a:lnTo>
                  <a:lnTo>
                    <a:pt x="5303694" y="1431417"/>
                  </a:lnTo>
                  <a:lnTo>
                    <a:pt x="5304947" y="1431417"/>
                  </a:lnTo>
                  <a:lnTo>
                    <a:pt x="5306201" y="1431417"/>
                  </a:lnTo>
                  <a:lnTo>
                    <a:pt x="5307454" y="1431417"/>
                  </a:lnTo>
                  <a:lnTo>
                    <a:pt x="5308707" y="1431417"/>
                  </a:lnTo>
                  <a:lnTo>
                    <a:pt x="5309960" y="1431417"/>
                  </a:lnTo>
                  <a:lnTo>
                    <a:pt x="5311213" y="1431417"/>
                  </a:lnTo>
                  <a:lnTo>
                    <a:pt x="5312467" y="1431417"/>
                  </a:lnTo>
                  <a:lnTo>
                    <a:pt x="5313720" y="1431417"/>
                  </a:lnTo>
                  <a:lnTo>
                    <a:pt x="5314973" y="1431417"/>
                  </a:lnTo>
                  <a:lnTo>
                    <a:pt x="5316226" y="1431417"/>
                  </a:lnTo>
                  <a:lnTo>
                    <a:pt x="5317480" y="1431417"/>
                  </a:lnTo>
                  <a:lnTo>
                    <a:pt x="5318733" y="1431417"/>
                  </a:lnTo>
                  <a:lnTo>
                    <a:pt x="5319986" y="1431417"/>
                  </a:lnTo>
                  <a:lnTo>
                    <a:pt x="5321239" y="1431417"/>
                  </a:lnTo>
                  <a:lnTo>
                    <a:pt x="5322492" y="1431417"/>
                  </a:lnTo>
                  <a:lnTo>
                    <a:pt x="5323746" y="1431417"/>
                  </a:lnTo>
                  <a:lnTo>
                    <a:pt x="5324999" y="1431417"/>
                  </a:lnTo>
                  <a:lnTo>
                    <a:pt x="5326252" y="1431417"/>
                  </a:lnTo>
                  <a:lnTo>
                    <a:pt x="5327505" y="1431417"/>
                  </a:lnTo>
                  <a:lnTo>
                    <a:pt x="5328758" y="1431417"/>
                  </a:lnTo>
                  <a:lnTo>
                    <a:pt x="5330012" y="1431417"/>
                  </a:lnTo>
                  <a:lnTo>
                    <a:pt x="5331265" y="1431417"/>
                  </a:lnTo>
                  <a:lnTo>
                    <a:pt x="5332518" y="1431417"/>
                  </a:lnTo>
                  <a:lnTo>
                    <a:pt x="5333771" y="1431417"/>
                  </a:lnTo>
                  <a:lnTo>
                    <a:pt x="5335025" y="1431417"/>
                  </a:lnTo>
                  <a:lnTo>
                    <a:pt x="5336278" y="1431417"/>
                  </a:lnTo>
                  <a:lnTo>
                    <a:pt x="5337531" y="1431417"/>
                  </a:lnTo>
                  <a:lnTo>
                    <a:pt x="5338784" y="1431417"/>
                  </a:lnTo>
                  <a:lnTo>
                    <a:pt x="5340037" y="1431417"/>
                  </a:lnTo>
                  <a:lnTo>
                    <a:pt x="5341291" y="1431417"/>
                  </a:lnTo>
                  <a:lnTo>
                    <a:pt x="5342544" y="1431417"/>
                  </a:lnTo>
                  <a:lnTo>
                    <a:pt x="5343797" y="1431417"/>
                  </a:lnTo>
                  <a:lnTo>
                    <a:pt x="5345050" y="1431417"/>
                  </a:lnTo>
                  <a:lnTo>
                    <a:pt x="5346304" y="1431417"/>
                  </a:lnTo>
                  <a:lnTo>
                    <a:pt x="5347557" y="1431417"/>
                  </a:lnTo>
                  <a:lnTo>
                    <a:pt x="5348810" y="1431417"/>
                  </a:lnTo>
                  <a:lnTo>
                    <a:pt x="5350063" y="1431417"/>
                  </a:lnTo>
                  <a:lnTo>
                    <a:pt x="5351316" y="1431417"/>
                  </a:lnTo>
                  <a:lnTo>
                    <a:pt x="5352570" y="1431417"/>
                  </a:lnTo>
                  <a:lnTo>
                    <a:pt x="5353823" y="1431417"/>
                  </a:lnTo>
                  <a:lnTo>
                    <a:pt x="5355076" y="1431417"/>
                  </a:lnTo>
                  <a:lnTo>
                    <a:pt x="5356329" y="1431417"/>
                  </a:lnTo>
                  <a:lnTo>
                    <a:pt x="5357582" y="1431417"/>
                  </a:lnTo>
                  <a:lnTo>
                    <a:pt x="5358836" y="1431417"/>
                  </a:lnTo>
                  <a:lnTo>
                    <a:pt x="5360089" y="1431417"/>
                  </a:lnTo>
                  <a:lnTo>
                    <a:pt x="5361342" y="1431417"/>
                  </a:lnTo>
                  <a:lnTo>
                    <a:pt x="5362595" y="1431417"/>
                  </a:lnTo>
                  <a:lnTo>
                    <a:pt x="5363849" y="1431417"/>
                  </a:lnTo>
                  <a:lnTo>
                    <a:pt x="5365102" y="1431417"/>
                  </a:lnTo>
                  <a:lnTo>
                    <a:pt x="5366355" y="1431417"/>
                  </a:lnTo>
                  <a:lnTo>
                    <a:pt x="5367608" y="1431417"/>
                  </a:lnTo>
                  <a:lnTo>
                    <a:pt x="5368861" y="1431417"/>
                  </a:lnTo>
                  <a:lnTo>
                    <a:pt x="5370115" y="1431417"/>
                  </a:lnTo>
                  <a:lnTo>
                    <a:pt x="5371368" y="1431417"/>
                  </a:lnTo>
                  <a:lnTo>
                    <a:pt x="5372621" y="1431417"/>
                  </a:lnTo>
                  <a:lnTo>
                    <a:pt x="5373874" y="1431417"/>
                  </a:lnTo>
                  <a:lnTo>
                    <a:pt x="5375128" y="1431417"/>
                  </a:lnTo>
                  <a:lnTo>
                    <a:pt x="5376381" y="1431417"/>
                  </a:lnTo>
                  <a:lnTo>
                    <a:pt x="5377634" y="1431417"/>
                  </a:lnTo>
                  <a:lnTo>
                    <a:pt x="5378887" y="1431417"/>
                  </a:lnTo>
                  <a:lnTo>
                    <a:pt x="5380140" y="1431417"/>
                  </a:lnTo>
                  <a:lnTo>
                    <a:pt x="5381394" y="1431417"/>
                  </a:lnTo>
                  <a:lnTo>
                    <a:pt x="5382647" y="1431417"/>
                  </a:lnTo>
                  <a:lnTo>
                    <a:pt x="5383900" y="1431417"/>
                  </a:lnTo>
                  <a:lnTo>
                    <a:pt x="5385153" y="1431417"/>
                  </a:lnTo>
                  <a:lnTo>
                    <a:pt x="5386406" y="1431417"/>
                  </a:lnTo>
                  <a:lnTo>
                    <a:pt x="5387660" y="1431417"/>
                  </a:lnTo>
                  <a:lnTo>
                    <a:pt x="5388913" y="1431417"/>
                  </a:lnTo>
                  <a:lnTo>
                    <a:pt x="5390166" y="1431417"/>
                  </a:lnTo>
                  <a:lnTo>
                    <a:pt x="5391419" y="1431417"/>
                  </a:lnTo>
                  <a:lnTo>
                    <a:pt x="5392673" y="1431417"/>
                  </a:lnTo>
                  <a:lnTo>
                    <a:pt x="5393926" y="1431417"/>
                  </a:lnTo>
                  <a:lnTo>
                    <a:pt x="5395179" y="1431417"/>
                  </a:lnTo>
                  <a:lnTo>
                    <a:pt x="5396432" y="1431417"/>
                  </a:lnTo>
                  <a:lnTo>
                    <a:pt x="5397685" y="1431417"/>
                  </a:lnTo>
                  <a:lnTo>
                    <a:pt x="5398939" y="1431417"/>
                  </a:lnTo>
                  <a:lnTo>
                    <a:pt x="5400192" y="1431417"/>
                  </a:lnTo>
                  <a:lnTo>
                    <a:pt x="5401445" y="1431417"/>
                  </a:lnTo>
                  <a:lnTo>
                    <a:pt x="5402698" y="1431417"/>
                  </a:lnTo>
                  <a:lnTo>
                    <a:pt x="5403952" y="1431417"/>
                  </a:lnTo>
                  <a:lnTo>
                    <a:pt x="5405205" y="1431417"/>
                  </a:lnTo>
                  <a:lnTo>
                    <a:pt x="5406458" y="1431417"/>
                  </a:lnTo>
                  <a:lnTo>
                    <a:pt x="5407711" y="1431417"/>
                  </a:lnTo>
                  <a:lnTo>
                    <a:pt x="5408964" y="1431417"/>
                  </a:lnTo>
                  <a:lnTo>
                    <a:pt x="5410218" y="1431417"/>
                  </a:lnTo>
                  <a:lnTo>
                    <a:pt x="5411471" y="1431417"/>
                  </a:lnTo>
                  <a:lnTo>
                    <a:pt x="5412724" y="1431417"/>
                  </a:lnTo>
                  <a:lnTo>
                    <a:pt x="5413977" y="1431417"/>
                  </a:lnTo>
                  <a:lnTo>
                    <a:pt x="5415230" y="1431417"/>
                  </a:lnTo>
                  <a:lnTo>
                    <a:pt x="5416484" y="1431417"/>
                  </a:lnTo>
                  <a:lnTo>
                    <a:pt x="5417737" y="1431417"/>
                  </a:lnTo>
                  <a:lnTo>
                    <a:pt x="5418990" y="1431417"/>
                  </a:lnTo>
                  <a:lnTo>
                    <a:pt x="5420243" y="1431417"/>
                  </a:lnTo>
                  <a:lnTo>
                    <a:pt x="5421497" y="1431417"/>
                  </a:lnTo>
                  <a:lnTo>
                    <a:pt x="5422750" y="1431417"/>
                  </a:lnTo>
                  <a:lnTo>
                    <a:pt x="5424003" y="1431417"/>
                  </a:lnTo>
                  <a:lnTo>
                    <a:pt x="5425256" y="1431417"/>
                  </a:lnTo>
                  <a:lnTo>
                    <a:pt x="5426509" y="1431417"/>
                  </a:lnTo>
                  <a:lnTo>
                    <a:pt x="5427763" y="1431417"/>
                  </a:lnTo>
                  <a:lnTo>
                    <a:pt x="5429016" y="1431417"/>
                  </a:lnTo>
                  <a:lnTo>
                    <a:pt x="5430269" y="1431417"/>
                  </a:lnTo>
                  <a:lnTo>
                    <a:pt x="5431522" y="1431417"/>
                  </a:lnTo>
                  <a:lnTo>
                    <a:pt x="5432775" y="1431417"/>
                  </a:lnTo>
                  <a:lnTo>
                    <a:pt x="5434029" y="1431417"/>
                  </a:lnTo>
                  <a:lnTo>
                    <a:pt x="5435282" y="1431417"/>
                  </a:lnTo>
                  <a:lnTo>
                    <a:pt x="5436535" y="1431417"/>
                  </a:lnTo>
                  <a:lnTo>
                    <a:pt x="5437788" y="1431417"/>
                  </a:lnTo>
                  <a:lnTo>
                    <a:pt x="5439042" y="1431417"/>
                  </a:lnTo>
                  <a:lnTo>
                    <a:pt x="5440295" y="1431417"/>
                  </a:lnTo>
                  <a:lnTo>
                    <a:pt x="5441548" y="1431417"/>
                  </a:lnTo>
                  <a:lnTo>
                    <a:pt x="5442801" y="1431417"/>
                  </a:lnTo>
                  <a:lnTo>
                    <a:pt x="5444054" y="1431417"/>
                  </a:lnTo>
                  <a:lnTo>
                    <a:pt x="5445308" y="1431417"/>
                  </a:lnTo>
                  <a:lnTo>
                    <a:pt x="5446561" y="1431417"/>
                  </a:lnTo>
                  <a:lnTo>
                    <a:pt x="5447814" y="1431417"/>
                  </a:lnTo>
                  <a:lnTo>
                    <a:pt x="5449067" y="1431417"/>
                  </a:lnTo>
                  <a:lnTo>
                    <a:pt x="5450321" y="1431417"/>
                  </a:lnTo>
                  <a:lnTo>
                    <a:pt x="5451574" y="1431417"/>
                  </a:lnTo>
                  <a:lnTo>
                    <a:pt x="5452827" y="1431417"/>
                  </a:lnTo>
                  <a:lnTo>
                    <a:pt x="5454080" y="1431417"/>
                  </a:lnTo>
                  <a:lnTo>
                    <a:pt x="5455333" y="1431417"/>
                  </a:lnTo>
                  <a:lnTo>
                    <a:pt x="5456587" y="1431417"/>
                  </a:lnTo>
                  <a:lnTo>
                    <a:pt x="5457840" y="1431417"/>
                  </a:lnTo>
                  <a:lnTo>
                    <a:pt x="5459093" y="1431417"/>
                  </a:lnTo>
                  <a:lnTo>
                    <a:pt x="5460346" y="1431417"/>
                  </a:lnTo>
                  <a:lnTo>
                    <a:pt x="5461599" y="1431417"/>
                  </a:lnTo>
                  <a:lnTo>
                    <a:pt x="5462853" y="1431417"/>
                  </a:lnTo>
                  <a:lnTo>
                    <a:pt x="5464106" y="1431417"/>
                  </a:lnTo>
                  <a:lnTo>
                    <a:pt x="5465359" y="1431417"/>
                  </a:lnTo>
                  <a:lnTo>
                    <a:pt x="5466612" y="1431417"/>
                  </a:lnTo>
                  <a:lnTo>
                    <a:pt x="5467866" y="1431417"/>
                  </a:lnTo>
                  <a:lnTo>
                    <a:pt x="5469119" y="1431417"/>
                  </a:lnTo>
                  <a:lnTo>
                    <a:pt x="5470372" y="1431417"/>
                  </a:lnTo>
                  <a:lnTo>
                    <a:pt x="5471625" y="1431417"/>
                  </a:lnTo>
                  <a:lnTo>
                    <a:pt x="5472878" y="1431417"/>
                  </a:lnTo>
                  <a:lnTo>
                    <a:pt x="5474132" y="1431417"/>
                  </a:lnTo>
                  <a:lnTo>
                    <a:pt x="5475385" y="1431417"/>
                  </a:lnTo>
                  <a:lnTo>
                    <a:pt x="5476638" y="1431417"/>
                  </a:lnTo>
                  <a:lnTo>
                    <a:pt x="5477891" y="1431417"/>
                  </a:lnTo>
                  <a:lnTo>
                    <a:pt x="5479145" y="1431417"/>
                  </a:lnTo>
                  <a:lnTo>
                    <a:pt x="5480398" y="1431417"/>
                  </a:lnTo>
                  <a:lnTo>
                    <a:pt x="5481651" y="1431417"/>
                  </a:lnTo>
                  <a:lnTo>
                    <a:pt x="5482904" y="1431417"/>
                  </a:lnTo>
                  <a:lnTo>
                    <a:pt x="5484157" y="1431417"/>
                  </a:lnTo>
                  <a:lnTo>
                    <a:pt x="5485411" y="1431417"/>
                  </a:lnTo>
                  <a:lnTo>
                    <a:pt x="5486664" y="1431417"/>
                  </a:lnTo>
                  <a:lnTo>
                    <a:pt x="5487917" y="1431417"/>
                  </a:lnTo>
                  <a:lnTo>
                    <a:pt x="5489170" y="1431417"/>
                  </a:lnTo>
                  <a:lnTo>
                    <a:pt x="5490423" y="1431417"/>
                  </a:lnTo>
                  <a:lnTo>
                    <a:pt x="5491677" y="1431417"/>
                  </a:lnTo>
                  <a:lnTo>
                    <a:pt x="5492930" y="1431417"/>
                  </a:lnTo>
                  <a:lnTo>
                    <a:pt x="5494183" y="1431417"/>
                  </a:lnTo>
                  <a:lnTo>
                    <a:pt x="5495436" y="1431417"/>
                  </a:lnTo>
                  <a:lnTo>
                    <a:pt x="5496690" y="1431417"/>
                  </a:lnTo>
                  <a:lnTo>
                    <a:pt x="5497943" y="1431417"/>
                  </a:lnTo>
                  <a:lnTo>
                    <a:pt x="5499196" y="1431417"/>
                  </a:lnTo>
                  <a:lnTo>
                    <a:pt x="5500449" y="1431417"/>
                  </a:lnTo>
                  <a:lnTo>
                    <a:pt x="5501702" y="1431417"/>
                  </a:lnTo>
                  <a:lnTo>
                    <a:pt x="5502956" y="1431417"/>
                  </a:lnTo>
                  <a:lnTo>
                    <a:pt x="5504209" y="1431417"/>
                  </a:lnTo>
                  <a:lnTo>
                    <a:pt x="5505462" y="1431417"/>
                  </a:lnTo>
                  <a:lnTo>
                    <a:pt x="5506715" y="1431417"/>
                  </a:lnTo>
                  <a:lnTo>
                    <a:pt x="5507969" y="1431417"/>
                  </a:lnTo>
                  <a:lnTo>
                    <a:pt x="5509222" y="1431417"/>
                  </a:lnTo>
                  <a:lnTo>
                    <a:pt x="5510475" y="1431417"/>
                  </a:lnTo>
                  <a:lnTo>
                    <a:pt x="5511728" y="1431417"/>
                  </a:lnTo>
                  <a:lnTo>
                    <a:pt x="5512981" y="1431417"/>
                  </a:lnTo>
                  <a:lnTo>
                    <a:pt x="5514235" y="1431417"/>
                  </a:lnTo>
                  <a:lnTo>
                    <a:pt x="5515488" y="1431417"/>
                  </a:lnTo>
                  <a:lnTo>
                    <a:pt x="5516741" y="1431417"/>
                  </a:lnTo>
                  <a:lnTo>
                    <a:pt x="5517994" y="1431417"/>
                  </a:lnTo>
                  <a:lnTo>
                    <a:pt x="5519247" y="1431417"/>
                  </a:lnTo>
                  <a:lnTo>
                    <a:pt x="5520501" y="1431417"/>
                  </a:lnTo>
                  <a:lnTo>
                    <a:pt x="5521754" y="1431417"/>
                  </a:lnTo>
                  <a:lnTo>
                    <a:pt x="5523007" y="1431417"/>
                  </a:lnTo>
                  <a:lnTo>
                    <a:pt x="5524260" y="1431417"/>
                  </a:lnTo>
                  <a:lnTo>
                    <a:pt x="5525514" y="1431417"/>
                  </a:lnTo>
                  <a:lnTo>
                    <a:pt x="5526767" y="1431417"/>
                  </a:lnTo>
                  <a:lnTo>
                    <a:pt x="5528020" y="1431417"/>
                  </a:lnTo>
                  <a:lnTo>
                    <a:pt x="5529273" y="1431417"/>
                  </a:lnTo>
                  <a:lnTo>
                    <a:pt x="5530526" y="1431417"/>
                  </a:lnTo>
                  <a:lnTo>
                    <a:pt x="5531780" y="1431417"/>
                  </a:lnTo>
                  <a:lnTo>
                    <a:pt x="5533033" y="1431417"/>
                  </a:lnTo>
                  <a:lnTo>
                    <a:pt x="5534286" y="1431417"/>
                  </a:lnTo>
                  <a:lnTo>
                    <a:pt x="5535539" y="1431417"/>
                  </a:lnTo>
                  <a:lnTo>
                    <a:pt x="5536793" y="1431417"/>
                  </a:lnTo>
                  <a:lnTo>
                    <a:pt x="5538046" y="1431417"/>
                  </a:lnTo>
                  <a:lnTo>
                    <a:pt x="5539299" y="1431417"/>
                  </a:lnTo>
                  <a:lnTo>
                    <a:pt x="5540552" y="1431417"/>
                  </a:lnTo>
                  <a:lnTo>
                    <a:pt x="5541805" y="1431417"/>
                  </a:lnTo>
                  <a:lnTo>
                    <a:pt x="5543059" y="1431417"/>
                  </a:lnTo>
                  <a:lnTo>
                    <a:pt x="5544312" y="1431417"/>
                  </a:lnTo>
                  <a:lnTo>
                    <a:pt x="5545565" y="1431417"/>
                  </a:lnTo>
                  <a:lnTo>
                    <a:pt x="5546818" y="1431417"/>
                  </a:lnTo>
                  <a:lnTo>
                    <a:pt x="5548071" y="1431417"/>
                  </a:lnTo>
                  <a:lnTo>
                    <a:pt x="5549325" y="1431417"/>
                  </a:lnTo>
                  <a:lnTo>
                    <a:pt x="5550578" y="1431417"/>
                  </a:lnTo>
                  <a:lnTo>
                    <a:pt x="5551831" y="1431417"/>
                  </a:lnTo>
                  <a:lnTo>
                    <a:pt x="5553084" y="1431417"/>
                  </a:lnTo>
                  <a:lnTo>
                    <a:pt x="5554338" y="1431417"/>
                  </a:lnTo>
                  <a:lnTo>
                    <a:pt x="5555591" y="1431417"/>
                  </a:lnTo>
                  <a:lnTo>
                    <a:pt x="5556844" y="1431417"/>
                  </a:lnTo>
                  <a:lnTo>
                    <a:pt x="5558097" y="1431417"/>
                  </a:lnTo>
                  <a:lnTo>
                    <a:pt x="5559350" y="1431417"/>
                  </a:lnTo>
                  <a:lnTo>
                    <a:pt x="5560604" y="1431417"/>
                  </a:lnTo>
                  <a:lnTo>
                    <a:pt x="5561857" y="1431417"/>
                  </a:lnTo>
                  <a:lnTo>
                    <a:pt x="5563110" y="1431417"/>
                  </a:lnTo>
                  <a:lnTo>
                    <a:pt x="5564363" y="1431417"/>
                  </a:lnTo>
                  <a:lnTo>
                    <a:pt x="5565617" y="1431417"/>
                  </a:lnTo>
                  <a:lnTo>
                    <a:pt x="5566870" y="1431417"/>
                  </a:lnTo>
                  <a:lnTo>
                    <a:pt x="5568123" y="1431417"/>
                  </a:lnTo>
                  <a:lnTo>
                    <a:pt x="5569376" y="1431417"/>
                  </a:lnTo>
                  <a:lnTo>
                    <a:pt x="5570629" y="1431417"/>
                  </a:lnTo>
                  <a:lnTo>
                    <a:pt x="5571883" y="1431417"/>
                  </a:lnTo>
                  <a:lnTo>
                    <a:pt x="5573136" y="1431417"/>
                  </a:lnTo>
                  <a:lnTo>
                    <a:pt x="5574389" y="1431417"/>
                  </a:lnTo>
                  <a:lnTo>
                    <a:pt x="5575642" y="1431417"/>
                  </a:lnTo>
                  <a:lnTo>
                    <a:pt x="5576895" y="1431417"/>
                  </a:lnTo>
                  <a:lnTo>
                    <a:pt x="5578149" y="1431417"/>
                  </a:lnTo>
                  <a:lnTo>
                    <a:pt x="5579402" y="1431417"/>
                  </a:lnTo>
                  <a:lnTo>
                    <a:pt x="5580655" y="1431417"/>
                  </a:lnTo>
                  <a:lnTo>
                    <a:pt x="5581908" y="1431417"/>
                  </a:lnTo>
                  <a:lnTo>
                    <a:pt x="5583162" y="1431417"/>
                  </a:lnTo>
                  <a:lnTo>
                    <a:pt x="5584415" y="1431417"/>
                  </a:lnTo>
                  <a:lnTo>
                    <a:pt x="5585668" y="1431417"/>
                  </a:lnTo>
                  <a:lnTo>
                    <a:pt x="5586921" y="1431417"/>
                  </a:lnTo>
                  <a:lnTo>
                    <a:pt x="5588174" y="1431417"/>
                  </a:lnTo>
                  <a:lnTo>
                    <a:pt x="5589428" y="1431417"/>
                  </a:lnTo>
                  <a:lnTo>
                    <a:pt x="5590681" y="1431417"/>
                  </a:lnTo>
                  <a:lnTo>
                    <a:pt x="5591934" y="1431417"/>
                  </a:lnTo>
                  <a:lnTo>
                    <a:pt x="5593187" y="1431417"/>
                  </a:lnTo>
                  <a:lnTo>
                    <a:pt x="5594440" y="1431417"/>
                  </a:lnTo>
                  <a:lnTo>
                    <a:pt x="5595694" y="1431417"/>
                  </a:lnTo>
                  <a:lnTo>
                    <a:pt x="5596947" y="1431417"/>
                  </a:lnTo>
                  <a:lnTo>
                    <a:pt x="5598200" y="1431417"/>
                  </a:lnTo>
                  <a:lnTo>
                    <a:pt x="5599453" y="1431417"/>
                  </a:lnTo>
                  <a:lnTo>
                    <a:pt x="5600707" y="1431417"/>
                  </a:lnTo>
                  <a:lnTo>
                    <a:pt x="5601960" y="1431417"/>
                  </a:lnTo>
                  <a:lnTo>
                    <a:pt x="5603213" y="1431417"/>
                  </a:lnTo>
                  <a:lnTo>
                    <a:pt x="5604466" y="1431417"/>
                  </a:lnTo>
                  <a:lnTo>
                    <a:pt x="5605719" y="1431417"/>
                  </a:lnTo>
                  <a:lnTo>
                    <a:pt x="5606973" y="1431417"/>
                  </a:lnTo>
                  <a:lnTo>
                    <a:pt x="5608226" y="1431417"/>
                  </a:lnTo>
                  <a:lnTo>
                    <a:pt x="5609479" y="1431417"/>
                  </a:lnTo>
                  <a:lnTo>
                    <a:pt x="5610732" y="1431417"/>
                  </a:lnTo>
                  <a:lnTo>
                    <a:pt x="5611986" y="1431417"/>
                  </a:lnTo>
                  <a:lnTo>
                    <a:pt x="5613239" y="1431417"/>
                  </a:lnTo>
                  <a:lnTo>
                    <a:pt x="5614492" y="1431417"/>
                  </a:lnTo>
                  <a:lnTo>
                    <a:pt x="5615745" y="1431417"/>
                  </a:lnTo>
                  <a:lnTo>
                    <a:pt x="5616998" y="1431417"/>
                  </a:lnTo>
                  <a:lnTo>
                    <a:pt x="5618252" y="1431417"/>
                  </a:lnTo>
                  <a:lnTo>
                    <a:pt x="5619505" y="1431417"/>
                  </a:lnTo>
                  <a:lnTo>
                    <a:pt x="5620758" y="1431417"/>
                  </a:lnTo>
                  <a:lnTo>
                    <a:pt x="5622011" y="1431417"/>
                  </a:lnTo>
                  <a:lnTo>
                    <a:pt x="5623264" y="1431417"/>
                  </a:lnTo>
                  <a:lnTo>
                    <a:pt x="5624518" y="1431417"/>
                  </a:lnTo>
                  <a:lnTo>
                    <a:pt x="5625771" y="1431417"/>
                  </a:lnTo>
                  <a:lnTo>
                    <a:pt x="5627024" y="1431417"/>
                  </a:lnTo>
                  <a:lnTo>
                    <a:pt x="5628277" y="1431417"/>
                  </a:lnTo>
                  <a:lnTo>
                    <a:pt x="5629531" y="1431417"/>
                  </a:lnTo>
                  <a:lnTo>
                    <a:pt x="5630784" y="1431417"/>
                  </a:lnTo>
                  <a:lnTo>
                    <a:pt x="5632037" y="1431417"/>
                  </a:lnTo>
                  <a:lnTo>
                    <a:pt x="5633290" y="1431417"/>
                  </a:lnTo>
                  <a:lnTo>
                    <a:pt x="5634543" y="1431417"/>
                  </a:lnTo>
                  <a:lnTo>
                    <a:pt x="5635797" y="1431417"/>
                  </a:lnTo>
                  <a:lnTo>
                    <a:pt x="5637050" y="1431417"/>
                  </a:lnTo>
                  <a:lnTo>
                    <a:pt x="5638303" y="1431417"/>
                  </a:lnTo>
                  <a:lnTo>
                    <a:pt x="5639556" y="1431417"/>
                  </a:lnTo>
                  <a:lnTo>
                    <a:pt x="5640810" y="1431417"/>
                  </a:lnTo>
                  <a:lnTo>
                    <a:pt x="5642063" y="1431417"/>
                  </a:lnTo>
                  <a:lnTo>
                    <a:pt x="5643316" y="1431417"/>
                  </a:lnTo>
                  <a:lnTo>
                    <a:pt x="5644569" y="1431417"/>
                  </a:lnTo>
                  <a:lnTo>
                    <a:pt x="5645822" y="1431417"/>
                  </a:lnTo>
                  <a:lnTo>
                    <a:pt x="5647076" y="1431417"/>
                  </a:lnTo>
                  <a:lnTo>
                    <a:pt x="5648329" y="1431417"/>
                  </a:lnTo>
                  <a:lnTo>
                    <a:pt x="5649582" y="1431417"/>
                  </a:lnTo>
                  <a:lnTo>
                    <a:pt x="5650835" y="1431417"/>
                  </a:lnTo>
                  <a:lnTo>
                    <a:pt x="5652088" y="1431417"/>
                  </a:lnTo>
                  <a:lnTo>
                    <a:pt x="5653342" y="1431417"/>
                  </a:lnTo>
                  <a:lnTo>
                    <a:pt x="5654595" y="1431417"/>
                  </a:lnTo>
                  <a:lnTo>
                    <a:pt x="5655848" y="1431417"/>
                  </a:lnTo>
                  <a:lnTo>
                    <a:pt x="5657101" y="1431417"/>
                  </a:lnTo>
                  <a:lnTo>
                    <a:pt x="5658355" y="1431417"/>
                  </a:lnTo>
                  <a:lnTo>
                    <a:pt x="5659608" y="1431417"/>
                  </a:lnTo>
                  <a:lnTo>
                    <a:pt x="5660861" y="1431417"/>
                  </a:lnTo>
                  <a:lnTo>
                    <a:pt x="5662114" y="1431417"/>
                  </a:lnTo>
                  <a:lnTo>
                    <a:pt x="5663367" y="1431417"/>
                  </a:lnTo>
                  <a:lnTo>
                    <a:pt x="5664621" y="1431417"/>
                  </a:lnTo>
                  <a:lnTo>
                    <a:pt x="5665874" y="1431417"/>
                  </a:lnTo>
                  <a:lnTo>
                    <a:pt x="5667127" y="1431417"/>
                  </a:lnTo>
                  <a:lnTo>
                    <a:pt x="5668380" y="1431417"/>
                  </a:lnTo>
                  <a:lnTo>
                    <a:pt x="5669634" y="1431417"/>
                  </a:lnTo>
                  <a:lnTo>
                    <a:pt x="5670887" y="1431417"/>
                  </a:lnTo>
                  <a:lnTo>
                    <a:pt x="5672140" y="1431417"/>
                  </a:lnTo>
                  <a:lnTo>
                    <a:pt x="5673393" y="1431417"/>
                  </a:lnTo>
                  <a:lnTo>
                    <a:pt x="5674646" y="1431417"/>
                  </a:lnTo>
                  <a:lnTo>
                    <a:pt x="5675900" y="1431417"/>
                  </a:lnTo>
                  <a:lnTo>
                    <a:pt x="5677153" y="1431417"/>
                  </a:lnTo>
                  <a:lnTo>
                    <a:pt x="5678406" y="1431417"/>
                  </a:lnTo>
                  <a:lnTo>
                    <a:pt x="5679659" y="1431417"/>
                  </a:lnTo>
                  <a:lnTo>
                    <a:pt x="5680912" y="1431417"/>
                  </a:lnTo>
                  <a:lnTo>
                    <a:pt x="5682166" y="1431417"/>
                  </a:lnTo>
                  <a:lnTo>
                    <a:pt x="5683419" y="1431417"/>
                  </a:lnTo>
                  <a:lnTo>
                    <a:pt x="5684672" y="1431417"/>
                  </a:lnTo>
                  <a:lnTo>
                    <a:pt x="5685925" y="1431417"/>
                  </a:lnTo>
                  <a:lnTo>
                    <a:pt x="5687179" y="1431417"/>
                  </a:lnTo>
                  <a:lnTo>
                    <a:pt x="5688432" y="1431417"/>
                  </a:lnTo>
                  <a:lnTo>
                    <a:pt x="5689685" y="1431417"/>
                  </a:lnTo>
                  <a:lnTo>
                    <a:pt x="5690938" y="1431417"/>
                  </a:lnTo>
                  <a:lnTo>
                    <a:pt x="5692191" y="1431417"/>
                  </a:lnTo>
                  <a:lnTo>
                    <a:pt x="5693445" y="1431417"/>
                  </a:lnTo>
                  <a:lnTo>
                    <a:pt x="5694698" y="1431417"/>
                  </a:lnTo>
                  <a:lnTo>
                    <a:pt x="5695951" y="1431417"/>
                  </a:lnTo>
                  <a:lnTo>
                    <a:pt x="5697204" y="1431417"/>
                  </a:lnTo>
                  <a:lnTo>
                    <a:pt x="5698458" y="1431417"/>
                  </a:lnTo>
                  <a:lnTo>
                    <a:pt x="5699711" y="1431417"/>
                  </a:lnTo>
                  <a:lnTo>
                    <a:pt x="5700964" y="1431417"/>
                  </a:lnTo>
                  <a:lnTo>
                    <a:pt x="5702217" y="1431417"/>
                  </a:lnTo>
                  <a:lnTo>
                    <a:pt x="5703470" y="1431417"/>
                  </a:lnTo>
                  <a:lnTo>
                    <a:pt x="5704724" y="1431417"/>
                  </a:lnTo>
                  <a:lnTo>
                    <a:pt x="5705977" y="1431417"/>
                  </a:lnTo>
                  <a:lnTo>
                    <a:pt x="5707230" y="1431417"/>
                  </a:lnTo>
                  <a:lnTo>
                    <a:pt x="5708483" y="1431417"/>
                  </a:lnTo>
                  <a:lnTo>
                    <a:pt x="5709736" y="1431417"/>
                  </a:lnTo>
                  <a:lnTo>
                    <a:pt x="5710990" y="1431417"/>
                  </a:lnTo>
                  <a:lnTo>
                    <a:pt x="5712243" y="1431417"/>
                  </a:lnTo>
                  <a:lnTo>
                    <a:pt x="5713496" y="1431417"/>
                  </a:lnTo>
                  <a:lnTo>
                    <a:pt x="5714749" y="1431417"/>
                  </a:lnTo>
                  <a:lnTo>
                    <a:pt x="5716003" y="1431417"/>
                  </a:lnTo>
                  <a:lnTo>
                    <a:pt x="5717256" y="1431417"/>
                  </a:lnTo>
                  <a:lnTo>
                    <a:pt x="5718509" y="1431417"/>
                  </a:lnTo>
                  <a:lnTo>
                    <a:pt x="5719762" y="1431417"/>
                  </a:lnTo>
                  <a:lnTo>
                    <a:pt x="5721015" y="1431417"/>
                  </a:lnTo>
                  <a:lnTo>
                    <a:pt x="5722269" y="1431417"/>
                  </a:lnTo>
                  <a:lnTo>
                    <a:pt x="5723522" y="1431417"/>
                  </a:lnTo>
                  <a:lnTo>
                    <a:pt x="5724775" y="1431417"/>
                  </a:lnTo>
                  <a:lnTo>
                    <a:pt x="5726028" y="1431417"/>
                  </a:lnTo>
                  <a:lnTo>
                    <a:pt x="5727282" y="1431417"/>
                  </a:lnTo>
                  <a:lnTo>
                    <a:pt x="5728535" y="1431417"/>
                  </a:lnTo>
                  <a:lnTo>
                    <a:pt x="5729788" y="1431417"/>
                  </a:lnTo>
                  <a:lnTo>
                    <a:pt x="5731041" y="1431417"/>
                  </a:lnTo>
                  <a:lnTo>
                    <a:pt x="5732294" y="1431417"/>
                  </a:lnTo>
                  <a:lnTo>
                    <a:pt x="5733548" y="1431417"/>
                  </a:lnTo>
                  <a:lnTo>
                    <a:pt x="5734801" y="1431417"/>
                  </a:lnTo>
                  <a:lnTo>
                    <a:pt x="5736054" y="1431417"/>
                  </a:lnTo>
                  <a:lnTo>
                    <a:pt x="5737307" y="1431417"/>
                  </a:lnTo>
                  <a:lnTo>
                    <a:pt x="5738560" y="1431417"/>
                  </a:lnTo>
                  <a:lnTo>
                    <a:pt x="5739814" y="1431417"/>
                  </a:lnTo>
                  <a:lnTo>
                    <a:pt x="5741067" y="1431417"/>
                  </a:lnTo>
                  <a:lnTo>
                    <a:pt x="5742320" y="1431417"/>
                  </a:lnTo>
                  <a:lnTo>
                    <a:pt x="5743573" y="1431417"/>
                  </a:lnTo>
                  <a:lnTo>
                    <a:pt x="5744827" y="1431417"/>
                  </a:lnTo>
                  <a:lnTo>
                    <a:pt x="5746080" y="1431417"/>
                  </a:lnTo>
                  <a:lnTo>
                    <a:pt x="5747333" y="1431417"/>
                  </a:lnTo>
                  <a:lnTo>
                    <a:pt x="5748586" y="1431417"/>
                  </a:lnTo>
                  <a:lnTo>
                    <a:pt x="5749839" y="1431417"/>
                  </a:lnTo>
                  <a:lnTo>
                    <a:pt x="5751093" y="1431417"/>
                  </a:lnTo>
                  <a:lnTo>
                    <a:pt x="5752346" y="1431417"/>
                  </a:lnTo>
                  <a:lnTo>
                    <a:pt x="5753599" y="1431417"/>
                  </a:lnTo>
                  <a:lnTo>
                    <a:pt x="5754852" y="1431417"/>
                  </a:lnTo>
                  <a:lnTo>
                    <a:pt x="5756105" y="1431417"/>
                  </a:lnTo>
                  <a:lnTo>
                    <a:pt x="5757359" y="1431417"/>
                  </a:lnTo>
                  <a:lnTo>
                    <a:pt x="5758612" y="1431417"/>
                  </a:lnTo>
                  <a:lnTo>
                    <a:pt x="5759865" y="1431417"/>
                  </a:lnTo>
                  <a:lnTo>
                    <a:pt x="5761118" y="1431417"/>
                  </a:lnTo>
                  <a:lnTo>
                    <a:pt x="5762372" y="1431417"/>
                  </a:lnTo>
                  <a:lnTo>
                    <a:pt x="5763625" y="1431417"/>
                  </a:lnTo>
                  <a:lnTo>
                    <a:pt x="5764878" y="1431417"/>
                  </a:lnTo>
                  <a:lnTo>
                    <a:pt x="5766131" y="1431417"/>
                  </a:lnTo>
                  <a:lnTo>
                    <a:pt x="5767384" y="1431417"/>
                  </a:lnTo>
                  <a:lnTo>
                    <a:pt x="5768638" y="1431417"/>
                  </a:lnTo>
                  <a:lnTo>
                    <a:pt x="5769891" y="1431417"/>
                  </a:lnTo>
                  <a:lnTo>
                    <a:pt x="5771144" y="1431417"/>
                  </a:lnTo>
                  <a:lnTo>
                    <a:pt x="5772397" y="1431417"/>
                  </a:lnTo>
                  <a:lnTo>
                    <a:pt x="5773651" y="1431417"/>
                  </a:lnTo>
                  <a:lnTo>
                    <a:pt x="5774904" y="1431417"/>
                  </a:lnTo>
                  <a:lnTo>
                    <a:pt x="5776157" y="1431417"/>
                  </a:lnTo>
                  <a:lnTo>
                    <a:pt x="5777410" y="1431417"/>
                  </a:lnTo>
                  <a:lnTo>
                    <a:pt x="5778663" y="1431417"/>
                  </a:lnTo>
                  <a:lnTo>
                    <a:pt x="5779917" y="1431417"/>
                  </a:lnTo>
                  <a:lnTo>
                    <a:pt x="5781170" y="1431417"/>
                  </a:lnTo>
                  <a:lnTo>
                    <a:pt x="5782423" y="1431417"/>
                  </a:lnTo>
                  <a:lnTo>
                    <a:pt x="5783676" y="1431417"/>
                  </a:lnTo>
                  <a:lnTo>
                    <a:pt x="5784929" y="1431417"/>
                  </a:lnTo>
                  <a:lnTo>
                    <a:pt x="5786183" y="1431417"/>
                  </a:lnTo>
                  <a:lnTo>
                    <a:pt x="5787436" y="1431417"/>
                  </a:lnTo>
                  <a:lnTo>
                    <a:pt x="5788689" y="1431417"/>
                  </a:lnTo>
                  <a:lnTo>
                    <a:pt x="5789942" y="1431417"/>
                  </a:lnTo>
                  <a:lnTo>
                    <a:pt x="5791196" y="1431417"/>
                  </a:lnTo>
                  <a:lnTo>
                    <a:pt x="5792449" y="1431417"/>
                  </a:lnTo>
                  <a:lnTo>
                    <a:pt x="5793702" y="1431417"/>
                  </a:lnTo>
                  <a:lnTo>
                    <a:pt x="5794955" y="1431417"/>
                  </a:lnTo>
                  <a:lnTo>
                    <a:pt x="5796208" y="1431417"/>
                  </a:lnTo>
                  <a:lnTo>
                    <a:pt x="5797462" y="1431417"/>
                  </a:lnTo>
                  <a:lnTo>
                    <a:pt x="5798715" y="1431417"/>
                  </a:lnTo>
                  <a:lnTo>
                    <a:pt x="5799968" y="1431417"/>
                  </a:lnTo>
                  <a:lnTo>
                    <a:pt x="5801221" y="1431417"/>
                  </a:lnTo>
                  <a:lnTo>
                    <a:pt x="5802475" y="1431417"/>
                  </a:lnTo>
                  <a:lnTo>
                    <a:pt x="5803728" y="1431417"/>
                  </a:lnTo>
                  <a:lnTo>
                    <a:pt x="5804981" y="1431417"/>
                  </a:lnTo>
                  <a:lnTo>
                    <a:pt x="5806234" y="1431417"/>
                  </a:lnTo>
                  <a:lnTo>
                    <a:pt x="5807487" y="1431417"/>
                  </a:lnTo>
                  <a:lnTo>
                    <a:pt x="5808741" y="1431417"/>
                  </a:lnTo>
                  <a:lnTo>
                    <a:pt x="5809994" y="1431417"/>
                  </a:lnTo>
                  <a:lnTo>
                    <a:pt x="5811247" y="1431417"/>
                  </a:lnTo>
                  <a:lnTo>
                    <a:pt x="5812500" y="1431417"/>
                  </a:lnTo>
                  <a:lnTo>
                    <a:pt x="5813753" y="1431417"/>
                  </a:lnTo>
                  <a:lnTo>
                    <a:pt x="5815007" y="1431417"/>
                  </a:lnTo>
                  <a:lnTo>
                    <a:pt x="5816260" y="1431417"/>
                  </a:lnTo>
                  <a:lnTo>
                    <a:pt x="5817513" y="1431417"/>
                  </a:lnTo>
                  <a:lnTo>
                    <a:pt x="5818766" y="1431417"/>
                  </a:lnTo>
                  <a:lnTo>
                    <a:pt x="5820020" y="1431417"/>
                  </a:lnTo>
                  <a:lnTo>
                    <a:pt x="5821273" y="1431417"/>
                  </a:lnTo>
                  <a:lnTo>
                    <a:pt x="5822526" y="1431417"/>
                  </a:lnTo>
                  <a:lnTo>
                    <a:pt x="5823779" y="1431417"/>
                  </a:lnTo>
                  <a:lnTo>
                    <a:pt x="5825032" y="1431417"/>
                  </a:lnTo>
                  <a:lnTo>
                    <a:pt x="5826286" y="1431417"/>
                  </a:lnTo>
                  <a:lnTo>
                    <a:pt x="5827539" y="1431417"/>
                  </a:lnTo>
                  <a:lnTo>
                    <a:pt x="5828792" y="1431417"/>
                  </a:lnTo>
                  <a:lnTo>
                    <a:pt x="5830045" y="1431417"/>
                  </a:lnTo>
                  <a:lnTo>
                    <a:pt x="5831299" y="1431417"/>
                  </a:lnTo>
                  <a:lnTo>
                    <a:pt x="5832552" y="1431417"/>
                  </a:lnTo>
                  <a:lnTo>
                    <a:pt x="5833805" y="1431417"/>
                  </a:lnTo>
                  <a:lnTo>
                    <a:pt x="5835058" y="1431417"/>
                  </a:lnTo>
                  <a:lnTo>
                    <a:pt x="5836311" y="1431417"/>
                  </a:lnTo>
                  <a:lnTo>
                    <a:pt x="5837565" y="1431417"/>
                  </a:lnTo>
                  <a:lnTo>
                    <a:pt x="5838818" y="1431417"/>
                  </a:lnTo>
                  <a:lnTo>
                    <a:pt x="5840071" y="1431417"/>
                  </a:lnTo>
                  <a:lnTo>
                    <a:pt x="5841324" y="1431417"/>
                  </a:lnTo>
                  <a:lnTo>
                    <a:pt x="5842577" y="1431417"/>
                  </a:lnTo>
                  <a:lnTo>
                    <a:pt x="5843831" y="1431417"/>
                  </a:lnTo>
                  <a:lnTo>
                    <a:pt x="5845084" y="1431417"/>
                  </a:lnTo>
                  <a:lnTo>
                    <a:pt x="5846337" y="1431417"/>
                  </a:lnTo>
                  <a:lnTo>
                    <a:pt x="5847590" y="1431417"/>
                  </a:lnTo>
                  <a:lnTo>
                    <a:pt x="5848844" y="1431417"/>
                  </a:lnTo>
                  <a:lnTo>
                    <a:pt x="5850097" y="1431417"/>
                  </a:lnTo>
                  <a:lnTo>
                    <a:pt x="5851350" y="1431417"/>
                  </a:lnTo>
                  <a:lnTo>
                    <a:pt x="5852603" y="1431417"/>
                  </a:lnTo>
                  <a:lnTo>
                    <a:pt x="5853856" y="1431417"/>
                  </a:lnTo>
                  <a:lnTo>
                    <a:pt x="5855110" y="1431417"/>
                  </a:lnTo>
                  <a:lnTo>
                    <a:pt x="5856363" y="1431417"/>
                  </a:lnTo>
                  <a:lnTo>
                    <a:pt x="5857616" y="1431417"/>
                  </a:lnTo>
                  <a:lnTo>
                    <a:pt x="5858869" y="1431417"/>
                  </a:lnTo>
                  <a:lnTo>
                    <a:pt x="5860123" y="1431417"/>
                  </a:lnTo>
                  <a:lnTo>
                    <a:pt x="5861376" y="1431417"/>
                  </a:lnTo>
                  <a:lnTo>
                    <a:pt x="5862629" y="1431417"/>
                  </a:lnTo>
                  <a:lnTo>
                    <a:pt x="5863882" y="1431417"/>
                  </a:lnTo>
                  <a:lnTo>
                    <a:pt x="5865135" y="1431417"/>
                  </a:lnTo>
                  <a:lnTo>
                    <a:pt x="5866389" y="1431417"/>
                  </a:lnTo>
                  <a:lnTo>
                    <a:pt x="5867642" y="1431417"/>
                  </a:lnTo>
                  <a:lnTo>
                    <a:pt x="5868895" y="1431417"/>
                  </a:lnTo>
                  <a:lnTo>
                    <a:pt x="5870148" y="1431417"/>
                  </a:lnTo>
                  <a:lnTo>
                    <a:pt x="5871401" y="1431417"/>
                  </a:lnTo>
                  <a:lnTo>
                    <a:pt x="5872655" y="1431417"/>
                  </a:lnTo>
                  <a:lnTo>
                    <a:pt x="5873908" y="1431417"/>
                  </a:lnTo>
                  <a:lnTo>
                    <a:pt x="5875161" y="1431417"/>
                  </a:lnTo>
                  <a:lnTo>
                    <a:pt x="5876414" y="1431417"/>
                  </a:lnTo>
                  <a:lnTo>
                    <a:pt x="5877668" y="1431417"/>
                  </a:lnTo>
                  <a:lnTo>
                    <a:pt x="5878921" y="1431417"/>
                  </a:lnTo>
                  <a:lnTo>
                    <a:pt x="5880174" y="1431417"/>
                  </a:lnTo>
                  <a:lnTo>
                    <a:pt x="5881427" y="1431417"/>
                  </a:lnTo>
                  <a:lnTo>
                    <a:pt x="5882680" y="1431417"/>
                  </a:lnTo>
                  <a:lnTo>
                    <a:pt x="5883934" y="1431417"/>
                  </a:lnTo>
                  <a:lnTo>
                    <a:pt x="5885187" y="1431417"/>
                  </a:lnTo>
                  <a:lnTo>
                    <a:pt x="5886440" y="1431417"/>
                  </a:lnTo>
                  <a:lnTo>
                    <a:pt x="5887693" y="1431417"/>
                  </a:lnTo>
                  <a:lnTo>
                    <a:pt x="5888947" y="1431417"/>
                  </a:lnTo>
                  <a:lnTo>
                    <a:pt x="5890200" y="1431417"/>
                  </a:lnTo>
                  <a:lnTo>
                    <a:pt x="5891453" y="1431417"/>
                  </a:lnTo>
                  <a:lnTo>
                    <a:pt x="5892706" y="1431417"/>
                  </a:lnTo>
                  <a:lnTo>
                    <a:pt x="5893959" y="1431417"/>
                  </a:lnTo>
                  <a:lnTo>
                    <a:pt x="5895213" y="1431417"/>
                  </a:lnTo>
                  <a:lnTo>
                    <a:pt x="5896466" y="1431417"/>
                  </a:lnTo>
                  <a:lnTo>
                    <a:pt x="5897719" y="1431417"/>
                  </a:lnTo>
                  <a:lnTo>
                    <a:pt x="5898972" y="1431417"/>
                  </a:lnTo>
                  <a:lnTo>
                    <a:pt x="5900225" y="1431417"/>
                  </a:lnTo>
                  <a:lnTo>
                    <a:pt x="5901479" y="1431417"/>
                  </a:lnTo>
                  <a:lnTo>
                    <a:pt x="5902732" y="1431417"/>
                  </a:lnTo>
                  <a:lnTo>
                    <a:pt x="5903985" y="1431417"/>
                  </a:lnTo>
                  <a:lnTo>
                    <a:pt x="5905238" y="1431417"/>
                  </a:lnTo>
                  <a:lnTo>
                    <a:pt x="5906492" y="1431417"/>
                  </a:lnTo>
                  <a:lnTo>
                    <a:pt x="5907745" y="1431417"/>
                  </a:lnTo>
                  <a:lnTo>
                    <a:pt x="5908998" y="1431417"/>
                  </a:lnTo>
                  <a:lnTo>
                    <a:pt x="5910251" y="1431417"/>
                  </a:lnTo>
                  <a:lnTo>
                    <a:pt x="5911504" y="1431417"/>
                  </a:lnTo>
                  <a:lnTo>
                    <a:pt x="5912758" y="1431417"/>
                  </a:lnTo>
                  <a:lnTo>
                    <a:pt x="5914011" y="1431417"/>
                  </a:lnTo>
                  <a:lnTo>
                    <a:pt x="5915264" y="1431417"/>
                  </a:lnTo>
                  <a:lnTo>
                    <a:pt x="5916517" y="1431417"/>
                  </a:lnTo>
                  <a:lnTo>
                    <a:pt x="5917770" y="1431417"/>
                  </a:lnTo>
                  <a:lnTo>
                    <a:pt x="5919024" y="1431417"/>
                  </a:lnTo>
                  <a:lnTo>
                    <a:pt x="5920277" y="1431417"/>
                  </a:lnTo>
                  <a:lnTo>
                    <a:pt x="5921530" y="1431417"/>
                  </a:lnTo>
                  <a:lnTo>
                    <a:pt x="5922783" y="1431417"/>
                  </a:lnTo>
                  <a:lnTo>
                    <a:pt x="5924037" y="1431417"/>
                  </a:lnTo>
                  <a:lnTo>
                    <a:pt x="5925290" y="1431417"/>
                  </a:lnTo>
                  <a:lnTo>
                    <a:pt x="5926543" y="1431417"/>
                  </a:lnTo>
                  <a:lnTo>
                    <a:pt x="5927796" y="1431417"/>
                  </a:lnTo>
                  <a:lnTo>
                    <a:pt x="5929049" y="1431417"/>
                  </a:lnTo>
                  <a:lnTo>
                    <a:pt x="5930303" y="1431417"/>
                  </a:lnTo>
                  <a:lnTo>
                    <a:pt x="5931556" y="1431417"/>
                  </a:lnTo>
                  <a:lnTo>
                    <a:pt x="5932809" y="1431417"/>
                  </a:lnTo>
                  <a:lnTo>
                    <a:pt x="5934062" y="1431417"/>
                  </a:lnTo>
                  <a:lnTo>
                    <a:pt x="5935316" y="1431417"/>
                  </a:lnTo>
                  <a:lnTo>
                    <a:pt x="5936569" y="1431417"/>
                  </a:lnTo>
                  <a:lnTo>
                    <a:pt x="5937822" y="1431417"/>
                  </a:lnTo>
                  <a:lnTo>
                    <a:pt x="5939075" y="1431417"/>
                  </a:lnTo>
                  <a:lnTo>
                    <a:pt x="5940328" y="1431417"/>
                  </a:lnTo>
                  <a:lnTo>
                    <a:pt x="5941582" y="1431417"/>
                  </a:lnTo>
                  <a:lnTo>
                    <a:pt x="5942835" y="1431417"/>
                  </a:lnTo>
                  <a:lnTo>
                    <a:pt x="5944088" y="1431417"/>
                  </a:lnTo>
                  <a:lnTo>
                    <a:pt x="5945341" y="1431417"/>
                  </a:lnTo>
                  <a:lnTo>
                    <a:pt x="5946594" y="1431417"/>
                  </a:lnTo>
                  <a:lnTo>
                    <a:pt x="5947848" y="1431417"/>
                  </a:lnTo>
                  <a:lnTo>
                    <a:pt x="5949101" y="1431417"/>
                  </a:lnTo>
                  <a:lnTo>
                    <a:pt x="5950354" y="1431417"/>
                  </a:lnTo>
                  <a:lnTo>
                    <a:pt x="5951607" y="1431417"/>
                  </a:lnTo>
                  <a:lnTo>
                    <a:pt x="5952861" y="1431417"/>
                  </a:lnTo>
                  <a:lnTo>
                    <a:pt x="5954114" y="1431417"/>
                  </a:lnTo>
                  <a:lnTo>
                    <a:pt x="5955367" y="1431417"/>
                  </a:lnTo>
                  <a:lnTo>
                    <a:pt x="5956620" y="1431417"/>
                  </a:lnTo>
                  <a:lnTo>
                    <a:pt x="5957873" y="1431417"/>
                  </a:lnTo>
                  <a:lnTo>
                    <a:pt x="5959127" y="1431417"/>
                  </a:lnTo>
                  <a:lnTo>
                    <a:pt x="5960380" y="1431417"/>
                  </a:lnTo>
                  <a:lnTo>
                    <a:pt x="5961633" y="1431417"/>
                  </a:lnTo>
                  <a:lnTo>
                    <a:pt x="5962886" y="1431417"/>
                  </a:lnTo>
                  <a:lnTo>
                    <a:pt x="5964140" y="1431417"/>
                  </a:lnTo>
                  <a:lnTo>
                    <a:pt x="5965393" y="1431417"/>
                  </a:lnTo>
                  <a:lnTo>
                    <a:pt x="5966646" y="1431417"/>
                  </a:lnTo>
                  <a:lnTo>
                    <a:pt x="5967899" y="1431417"/>
                  </a:lnTo>
                  <a:lnTo>
                    <a:pt x="5969152" y="1431417"/>
                  </a:lnTo>
                  <a:lnTo>
                    <a:pt x="5970406" y="1431417"/>
                  </a:lnTo>
                  <a:lnTo>
                    <a:pt x="5971659" y="1431417"/>
                  </a:lnTo>
                  <a:lnTo>
                    <a:pt x="5972912" y="1431417"/>
                  </a:lnTo>
                  <a:lnTo>
                    <a:pt x="5974165" y="1431417"/>
                  </a:lnTo>
                  <a:lnTo>
                    <a:pt x="5975418" y="1431417"/>
                  </a:lnTo>
                  <a:lnTo>
                    <a:pt x="5976672" y="1431417"/>
                  </a:lnTo>
                  <a:lnTo>
                    <a:pt x="5977925" y="1431417"/>
                  </a:lnTo>
                  <a:lnTo>
                    <a:pt x="5979178" y="1431417"/>
                  </a:lnTo>
                  <a:lnTo>
                    <a:pt x="5980431" y="1431417"/>
                  </a:lnTo>
                  <a:lnTo>
                    <a:pt x="5981685" y="1431417"/>
                  </a:lnTo>
                  <a:lnTo>
                    <a:pt x="5982938" y="1431417"/>
                  </a:lnTo>
                  <a:lnTo>
                    <a:pt x="5984191" y="1431417"/>
                  </a:lnTo>
                  <a:lnTo>
                    <a:pt x="5985444" y="1431417"/>
                  </a:lnTo>
                  <a:lnTo>
                    <a:pt x="5986697" y="1431417"/>
                  </a:lnTo>
                  <a:lnTo>
                    <a:pt x="5987951" y="1431417"/>
                  </a:lnTo>
                  <a:lnTo>
                    <a:pt x="5989204" y="1431417"/>
                  </a:lnTo>
                  <a:lnTo>
                    <a:pt x="5990457" y="1431417"/>
                  </a:lnTo>
                  <a:lnTo>
                    <a:pt x="5991710" y="1431417"/>
                  </a:lnTo>
                  <a:lnTo>
                    <a:pt x="5992964" y="1431417"/>
                  </a:lnTo>
                  <a:lnTo>
                    <a:pt x="5994217" y="1431417"/>
                  </a:lnTo>
                  <a:lnTo>
                    <a:pt x="5995470" y="1431417"/>
                  </a:lnTo>
                  <a:lnTo>
                    <a:pt x="5996723" y="1431417"/>
                  </a:lnTo>
                  <a:lnTo>
                    <a:pt x="5997976" y="1431417"/>
                  </a:lnTo>
                  <a:lnTo>
                    <a:pt x="5999230" y="1431417"/>
                  </a:lnTo>
                  <a:lnTo>
                    <a:pt x="6000483" y="1431417"/>
                  </a:lnTo>
                  <a:lnTo>
                    <a:pt x="6001736" y="1431417"/>
                  </a:lnTo>
                  <a:lnTo>
                    <a:pt x="6002989" y="1431417"/>
                  </a:lnTo>
                  <a:lnTo>
                    <a:pt x="6004242" y="1431417"/>
                  </a:lnTo>
                  <a:lnTo>
                    <a:pt x="6005496" y="1431417"/>
                  </a:lnTo>
                  <a:lnTo>
                    <a:pt x="6006749" y="1431417"/>
                  </a:lnTo>
                  <a:lnTo>
                    <a:pt x="6008002" y="1431417"/>
                  </a:lnTo>
                  <a:lnTo>
                    <a:pt x="6009255" y="1431417"/>
                  </a:lnTo>
                  <a:lnTo>
                    <a:pt x="6010509" y="1431417"/>
                  </a:lnTo>
                  <a:lnTo>
                    <a:pt x="6011762" y="1431417"/>
                  </a:lnTo>
                  <a:lnTo>
                    <a:pt x="6013015" y="1431417"/>
                  </a:lnTo>
                  <a:lnTo>
                    <a:pt x="6014268" y="1431417"/>
                  </a:lnTo>
                  <a:lnTo>
                    <a:pt x="6015521" y="1431417"/>
                  </a:lnTo>
                  <a:lnTo>
                    <a:pt x="6016775" y="1431417"/>
                  </a:lnTo>
                  <a:lnTo>
                    <a:pt x="6018028" y="1431417"/>
                  </a:lnTo>
                  <a:lnTo>
                    <a:pt x="6019281" y="1431417"/>
                  </a:lnTo>
                  <a:lnTo>
                    <a:pt x="6020534" y="1431417"/>
                  </a:lnTo>
                  <a:lnTo>
                    <a:pt x="6021788" y="1431417"/>
                  </a:lnTo>
                  <a:lnTo>
                    <a:pt x="6023041" y="1431417"/>
                  </a:lnTo>
                  <a:lnTo>
                    <a:pt x="6024294" y="1431417"/>
                  </a:lnTo>
                  <a:lnTo>
                    <a:pt x="6025547" y="1431417"/>
                  </a:lnTo>
                  <a:lnTo>
                    <a:pt x="6026800" y="1431417"/>
                  </a:lnTo>
                  <a:lnTo>
                    <a:pt x="6028054" y="1431417"/>
                  </a:lnTo>
                  <a:lnTo>
                    <a:pt x="6029307" y="1431417"/>
                  </a:lnTo>
                  <a:lnTo>
                    <a:pt x="6030560" y="1431417"/>
                  </a:lnTo>
                  <a:lnTo>
                    <a:pt x="6031813" y="1431417"/>
                  </a:lnTo>
                  <a:lnTo>
                    <a:pt x="6033066" y="1431417"/>
                  </a:lnTo>
                  <a:lnTo>
                    <a:pt x="6034320" y="1431417"/>
                  </a:lnTo>
                  <a:lnTo>
                    <a:pt x="6035573" y="1431417"/>
                  </a:lnTo>
                  <a:lnTo>
                    <a:pt x="6036826" y="1431417"/>
                  </a:lnTo>
                  <a:lnTo>
                    <a:pt x="6038079" y="1431417"/>
                  </a:lnTo>
                  <a:lnTo>
                    <a:pt x="6039333" y="1431417"/>
                  </a:lnTo>
                  <a:lnTo>
                    <a:pt x="6040586" y="1431417"/>
                  </a:lnTo>
                  <a:lnTo>
                    <a:pt x="6041839" y="1431417"/>
                  </a:lnTo>
                  <a:lnTo>
                    <a:pt x="6043092" y="1431417"/>
                  </a:lnTo>
                  <a:lnTo>
                    <a:pt x="6044345" y="1431417"/>
                  </a:lnTo>
                  <a:lnTo>
                    <a:pt x="6045599" y="1431417"/>
                  </a:lnTo>
                  <a:lnTo>
                    <a:pt x="6046852" y="1431417"/>
                  </a:lnTo>
                  <a:lnTo>
                    <a:pt x="6048105" y="1431417"/>
                  </a:lnTo>
                  <a:lnTo>
                    <a:pt x="6049358" y="1431417"/>
                  </a:lnTo>
                  <a:lnTo>
                    <a:pt x="6050612" y="1431417"/>
                  </a:lnTo>
                  <a:lnTo>
                    <a:pt x="6051865" y="1431417"/>
                  </a:lnTo>
                  <a:lnTo>
                    <a:pt x="6053118" y="1431417"/>
                  </a:lnTo>
                  <a:lnTo>
                    <a:pt x="6054371" y="1431417"/>
                  </a:lnTo>
                  <a:lnTo>
                    <a:pt x="6055624" y="1431417"/>
                  </a:lnTo>
                  <a:lnTo>
                    <a:pt x="6056878" y="1431417"/>
                  </a:lnTo>
                  <a:lnTo>
                    <a:pt x="6058131" y="1431417"/>
                  </a:lnTo>
                  <a:lnTo>
                    <a:pt x="6059384" y="1431417"/>
                  </a:lnTo>
                  <a:lnTo>
                    <a:pt x="6060637" y="1431417"/>
                  </a:lnTo>
                  <a:lnTo>
                    <a:pt x="6061890" y="1431417"/>
                  </a:lnTo>
                  <a:lnTo>
                    <a:pt x="6063144" y="1431417"/>
                  </a:lnTo>
                  <a:lnTo>
                    <a:pt x="6064397" y="1431417"/>
                  </a:lnTo>
                  <a:lnTo>
                    <a:pt x="6065650" y="1431417"/>
                  </a:lnTo>
                  <a:lnTo>
                    <a:pt x="6066903" y="1431417"/>
                  </a:lnTo>
                  <a:lnTo>
                    <a:pt x="6068157" y="1431417"/>
                  </a:lnTo>
                  <a:lnTo>
                    <a:pt x="6069410" y="1431417"/>
                  </a:lnTo>
                  <a:lnTo>
                    <a:pt x="6070663" y="1431417"/>
                  </a:lnTo>
                  <a:lnTo>
                    <a:pt x="6071916" y="1431417"/>
                  </a:lnTo>
                  <a:lnTo>
                    <a:pt x="6073169" y="1431417"/>
                  </a:lnTo>
                  <a:lnTo>
                    <a:pt x="6074423" y="1431417"/>
                  </a:lnTo>
                  <a:lnTo>
                    <a:pt x="6075676" y="1431417"/>
                  </a:lnTo>
                  <a:lnTo>
                    <a:pt x="6076929" y="1431417"/>
                  </a:lnTo>
                  <a:lnTo>
                    <a:pt x="6078182" y="1431417"/>
                  </a:lnTo>
                  <a:lnTo>
                    <a:pt x="6079435" y="1431417"/>
                  </a:lnTo>
                  <a:lnTo>
                    <a:pt x="6080689" y="1431417"/>
                  </a:lnTo>
                  <a:lnTo>
                    <a:pt x="6081942" y="1431417"/>
                  </a:lnTo>
                  <a:lnTo>
                    <a:pt x="6083195" y="1431417"/>
                  </a:lnTo>
                  <a:lnTo>
                    <a:pt x="6084448" y="1431417"/>
                  </a:lnTo>
                  <a:lnTo>
                    <a:pt x="6085702" y="1431417"/>
                  </a:lnTo>
                  <a:lnTo>
                    <a:pt x="6086955" y="1431417"/>
                  </a:lnTo>
                  <a:lnTo>
                    <a:pt x="6088208" y="1431417"/>
                  </a:lnTo>
                  <a:lnTo>
                    <a:pt x="6089461" y="1431417"/>
                  </a:lnTo>
                  <a:lnTo>
                    <a:pt x="6090714" y="1431417"/>
                  </a:lnTo>
                  <a:lnTo>
                    <a:pt x="6091968" y="1431417"/>
                  </a:lnTo>
                  <a:lnTo>
                    <a:pt x="6093221" y="1431417"/>
                  </a:lnTo>
                  <a:lnTo>
                    <a:pt x="6094474" y="1431417"/>
                  </a:lnTo>
                  <a:lnTo>
                    <a:pt x="6095727" y="1431417"/>
                  </a:lnTo>
                  <a:lnTo>
                    <a:pt x="6096981" y="1431417"/>
                  </a:lnTo>
                  <a:lnTo>
                    <a:pt x="6098234" y="1431417"/>
                  </a:lnTo>
                  <a:lnTo>
                    <a:pt x="6099487" y="1431417"/>
                  </a:lnTo>
                  <a:lnTo>
                    <a:pt x="6100740" y="1431417"/>
                  </a:lnTo>
                  <a:lnTo>
                    <a:pt x="6101993" y="1431417"/>
                  </a:lnTo>
                  <a:lnTo>
                    <a:pt x="6103247" y="1431417"/>
                  </a:lnTo>
                  <a:lnTo>
                    <a:pt x="6104500" y="1431417"/>
                  </a:lnTo>
                  <a:lnTo>
                    <a:pt x="6105753" y="1431417"/>
                  </a:lnTo>
                  <a:lnTo>
                    <a:pt x="6107006" y="1431417"/>
                  </a:lnTo>
                  <a:lnTo>
                    <a:pt x="6108259" y="1431417"/>
                  </a:lnTo>
                  <a:lnTo>
                    <a:pt x="6109513" y="1431417"/>
                  </a:lnTo>
                  <a:lnTo>
                    <a:pt x="6110766" y="1431417"/>
                  </a:lnTo>
                  <a:lnTo>
                    <a:pt x="6112019" y="1431417"/>
                  </a:lnTo>
                  <a:lnTo>
                    <a:pt x="6113272" y="1431417"/>
                  </a:lnTo>
                  <a:lnTo>
                    <a:pt x="6114526" y="1431417"/>
                  </a:lnTo>
                  <a:lnTo>
                    <a:pt x="6115779" y="1431417"/>
                  </a:lnTo>
                  <a:lnTo>
                    <a:pt x="6117032" y="1431417"/>
                  </a:lnTo>
                  <a:lnTo>
                    <a:pt x="6118285" y="1431417"/>
                  </a:lnTo>
                  <a:lnTo>
                    <a:pt x="6119538" y="1431417"/>
                  </a:lnTo>
                  <a:lnTo>
                    <a:pt x="6120792" y="1431417"/>
                  </a:lnTo>
                  <a:lnTo>
                    <a:pt x="6122045" y="1431417"/>
                  </a:lnTo>
                  <a:lnTo>
                    <a:pt x="6123298" y="1431417"/>
                  </a:lnTo>
                  <a:lnTo>
                    <a:pt x="6124551" y="1431417"/>
                  </a:lnTo>
                  <a:lnTo>
                    <a:pt x="6125805" y="1431417"/>
                  </a:lnTo>
                  <a:lnTo>
                    <a:pt x="6127058" y="1431417"/>
                  </a:lnTo>
                  <a:lnTo>
                    <a:pt x="6128311" y="1431417"/>
                  </a:lnTo>
                  <a:lnTo>
                    <a:pt x="6129564" y="1431417"/>
                  </a:lnTo>
                  <a:lnTo>
                    <a:pt x="6130817" y="1431417"/>
                  </a:lnTo>
                  <a:lnTo>
                    <a:pt x="6132071" y="1431417"/>
                  </a:lnTo>
                  <a:lnTo>
                    <a:pt x="6133324" y="1431417"/>
                  </a:lnTo>
                  <a:lnTo>
                    <a:pt x="6134577" y="1431417"/>
                  </a:lnTo>
                  <a:lnTo>
                    <a:pt x="6135830" y="1431417"/>
                  </a:lnTo>
                  <a:lnTo>
                    <a:pt x="6137083" y="1431417"/>
                  </a:lnTo>
                  <a:lnTo>
                    <a:pt x="6138337" y="1431417"/>
                  </a:lnTo>
                  <a:lnTo>
                    <a:pt x="6139590" y="1431417"/>
                  </a:lnTo>
                  <a:lnTo>
                    <a:pt x="6140843" y="1431417"/>
                  </a:lnTo>
                  <a:lnTo>
                    <a:pt x="6142096" y="1431417"/>
                  </a:lnTo>
                  <a:lnTo>
                    <a:pt x="6143350" y="1431417"/>
                  </a:lnTo>
                  <a:lnTo>
                    <a:pt x="6144603" y="1431417"/>
                  </a:lnTo>
                  <a:lnTo>
                    <a:pt x="6145856" y="1431417"/>
                  </a:lnTo>
                  <a:lnTo>
                    <a:pt x="6147109" y="1431417"/>
                  </a:lnTo>
                  <a:lnTo>
                    <a:pt x="6148362" y="1431417"/>
                  </a:lnTo>
                  <a:lnTo>
                    <a:pt x="6149616" y="1431417"/>
                  </a:lnTo>
                  <a:lnTo>
                    <a:pt x="6150869" y="1431417"/>
                  </a:lnTo>
                  <a:lnTo>
                    <a:pt x="6152122" y="1431417"/>
                  </a:lnTo>
                  <a:lnTo>
                    <a:pt x="6153375" y="1431417"/>
                  </a:lnTo>
                  <a:lnTo>
                    <a:pt x="6154629" y="1431417"/>
                  </a:lnTo>
                  <a:lnTo>
                    <a:pt x="6155882" y="1431417"/>
                  </a:lnTo>
                  <a:lnTo>
                    <a:pt x="6157135" y="1431417"/>
                  </a:lnTo>
                  <a:lnTo>
                    <a:pt x="6158388" y="1431417"/>
                  </a:lnTo>
                  <a:lnTo>
                    <a:pt x="6159641" y="1431417"/>
                  </a:lnTo>
                  <a:lnTo>
                    <a:pt x="6160895" y="1431417"/>
                  </a:lnTo>
                  <a:lnTo>
                    <a:pt x="6162148" y="1431417"/>
                  </a:lnTo>
                  <a:lnTo>
                    <a:pt x="6163401" y="1431417"/>
                  </a:lnTo>
                  <a:lnTo>
                    <a:pt x="6164654" y="1431417"/>
                  </a:lnTo>
                  <a:lnTo>
                    <a:pt x="6165907" y="1431417"/>
                  </a:lnTo>
                  <a:lnTo>
                    <a:pt x="6167161" y="1431417"/>
                  </a:lnTo>
                  <a:lnTo>
                    <a:pt x="6168414" y="1431417"/>
                  </a:lnTo>
                  <a:lnTo>
                    <a:pt x="6169667" y="1431417"/>
                  </a:lnTo>
                  <a:lnTo>
                    <a:pt x="6170920" y="1431417"/>
                  </a:lnTo>
                  <a:lnTo>
                    <a:pt x="6172174" y="1431417"/>
                  </a:lnTo>
                  <a:lnTo>
                    <a:pt x="6173427" y="1431417"/>
                  </a:lnTo>
                  <a:lnTo>
                    <a:pt x="6174680" y="1431417"/>
                  </a:lnTo>
                  <a:lnTo>
                    <a:pt x="6175933" y="1431417"/>
                  </a:lnTo>
                  <a:lnTo>
                    <a:pt x="6177186" y="1431417"/>
                  </a:lnTo>
                  <a:lnTo>
                    <a:pt x="6178440" y="1431417"/>
                  </a:lnTo>
                  <a:lnTo>
                    <a:pt x="6179693" y="1431417"/>
                  </a:lnTo>
                  <a:lnTo>
                    <a:pt x="6180946" y="1431417"/>
                  </a:lnTo>
                  <a:lnTo>
                    <a:pt x="6182199" y="1431417"/>
                  </a:lnTo>
                  <a:lnTo>
                    <a:pt x="6183453" y="1431417"/>
                  </a:lnTo>
                  <a:lnTo>
                    <a:pt x="6184706" y="1431417"/>
                  </a:lnTo>
                  <a:lnTo>
                    <a:pt x="6185959" y="1431417"/>
                  </a:lnTo>
                  <a:lnTo>
                    <a:pt x="6187212" y="1431417"/>
                  </a:lnTo>
                  <a:lnTo>
                    <a:pt x="6188465" y="1431417"/>
                  </a:lnTo>
                  <a:lnTo>
                    <a:pt x="6189719" y="1431417"/>
                  </a:lnTo>
                  <a:lnTo>
                    <a:pt x="6190972" y="1431417"/>
                  </a:lnTo>
                  <a:lnTo>
                    <a:pt x="6192225" y="1431417"/>
                  </a:lnTo>
                  <a:lnTo>
                    <a:pt x="6193478" y="1431417"/>
                  </a:lnTo>
                  <a:lnTo>
                    <a:pt x="6194731" y="1431417"/>
                  </a:lnTo>
                  <a:lnTo>
                    <a:pt x="6195985" y="1431417"/>
                  </a:lnTo>
                  <a:lnTo>
                    <a:pt x="6197238" y="1431417"/>
                  </a:lnTo>
                  <a:lnTo>
                    <a:pt x="6198491" y="1431417"/>
                  </a:lnTo>
                  <a:lnTo>
                    <a:pt x="6199744" y="1431417"/>
                  </a:lnTo>
                  <a:lnTo>
                    <a:pt x="6200998" y="1431417"/>
                  </a:lnTo>
                  <a:lnTo>
                    <a:pt x="6202251" y="1431417"/>
                  </a:lnTo>
                  <a:lnTo>
                    <a:pt x="6203504" y="1431417"/>
                  </a:lnTo>
                  <a:lnTo>
                    <a:pt x="6204757" y="1431417"/>
                  </a:lnTo>
                  <a:lnTo>
                    <a:pt x="6204820" y="1535194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1461139" y="5760402"/>
              <a:ext cx="6266085" cy="0"/>
            </a:xfrm>
            <a:custGeom>
              <a:avLst/>
              <a:pathLst>
                <a:path w="6266085" h="0">
                  <a:moveTo>
                    <a:pt x="0" y="0"/>
                  </a:moveTo>
                  <a:lnTo>
                    <a:pt x="6266085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1461139" y="576040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2714356" y="576040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3967573" y="576040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5220790" y="576040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6474007" y="576040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8"/>
            <p:cNvSpPr/>
            <p:nvPr/>
          </p:nvSpPr>
          <p:spPr>
            <a:xfrm>
              <a:off x="7727224" y="576040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tx29"/>
            <p:cNvSpPr/>
            <p:nvPr/>
          </p:nvSpPr>
          <p:spPr>
            <a:xfrm>
              <a:off x="1073293" y="5974319"/>
              <a:ext cx="775692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89240000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2326510" y="5974319"/>
              <a:ext cx="775692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89260000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3579727" y="5974319"/>
              <a:ext cx="775692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89280000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4832944" y="5974319"/>
              <a:ext cx="775692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89300000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6086161" y="5974319"/>
              <a:ext cx="775692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89320000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7339378" y="5974319"/>
              <a:ext cx="775692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89340000</a:t>
              </a:r>
            </a:p>
          </p:txBody>
        </p:sp>
        <p:sp>
          <p:nvSpPr>
            <p:cNvPr id="36" name="pl35"/>
            <p:cNvSpPr/>
            <p:nvPr/>
          </p:nvSpPr>
          <p:spPr>
            <a:xfrm>
              <a:off x="1188720" y="4419823"/>
              <a:ext cx="0" cy="1234577"/>
            </a:xfrm>
            <a:custGeom>
              <a:avLst/>
              <a:pathLst>
                <a:path w="0" h="1234577">
                  <a:moveTo>
                    <a:pt x="0" y="123457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6"/>
            <p:cNvSpPr/>
            <p:nvPr/>
          </p:nvSpPr>
          <p:spPr>
            <a:xfrm>
              <a:off x="1097280" y="565440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7"/>
            <p:cNvSpPr/>
            <p:nvPr/>
          </p:nvSpPr>
          <p:spPr>
            <a:xfrm>
              <a:off x="1097280" y="5242875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8"/>
            <p:cNvSpPr/>
            <p:nvPr/>
          </p:nvSpPr>
          <p:spPr>
            <a:xfrm>
              <a:off x="1097280" y="4831349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39"/>
            <p:cNvSpPr/>
            <p:nvPr/>
          </p:nvSpPr>
          <p:spPr>
            <a:xfrm>
              <a:off x="1097280" y="4419823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0"/>
            <p:cNvSpPr/>
            <p:nvPr/>
          </p:nvSpPr>
          <p:spPr>
            <a:xfrm rot="-5400000">
              <a:off x="864154" y="5597772"/>
              <a:ext cx="96961" cy="1132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42" name="tx41"/>
            <p:cNvSpPr/>
            <p:nvPr/>
          </p:nvSpPr>
          <p:spPr>
            <a:xfrm rot="-5400000">
              <a:off x="863149" y="5185241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43" name="tx42"/>
            <p:cNvSpPr/>
            <p:nvPr/>
          </p:nvSpPr>
          <p:spPr>
            <a:xfrm rot="-5400000">
              <a:off x="865233" y="4775799"/>
              <a:ext cx="96961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</a:t>
              </a:r>
            </a:p>
          </p:txBody>
        </p:sp>
        <p:sp>
          <p:nvSpPr>
            <p:cNvPr id="44" name="tx43"/>
            <p:cNvSpPr/>
            <p:nvPr/>
          </p:nvSpPr>
          <p:spPr>
            <a:xfrm rot="-5400000">
              <a:off x="863149" y="4362189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45" name="pg44"/>
            <p:cNvSpPr/>
            <p:nvPr/>
          </p:nvSpPr>
          <p:spPr>
            <a:xfrm>
              <a:off x="1188720" y="4009485"/>
              <a:ext cx="6766559" cy="1750917"/>
            </a:xfrm>
            <a:custGeom>
              <a:avLst/>
              <a:pathLst>
                <a:path w="6766559" h="1750917">
                  <a:moveTo>
                    <a:pt x="0" y="1750917"/>
                  </a:moveTo>
                  <a:lnTo>
                    <a:pt x="6766559" y="1750917"/>
                  </a:lnTo>
                  <a:lnTo>
                    <a:pt x="6766559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tx45"/>
            <p:cNvSpPr/>
            <p:nvPr/>
          </p:nvSpPr>
          <p:spPr>
            <a:xfrm>
              <a:off x="3755022" y="3826542"/>
              <a:ext cx="1633954" cy="1764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e75_emeso_cnt_n</a:t>
              </a:r>
            </a:p>
          </p:txBody>
        </p:sp>
        <p:sp>
          <p:nvSpPr>
            <p:cNvPr id="47" name="tx46"/>
            <p:cNvSpPr/>
            <p:nvPr/>
          </p:nvSpPr>
          <p:spPr>
            <a:xfrm>
              <a:off x="4192897" y="6307858"/>
              <a:ext cx="758204" cy="1474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prof$start</a:t>
              </a:r>
            </a:p>
          </p:txBody>
        </p:sp>
        <p:sp>
          <p:nvSpPr>
            <p:cNvPr id="48" name="pg47"/>
            <p:cNvSpPr/>
            <p:nvPr/>
          </p:nvSpPr>
          <p:spPr>
            <a:xfrm>
              <a:off x="1468578" y="4225208"/>
              <a:ext cx="6204820" cy="1535194"/>
            </a:xfrm>
            <a:custGeom>
              <a:avLst/>
              <a:pathLst>
                <a:path w="6204820" h="1535194">
                  <a:moveTo>
                    <a:pt x="0" y="1535194"/>
                  </a:moveTo>
                  <a:lnTo>
                    <a:pt x="80" y="1401986"/>
                  </a:lnTo>
                  <a:lnTo>
                    <a:pt x="1333" y="1403071"/>
                  </a:lnTo>
                  <a:lnTo>
                    <a:pt x="2586" y="1404127"/>
                  </a:lnTo>
                  <a:lnTo>
                    <a:pt x="3839" y="1405157"/>
                  </a:lnTo>
                  <a:lnTo>
                    <a:pt x="5092" y="1406159"/>
                  </a:lnTo>
                  <a:lnTo>
                    <a:pt x="6346" y="1407132"/>
                  </a:lnTo>
                  <a:lnTo>
                    <a:pt x="7599" y="1408090"/>
                  </a:lnTo>
                  <a:lnTo>
                    <a:pt x="8852" y="1409054"/>
                  </a:lnTo>
                  <a:lnTo>
                    <a:pt x="10105" y="1410024"/>
                  </a:lnTo>
                  <a:lnTo>
                    <a:pt x="11359" y="1411002"/>
                  </a:lnTo>
                  <a:lnTo>
                    <a:pt x="12612" y="1411987"/>
                  </a:lnTo>
                  <a:lnTo>
                    <a:pt x="13865" y="1412980"/>
                  </a:lnTo>
                  <a:lnTo>
                    <a:pt x="15118" y="1413981"/>
                  </a:lnTo>
                  <a:lnTo>
                    <a:pt x="16371" y="1414988"/>
                  </a:lnTo>
                  <a:lnTo>
                    <a:pt x="17625" y="1416001"/>
                  </a:lnTo>
                  <a:lnTo>
                    <a:pt x="18878" y="1417019"/>
                  </a:lnTo>
                  <a:lnTo>
                    <a:pt x="20131" y="1418042"/>
                  </a:lnTo>
                  <a:lnTo>
                    <a:pt x="21384" y="1419069"/>
                  </a:lnTo>
                  <a:lnTo>
                    <a:pt x="22637" y="1420103"/>
                  </a:lnTo>
                  <a:lnTo>
                    <a:pt x="23891" y="1421121"/>
                  </a:lnTo>
                  <a:lnTo>
                    <a:pt x="25144" y="1422108"/>
                  </a:lnTo>
                  <a:lnTo>
                    <a:pt x="26397" y="1423065"/>
                  </a:lnTo>
                  <a:lnTo>
                    <a:pt x="27650" y="1423992"/>
                  </a:lnTo>
                  <a:lnTo>
                    <a:pt x="28904" y="1424889"/>
                  </a:lnTo>
                  <a:lnTo>
                    <a:pt x="30157" y="1425755"/>
                  </a:lnTo>
                  <a:lnTo>
                    <a:pt x="31410" y="1426589"/>
                  </a:lnTo>
                  <a:lnTo>
                    <a:pt x="32663" y="1427392"/>
                  </a:lnTo>
                  <a:lnTo>
                    <a:pt x="33916" y="1428163"/>
                  </a:lnTo>
                  <a:lnTo>
                    <a:pt x="35170" y="1428892"/>
                  </a:lnTo>
                  <a:lnTo>
                    <a:pt x="36423" y="1429558"/>
                  </a:lnTo>
                  <a:lnTo>
                    <a:pt x="37676" y="1430161"/>
                  </a:lnTo>
                  <a:lnTo>
                    <a:pt x="38929" y="1430700"/>
                  </a:lnTo>
                  <a:lnTo>
                    <a:pt x="40183" y="1431177"/>
                  </a:lnTo>
                  <a:lnTo>
                    <a:pt x="41436" y="1431591"/>
                  </a:lnTo>
                  <a:lnTo>
                    <a:pt x="42689" y="1431958"/>
                  </a:lnTo>
                  <a:lnTo>
                    <a:pt x="43942" y="1432293"/>
                  </a:lnTo>
                  <a:lnTo>
                    <a:pt x="45195" y="1432595"/>
                  </a:lnTo>
                  <a:lnTo>
                    <a:pt x="46449" y="1432863"/>
                  </a:lnTo>
                  <a:lnTo>
                    <a:pt x="47702" y="1433097"/>
                  </a:lnTo>
                  <a:lnTo>
                    <a:pt x="48955" y="1433297"/>
                  </a:lnTo>
                  <a:lnTo>
                    <a:pt x="50208" y="1433462"/>
                  </a:lnTo>
                  <a:lnTo>
                    <a:pt x="51461" y="1433593"/>
                  </a:lnTo>
                  <a:lnTo>
                    <a:pt x="52715" y="1433688"/>
                  </a:lnTo>
                  <a:lnTo>
                    <a:pt x="53968" y="1433756"/>
                  </a:lnTo>
                  <a:lnTo>
                    <a:pt x="55221" y="1433823"/>
                  </a:lnTo>
                  <a:lnTo>
                    <a:pt x="56474" y="1433888"/>
                  </a:lnTo>
                  <a:lnTo>
                    <a:pt x="57728" y="1433952"/>
                  </a:lnTo>
                  <a:lnTo>
                    <a:pt x="58981" y="1434012"/>
                  </a:lnTo>
                  <a:lnTo>
                    <a:pt x="60234" y="1434071"/>
                  </a:lnTo>
                  <a:lnTo>
                    <a:pt x="61487" y="1434126"/>
                  </a:lnTo>
                  <a:lnTo>
                    <a:pt x="62740" y="1434177"/>
                  </a:lnTo>
                  <a:lnTo>
                    <a:pt x="63994" y="1434224"/>
                  </a:lnTo>
                  <a:lnTo>
                    <a:pt x="65247" y="1434267"/>
                  </a:lnTo>
                  <a:lnTo>
                    <a:pt x="66500" y="1434304"/>
                  </a:lnTo>
                  <a:lnTo>
                    <a:pt x="67753" y="1434337"/>
                  </a:lnTo>
                  <a:lnTo>
                    <a:pt x="69007" y="1434366"/>
                  </a:lnTo>
                  <a:lnTo>
                    <a:pt x="70260" y="1434389"/>
                  </a:lnTo>
                  <a:lnTo>
                    <a:pt x="71513" y="1434409"/>
                  </a:lnTo>
                  <a:lnTo>
                    <a:pt x="72766" y="1434427"/>
                  </a:lnTo>
                  <a:lnTo>
                    <a:pt x="74019" y="1434441"/>
                  </a:lnTo>
                  <a:lnTo>
                    <a:pt x="75273" y="1434453"/>
                  </a:lnTo>
                  <a:lnTo>
                    <a:pt x="76526" y="1434461"/>
                  </a:lnTo>
                  <a:lnTo>
                    <a:pt x="77779" y="1434467"/>
                  </a:lnTo>
                  <a:lnTo>
                    <a:pt x="79032" y="1434467"/>
                  </a:lnTo>
                  <a:lnTo>
                    <a:pt x="80285" y="1434463"/>
                  </a:lnTo>
                  <a:lnTo>
                    <a:pt x="81539" y="1434455"/>
                  </a:lnTo>
                  <a:lnTo>
                    <a:pt x="82792" y="1434444"/>
                  </a:lnTo>
                  <a:lnTo>
                    <a:pt x="84045" y="1434431"/>
                  </a:lnTo>
                  <a:lnTo>
                    <a:pt x="85298" y="1434414"/>
                  </a:lnTo>
                  <a:lnTo>
                    <a:pt x="86552" y="1434395"/>
                  </a:lnTo>
                  <a:lnTo>
                    <a:pt x="87805" y="1434373"/>
                  </a:lnTo>
                  <a:lnTo>
                    <a:pt x="89058" y="1434348"/>
                  </a:lnTo>
                  <a:lnTo>
                    <a:pt x="90311" y="1434318"/>
                  </a:lnTo>
                  <a:lnTo>
                    <a:pt x="91564" y="1434284"/>
                  </a:lnTo>
                  <a:lnTo>
                    <a:pt x="92818" y="1434248"/>
                  </a:lnTo>
                  <a:lnTo>
                    <a:pt x="94071" y="1434210"/>
                  </a:lnTo>
                  <a:lnTo>
                    <a:pt x="95324" y="1434170"/>
                  </a:lnTo>
                  <a:lnTo>
                    <a:pt x="96577" y="1434128"/>
                  </a:lnTo>
                  <a:lnTo>
                    <a:pt x="97831" y="1434086"/>
                  </a:lnTo>
                  <a:lnTo>
                    <a:pt x="99084" y="1434043"/>
                  </a:lnTo>
                  <a:lnTo>
                    <a:pt x="100337" y="1433999"/>
                  </a:lnTo>
                  <a:lnTo>
                    <a:pt x="101590" y="1433956"/>
                  </a:lnTo>
                  <a:lnTo>
                    <a:pt x="102843" y="1433912"/>
                  </a:lnTo>
                  <a:lnTo>
                    <a:pt x="104097" y="1433867"/>
                  </a:lnTo>
                  <a:lnTo>
                    <a:pt x="105350" y="1433822"/>
                  </a:lnTo>
                  <a:lnTo>
                    <a:pt x="106603" y="1433776"/>
                  </a:lnTo>
                  <a:lnTo>
                    <a:pt x="107856" y="1433731"/>
                  </a:lnTo>
                  <a:lnTo>
                    <a:pt x="109109" y="1433689"/>
                  </a:lnTo>
                  <a:lnTo>
                    <a:pt x="110363" y="1433648"/>
                  </a:lnTo>
                  <a:lnTo>
                    <a:pt x="111616" y="1433607"/>
                  </a:lnTo>
                  <a:lnTo>
                    <a:pt x="112869" y="1433566"/>
                  </a:lnTo>
                  <a:lnTo>
                    <a:pt x="114122" y="1433525"/>
                  </a:lnTo>
                  <a:lnTo>
                    <a:pt x="115376" y="1433484"/>
                  </a:lnTo>
                  <a:lnTo>
                    <a:pt x="116629" y="1433445"/>
                  </a:lnTo>
                  <a:lnTo>
                    <a:pt x="117882" y="1433406"/>
                  </a:lnTo>
                  <a:lnTo>
                    <a:pt x="119135" y="1433370"/>
                  </a:lnTo>
                  <a:lnTo>
                    <a:pt x="120388" y="1433334"/>
                  </a:lnTo>
                  <a:lnTo>
                    <a:pt x="121642" y="1433300"/>
                  </a:lnTo>
                  <a:lnTo>
                    <a:pt x="122895" y="1433268"/>
                  </a:lnTo>
                  <a:lnTo>
                    <a:pt x="124148" y="1433236"/>
                  </a:lnTo>
                  <a:lnTo>
                    <a:pt x="125401" y="1433207"/>
                  </a:lnTo>
                  <a:lnTo>
                    <a:pt x="126654" y="1433179"/>
                  </a:lnTo>
                  <a:lnTo>
                    <a:pt x="127908" y="1433154"/>
                  </a:lnTo>
                  <a:lnTo>
                    <a:pt x="129161" y="1433131"/>
                  </a:lnTo>
                  <a:lnTo>
                    <a:pt x="130414" y="1433111"/>
                  </a:lnTo>
                  <a:lnTo>
                    <a:pt x="131667" y="1433092"/>
                  </a:lnTo>
                  <a:lnTo>
                    <a:pt x="132921" y="1433077"/>
                  </a:lnTo>
                  <a:lnTo>
                    <a:pt x="134174" y="1433063"/>
                  </a:lnTo>
                  <a:lnTo>
                    <a:pt x="135427" y="1433051"/>
                  </a:lnTo>
                  <a:lnTo>
                    <a:pt x="136680" y="1433040"/>
                  </a:lnTo>
                  <a:lnTo>
                    <a:pt x="137933" y="1433031"/>
                  </a:lnTo>
                  <a:lnTo>
                    <a:pt x="139187" y="1433023"/>
                  </a:lnTo>
                  <a:lnTo>
                    <a:pt x="140440" y="1433018"/>
                  </a:lnTo>
                  <a:lnTo>
                    <a:pt x="141693" y="1433017"/>
                  </a:lnTo>
                  <a:lnTo>
                    <a:pt x="142946" y="1433021"/>
                  </a:lnTo>
                  <a:lnTo>
                    <a:pt x="144200" y="1433030"/>
                  </a:lnTo>
                  <a:lnTo>
                    <a:pt x="145453" y="1433042"/>
                  </a:lnTo>
                  <a:lnTo>
                    <a:pt x="146706" y="1433059"/>
                  </a:lnTo>
                  <a:lnTo>
                    <a:pt x="147959" y="1433078"/>
                  </a:lnTo>
                  <a:lnTo>
                    <a:pt x="149212" y="1433103"/>
                  </a:lnTo>
                  <a:lnTo>
                    <a:pt x="150466" y="1433136"/>
                  </a:lnTo>
                  <a:lnTo>
                    <a:pt x="151719" y="1433175"/>
                  </a:lnTo>
                  <a:lnTo>
                    <a:pt x="152972" y="1433224"/>
                  </a:lnTo>
                  <a:lnTo>
                    <a:pt x="154225" y="1433281"/>
                  </a:lnTo>
                  <a:lnTo>
                    <a:pt x="155478" y="1433344"/>
                  </a:lnTo>
                  <a:lnTo>
                    <a:pt x="156732" y="1433413"/>
                  </a:lnTo>
                  <a:lnTo>
                    <a:pt x="157985" y="1433489"/>
                  </a:lnTo>
                  <a:lnTo>
                    <a:pt x="159238" y="1433572"/>
                  </a:lnTo>
                  <a:lnTo>
                    <a:pt x="160491" y="1433663"/>
                  </a:lnTo>
                  <a:lnTo>
                    <a:pt x="161745" y="1433759"/>
                  </a:lnTo>
                  <a:lnTo>
                    <a:pt x="162998" y="1433863"/>
                  </a:lnTo>
                  <a:lnTo>
                    <a:pt x="164251" y="1433973"/>
                  </a:lnTo>
                  <a:lnTo>
                    <a:pt x="165504" y="1434090"/>
                  </a:lnTo>
                  <a:lnTo>
                    <a:pt x="166757" y="1434213"/>
                  </a:lnTo>
                  <a:lnTo>
                    <a:pt x="168011" y="1434343"/>
                  </a:lnTo>
                  <a:lnTo>
                    <a:pt x="169264" y="1434476"/>
                  </a:lnTo>
                  <a:lnTo>
                    <a:pt x="170517" y="1434612"/>
                  </a:lnTo>
                  <a:lnTo>
                    <a:pt x="171770" y="1434750"/>
                  </a:lnTo>
                  <a:lnTo>
                    <a:pt x="173024" y="1434888"/>
                  </a:lnTo>
                  <a:lnTo>
                    <a:pt x="174277" y="1435030"/>
                  </a:lnTo>
                  <a:lnTo>
                    <a:pt x="175530" y="1435176"/>
                  </a:lnTo>
                  <a:lnTo>
                    <a:pt x="176783" y="1435326"/>
                  </a:lnTo>
                  <a:lnTo>
                    <a:pt x="178036" y="1435478"/>
                  </a:lnTo>
                  <a:lnTo>
                    <a:pt x="179290" y="1435631"/>
                  </a:lnTo>
                  <a:lnTo>
                    <a:pt x="180543" y="1435785"/>
                  </a:lnTo>
                  <a:lnTo>
                    <a:pt x="181796" y="1435939"/>
                  </a:lnTo>
                  <a:lnTo>
                    <a:pt x="183049" y="1436092"/>
                  </a:lnTo>
                  <a:lnTo>
                    <a:pt x="184302" y="1436246"/>
                  </a:lnTo>
                  <a:lnTo>
                    <a:pt x="185556" y="1436399"/>
                  </a:lnTo>
                  <a:lnTo>
                    <a:pt x="186809" y="1436554"/>
                  </a:lnTo>
                  <a:lnTo>
                    <a:pt x="188062" y="1436711"/>
                  </a:lnTo>
                  <a:lnTo>
                    <a:pt x="189315" y="1436868"/>
                  </a:lnTo>
                  <a:lnTo>
                    <a:pt x="190569" y="1437027"/>
                  </a:lnTo>
                  <a:lnTo>
                    <a:pt x="191822" y="1437189"/>
                  </a:lnTo>
                  <a:lnTo>
                    <a:pt x="193075" y="1437353"/>
                  </a:lnTo>
                  <a:lnTo>
                    <a:pt x="194328" y="1437519"/>
                  </a:lnTo>
                  <a:lnTo>
                    <a:pt x="195581" y="1437687"/>
                  </a:lnTo>
                  <a:lnTo>
                    <a:pt x="196835" y="1437858"/>
                  </a:lnTo>
                  <a:lnTo>
                    <a:pt x="198088" y="1438032"/>
                  </a:lnTo>
                  <a:lnTo>
                    <a:pt x="199341" y="1438210"/>
                  </a:lnTo>
                  <a:lnTo>
                    <a:pt x="200594" y="1438391"/>
                  </a:lnTo>
                  <a:lnTo>
                    <a:pt x="201848" y="1438579"/>
                  </a:lnTo>
                  <a:lnTo>
                    <a:pt x="203101" y="1438771"/>
                  </a:lnTo>
                  <a:lnTo>
                    <a:pt x="204354" y="1438967"/>
                  </a:lnTo>
                  <a:lnTo>
                    <a:pt x="205607" y="1439165"/>
                  </a:lnTo>
                  <a:lnTo>
                    <a:pt x="206860" y="1439365"/>
                  </a:lnTo>
                  <a:lnTo>
                    <a:pt x="208114" y="1439569"/>
                  </a:lnTo>
                  <a:lnTo>
                    <a:pt x="209367" y="1439775"/>
                  </a:lnTo>
                  <a:lnTo>
                    <a:pt x="210620" y="1439984"/>
                  </a:lnTo>
                  <a:lnTo>
                    <a:pt x="211873" y="1440192"/>
                  </a:lnTo>
                  <a:lnTo>
                    <a:pt x="213126" y="1440397"/>
                  </a:lnTo>
                  <a:lnTo>
                    <a:pt x="214380" y="1440596"/>
                  </a:lnTo>
                  <a:lnTo>
                    <a:pt x="215633" y="1440789"/>
                  </a:lnTo>
                  <a:lnTo>
                    <a:pt x="216886" y="1440972"/>
                  </a:lnTo>
                  <a:lnTo>
                    <a:pt x="218139" y="1441147"/>
                  </a:lnTo>
                  <a:lnTo>
                    <a:pt x="219393" y="1441313"/>
                  </a:lnTo>
                  <a:lnTo>
                    <a:pt x="220646" y="1441466"/>
                  </a:lnTo>
                  <a:lnTo>
                    <a:pt x="221899" y="1441604"/>
                  </a:lnTo>
                  <a:lnTo>
                    <a:pt x="223152" y="1441726"/>
                  </a:lnTo>
                  <a:lnTo>
                    <a:pt x="224405" y="1441833"/>
                  </a:lnTo>
                  <a:lnTo>
                    <a:pt x="225659" y="1441924"/>
                  </a:lnTo>
                  <a:lnTo>
                    <a:pt x="226912" y="1441999"/>
                  </a:lnTo>
                  <a:lnTo>
                    <a:pt x="228165" y="1442058"/>
                  </a:lnTo>
                  <a:lnTo>
                    <a:pt x="229418" y="1442101"/>
                  </a:lnTo>
                  <a:lnTo>
                    <a:pt x="230672" y="1442128"/>
                  </a:lnTo>
                  <a:lnTo>
                    <a:pt x="231925" y="1442142"/>
                  </a:lnTo>
                  <a:lnTo>
                    <a:pt x="233178" y="1442148"/>
                  </a:lnTo>
                  <a:lnTo>
                    <a:pt x="234431" y="1442145"/>
                  </a:lnTo>
                  <a:lnTo>
                    <a:pt x="235684" y="1442136"/>
                  </a:lnTo>
                  <a:lnTo>
                    <a:pt x="236938" y="1442119"/>
                  </a:lnTo>
                  <a:lnTo>
                    <a:pt x="238191" y="1442095"/>
                  </a:lnTo>
                  <a:lnTo>
                    <a:pt x="239444" y="1442064"/>
                  </a:lnTo>
                  <a:lnTo>
                    <a:pt x="240697" y="1442028"/>
                  </a:lnTo>
                  <a:lnTo>
                    <a:pt x="241950" y="1441990"/>
                  </a:lnTo>
                  <a:lnTo>
                    <a:pt x="243204" y="1441951"/>
                  </a:lnTo>
                  <a:lnTo>
                    <a:pt x="244457" y="1441912"/>
                  </a:lnTo>
                  <a:lnTo>
                    <a:pt x="245710" y="1441872"/>
                  </a:lnTo>
                  <a:lnTo>
                    <a:pt x="246963" y="1441833"/>
                  </a:lnTo>
                  <a:lnTo>
                    <a:pt x="248217" y="1441794"/>
                  </a:lnTo>
                  <a:lnTo>
                    <a:pt x="249470" y="1441753"/>
                  </a:lnTo>
                  <a:lnTo>
                    <a:pt x="250723" y="1441710"/>
                  </a:lnTo>
                  <a:lnTo>
                    <a:pt x="251976" y="1441663"/>
                  </a:lnTo>
                  <a:lnTo>
                    <a:pt x="253229" y="1441614"/>
                  </a:lnTo>
                  <a:lnTo>
                    <a:pt x="254483" y="1441561"/>
                  </a:lnTo>
                  <a:lnTo>
                    <a:pt x="255736" y="1441505"/>
                  </a:lnTo>
                  <a:lnTo>
                    <a:pt x="256989" y="1441447"/>
                  </a:lnTo>
                  <a:lnTo>
                    <a:pt x="258242" y="1441386"/>
                  </a:lnTo>
                  <a:lnTo>
                    <a:pt x="259496" y="1441324"/>
                  </a:lnTo>
                  <a:lnTo>
                    <a:pt x="260749" y="1441260"/>
                  </a:lnTo>
                  <a:lnTo>
                    <a:pt x="262002" y="1441192"/>
                  </a:lnTo>
                  <a:lnTo>
                    <a:pt x="263255" y="1441121"/>
                  </a:lnTo>
                  <a:lnTo>
                    <a:pt x="264508" y="1441044"/>
                  </a:lnTo>
                  <a:lnTo>
                    <a:pt x="265762" y="1440959"/>
                  </a:lnTo>
                  <a:lnTo>
                    <a:pt x="267015" y="1440868"/>
                  </a:lnTo>
                  <a:lnTo>
                    <a:pt x="268268" y="1440773"/>
                  </a:lnTo>
                  <a:lnTo>
                    <a:pt x="269521" y="1440676"/>
                  </a:lnTo>
                  <a:lnTo>
                    <a:pt x="270774" y="1440577"/>
                  </a:lnTo>
                  <a:lnTo>
                    <a:pt x="272028" y="1440477"/>
                  </a:lnTo>
                  <a:lnTo>
                    <a:pt x="273281" y="1440378"/>
                  </a:lnTo>
                  <a:lnTo>
                    <a:pt x="274534" y="1440280"/>
                  </a:lnTo>
                  <a:lnTo>
                    <a:pt x="275787" y="1440182"/>
                  </a:lnTo>
                  <a:lnTo>
                    <a:pt x="277041" y="1440089"/>
                  </a:lnTo>
                  <a:lnTo>
                    <a:pt x="278294" y="1439999"/>
                  </a:lnTo>
                  <a:lnTo>
                    <a:pt x="279547" y="1439914"/>
                  </a:lnTo>
                  <a:lnTo>
                    <a:pt x="280800" y="1439837"/>
                  </a:lnTo>
                  <a:lnTo>
                    <a:pt x="282053" y="1439768"/>
                  </a:lnTo>
                  <a:lnTo>
                    <a:pt x="283307" y="1439710"/>
                  </a:lnTo>
                  <a:lnTo>
                    <a:pt x="284560" y="1439665"/>
                  </a:lnTo>
                  <a:lnTo>
                    <a:pt x="285813" y="1439632"/>
                  </a:lnTo>
                  <a:lnTo>
                    <a:pt x="287066" y="1439610"/>
                  </a:lnTo>
                  <a:lnTo>
                    <a:pt x="288319" y="1439598"/>
                  </a:lnTo>
                  <a:lnTo>
                    <a:pt x="289573" y="1439597"/>
                  </a:lnTo>
                  <a:lnTo>
                    <a:pt x="290826" y="1439606"/>
                  </a:lnTo>
                  <a:lnTo>
                    <a:pt x="292079" y="1439625"/>
                  </a:lnTo>
                  <a:lnTo>
                    <a:pt x="293332" y="1439656"/>
                  </a:lnTo>
                  <a:lnTo>
                    <a:pt x="294586" y="1439699"/>
                  </a:lnTo>
                  <a:lnTo>
                    <a:pt x="295839" y="1439749"/>
                  </a:lnTo>
                  <a:lnTo>
                    <a:pt x="297092" y="1439805"/>
                  </a:lnTo>
                  <a:lnTo>
                    <a:pt x="298345" y="1439869"/>
                  </a:lnTo>
                  <a:lnTo>
                    <a:pt x="299598" y="1439938"/>
                  </a:lnTo>
                  <a:lnTo>
                    <a:pt x="300852" y="1440012"/>
                  </a:lnTo>
                  <a:lnTo>
                    <a:pt x="302105" y="1440092"/>
                  </a:lnTo>
                  <a:lnTo>
                    <a:pt x="303358" y="1440175"/>
                  </a:lnTo>
                  <a:lnTo>
                    <a:pt x="304611" y="1440262"/>
                  </a:lnTo>
                  <a:lnTo>
                    <a:pt x="305865" y="1440352"/>
                  </a:lnTo>
                  <a:lnTo>
                    <a:pt x="307118" y="1440446"/>
                  </a:lnTo>
                  <a:lnTo>
                    <a:pt x="308371" y="1440542"/>
                  </a:lnTo>
                  <a:lnTo>
                    <a:pt x="309624" y="1440641"/>
                  </a:lnTo>
                  <a:lnTo>
                    <a:pt x="310877" y="1440741"/>
                  </a:lnTo>
                  <a:lnTo>
                    <a:pt x="312131" y="1440841"/>
                  </a:lnTo>
                  <a:lnTo>
                    <a:pt x="313384" y="1440942"/>
                  </a:lnTo>
                  <a:lnTo>
                    <a:pt x="314637" y="1441044"/>
                  </a:lnTo>
                  <a:lnTo>
                    <a:pt x="315890" y="1441149"/>
                  </a:lnTo>
                  <a:lnTo>
                    <a:pt x="317143" y="1441254"/>
                  </a:lnTo>
                  <a:lnTo>
                    <a:pt x="318397" y="1441362"/>
                  </a:lnTo>
                  <a:lnTo>
                    <a:pt x="319650" y="1441469"/>
                  </a:lnTo>
                  <a:lnTo>
                    <a:pt x="320903" y="1441576"/>
                  </a:lnTo>
                  <a:lnTo>
                    <a:pt x="322156" y="1441681"/>
                  </a:lnTo>
                  <a:lnTo>
                    <a:pt x="323410" y="1441783"/>
                  </a:lnTo>
                  <a:lnTo>
                    <a:pt x="324663" y="1441883"/>
                  </a:lnTo>
                  <a:lnTo>
                    <a:pt x="325916" y="1441982"/>
                  </a:lnTo>
                  <a:lnTo>
                    <a:pt x="327169" y="1442081"/>
                  </a:lnTo>
                  <a:lnTo>
                    <a:pt x="328422" y="1442182"/>
                  </a:lnTo>
                  <a:lnTo>
                    <a:pt x="329676" y="1442281"/>
                  </a:lnTo>
                  <a:lnTo>
                    <a:pt x="330929" y="1442378"/>
                  </a:lnTo>
                  <a:lnTo>
                    <a:pt x="332182" y="1442467"/>
                  </a:lnTo>
                  <a:lnTo>
                    <a:pt x="333435" y="1442547"/>
                  </a:lnTo>
                  <a:lnTo>
                    <a:pt x="334689" y="1442615"/>
                  </a:lnTo>
                  <a:lnTo>
                    <a:pt x="335942" y="1442669"/>
                  </a:lnTo>
                  <a:lnTo>
                    <a:pt x="337195" y="1442709"/>
                  </a:lnTo>
                  <a:lnTo>
                    <a:pt x="338448" y="1442738"/>
                  </a:lnTo>
                  <a:lnTo>
                    <a:pt x="339701" y="1442755"/>
                  </a:lnTo>
                  <a:lnTo>
                    <a:pt x="340955" y="1442762"/>
                  </a:lnTo>
                  <a:lnTo>
                    <a:pt x="342208" y="1442759"/>
                  </a:lnTo>
                  <a:lnTo>
                    <a:pt x="343461" y="1442743"/>
                  </a:lnTo>
                  <a:lnTo>
                    <a:pt x="344714" y="1442715"/>
                  </a:lnTo>
                  <a:lnTo>
                    <a:pt x="345967" y="1442672"/>
                  </a:lnTo>
                  <a:lnTo>
                    <a:pt x="347221" y="1442617"/>
                  </a:lnTo>
                  <a:lnTo>
                    <a:pt x="348474" y="1442550"/>
                  </a:lnTo>
                  <a:lnTo>
                    <a:pt x="349727" y="1442476"/>
                  </a:lnTo>
                  <a:lnTo>
                    <a:pt x="350980" y="1442399"/>
                  </a:lnTo>
                  <a:lnTo>
                    <a:pt x="352234" y="1442318"/>
                  </a:lnTo>
                  <a:lnTo>
                    <a:pt x="353487" y="1442237"/>
                  </a:lnTo>
                  <a:lnTo>
                    <a:pt x="354740" y="1442159"/>
                  </a:lnTo>
                  <a:lnTo>
                    <a:pt x="355993" y="1442079"/>
                  </a:lnTo>
                  <a:lnTo>
                    <a:pt x="357246" y="1441998"/>
                  </a:lnTo>
                  <a:lnTo>
                    <a:pt x="358500" y="1441880"/>
                  </a:lnTo>
                  <a:lnTo>
                    <a:pt x="359753" y="1441705"/>
                  </a:lnTo>
                  <a:lnTo>
                    <a:pt x="361006" y="1441467"/>
                  </a:lnTo>
                  <a:lnTo>
                    <a:pt x="362259" y="1441166"/>
                  </a:lnTo>
                  <a:lnTo>
                    <a:pt x="363513" y="1440806"/>
                  </a:lnTo>
                  <a:lnTo>
                    <a:pt x="364766" y="1440386"/>
                  </a:lnTo>
                  <a:lnTo>
                    <a:pt x="366019" y="1439906"/>
                  </a:lnTo>
                  <a:lnTo>
                    <a:pt x="367272" y="1439367"/>
                  </a:lnTo>
                  <a:lnTo>
                    <a:pt x="368525" y="1438768"/>
                  </a:lnTo>
                  <a:lnTo>
                    <a:pt x="369779" y="1438108"/>
                  </a:lnTo>
                  <a:lnTo>
                    <a:pt x="371032" y="1437384"/>
                  </a:lnTo>
                  <a:lnTo>
                    <a:pt x="372285" y="1436597"/>
                  </a:lnTo>
                  <a:lnTo>
                    <a:pt x="373538" y="1435747"/>
                  </a:lnTo>
                  <a:lnTo>
                    <a:pt x="374791" y="1434837"/>
                  </a:lnTo>
                  <a:lnTo>
                    <a:pt x="376045" y="1433861"/>
                  </a:lnTo>
                  <a:lnTo>
                    <a:pt x="377298" y="1432829"/>
                  </a:lnTo>
                  <a:lnTo>
                    <a:pt x="378551" y="1431761"/>
                  </a:lnTo>
                  <a:lnTo>
                    <a:pt x="379804" y="1430665"/>
                  </a:lnTo>
                  <a:lnTo>
                    <a:pt x="381058" y="1429539"/>
                  </a:lnTo>
                  <a:lnTo>
                    <a:pt x="382311" y="1428379"/>
                  </a:lnTo>
                  <a:lnTo>
                    <a:pt x="383564" y="1427156"/>
                  </a:lnTo>
                  <a:lnTo>
                    <a:pt x="384817" y="1425871"/>
                  </a:lnTo>
                  <a:lnTo>
                    <a:pt x="386070" y="1424524"/>
                  </a:lnTo>
                  <a:lnTo>
                    <a:pt x="387324" y="1423116"/>
                  </a:lnTo>
                  <a:lnTo>
                    <a:pt x="388577" y="1421647"/>
                  </a:lnTo>
                  <a:lnTo>
                    <a:pt x="389830" y="1420117"/>
                  </a:lnTo>
                  <a:lnTo>
                    <a:pt x="391083" y="1418524"/>
                  </a:lnTo>
                  <a:lnTo>
                    <a:pt x="392337" y="1416869"/>
                  </a:lnTo>
                  <a:lnTo>
                    <a:pt x="393590" y="1415154"/>
                  </a:lnTo>
                  <a:lnTo>
                    <a:pt x="394843" y="1413386"/>
                  </a:lnTo>
                  <a:lnTo>
                    <a:pt x="396096" y="1411592"/>
                  </a:lnTo>
                  <a:lnTo>
                    <a:pt x="397349" y="1409768"/>
                  </a:lnTo>
                  <a:lnTo>
                    <a:pt x="398603" y="1407918"/>
                  </a:lnTo>
                  <a:lnTo>
                    <a:pt x="399856" y="1406041"/>
                  </a:lnTo>
                  <a:lnTo>
                    <a:pt x="401109" y="1404138"/>
                  </a:lnTo>
                  <a:lnTo>
                    <a:pt x="402362" y="1402244"/>
                  </a:lnTo>
                  <a:lnTo>
                    <a:pt x="403615" y="1400358"/>
                  </a:lnTo>
                  <a:lnTo>
                    <a:pt x="404869" y="1398478"/>
                  </a:lnTo>
                  <a:lnTo>
                    <a:pt x="406122" y="1396605"/>
                  </a:lnTo>
                  <a:lnTo>
                    <a:pt x="407375" y="1394738"/>
                  </a:lnTo>
                  <a:lnTo>
                    <a:pt x="408628" y="1392879"/>
                  </a:lnTo>
                  <a:lnTo>
                    <a:pt x="409882" y="1391028"/>
                  </a:lnTo>
                  <a:lnTo>
                    <a:pt x="411135" y="1389184"/>
                  </a:lnTo>
                  <a:lnTo>
                    <a:pt x="412388" y="1387330"/>
                  </a:lnTo>
                  <a:lnTo>
                    <a:pt x="413641" y="1385443"/>
                  </a:lnTo>
                  <a:lnTo>
                    <a:pt x="414894" y="1383521"/>
                  </a:lnTo>
                  <a:lnTo>
                    <a:pt x="416148" y="1381560"/>
                  </a:lnTo>
                  <a:lnTo>
                    <a:pt x="417401" y="1379556"/>
                  </a:lnTo>
                  <a:lnTo>
                    <a:pt x="418654" y="1377509"/>
                  </a:lnTo>
                  <a:lnTo>
                    <a:pt x="419907" y="1375421"/>
                  </a:lnTo>
                  <a:lnTo>
                    <a:pt x="421161" y="1373328"/>
                  </a:lnTo>
                  <a:lnTo>
                    <a:pt x="422414" y="1371287"/>
                  </a:lnTo>
                  <a:lnTo>
                    <a:pt x="423667" y="1369296"/>
                  </a:lnTo>
                  <a:lnTo>
                    <a:pt x="424920" y="1367359"/>
                  </a:lnTo>
                  <a:lnTo>
                    <a:pt x="426173" y="1365473"/>
                  </a:lnTo>
                  <a:lnTo>
                    <a:pt x="427427" y="1363635"/>
                  </a:lnTo>
                  <a:lnTo>
                    <a:pt x="428680" y="1361846"/>
                  </a:lnTo>
                  <a:lnTo>
                    <a:pt x="429933" y="1360104"/>
                  </a:lnTo>
                  <a:lnTo>
                    <a:pt x="431186" y="1358423"/>
                  </a:lnTo>
                  <a:lnTo>
                    <a:pt x="432439" y="1356823"/>
                  </a:lnTo>
                  <a:lnTo>
                    <a:pt x="433693" y="1355305"/>
                  </a:lnTo>
                  <a:lnTo>
                    <a:pt x="434946" y="1353876"/>
                  </a:lnTo>
                  <a:lnTo>
                    <a:pt x="436199" y="1352536"/>
                  </a:lnTo>
                  <a:lnTo>
                    <a:pt x="437452" y="1351285"/>
                  </a:lnTo>
                  <a:lnTo>
                    <a:pt x="438706" y="1350125"/>
                  </a:lnTo>
                  <a:lnTo>
                    <a:pt x="439959" y="1349054"/>
                  </a:lnTo>
                  <a:lnTo>
                    <a:pt x="441212" y="1348044"/>
                  </a:lnTo>
                  <a:lnTo>
                    <a:pt x="442465" y="1347101"/>
                  </a:lnTo>
                  <a:lnTo>
                    <a:pt x="443718" y="1346218"/>
                  </a:lnTo>
                  <a:lnTo>
                    <a:pt x="444972" y="1345404"/>
                  </a:lnTo>
                  <a:lnTo>
                    <a:pt x="446225" y="1344693"/>
                  </a:lnTo>
                  <a:lnTo>
                    <a:pt x="447478" y="1344113"/>
                  </a:lnTo>
                  <a:lnTo>
                    <a:pt x="448731" y="1343666"/>
                  </a:lnTo>
                  <a:lnTo>
                    <a:pt x="449984" y="1343348"/>
                  </a:lnTo>
                  <a:lnTo>
                    <a:pt x="451238" y="1343155"/>
                  </a:lnTo>
                  <a:lnTo>
                    <a:pt x="452491" y="1343088"/>
                  </a:lnTo>
                  <a:lnTo>
                    <a:pt x="453744" y="1343145"/>
                  </a:lnTo>
                  <a:lnTo>
                    <a:pt x="454997" y="1343329"/>
                  </a:lnTo>
                  <a:lnTo>
                    <a:pt x="456251" y="1343638"/>
                  </a:lnTo>
                  <a:lnTo>
                    <a:pt x="457504" y="1344067"/>
                  </a:lnTo>
                  <a:lnTo>
                    <a:pt x="458757" y="1344586"/>
                  </a:lnTo>
                  <a:lnTo>
                    <a:pt x="460010" y="1345173"/>
                  </a:lnTo>
                  <a:lnTo>
                    <a:pt x="461263" y="1345831"/>
                  </a:lnTo>
                  <a:lnTo>
                    <a:pt x="462517" y="1346563"/>
                  </a:lnTo>
                  <a:lnTo>
                    <a:pt x="463770" y="1347364"/>
                  </a:lnTo>
                  <a:lnTo>
                    <a:pt x="465023" y="1348196"/>
                  </a:lnTo>
                  <a:lnTo>
                    <a:pt x="466276" y="1349027"/>
                  </a:lnTo>
                  <a:lnTo>
                    <a:pt x="467530" y="1349859"/>
                  </a:lnTo>
                  <a:lnTo>
                    <a:pt x="468783" y="1350691"/>
                  </a:lnTo>
                  <a:lnTo>
                    <a:pt x="470036" y="1351526"/>
                  </a:lnTo>
                  <a:lnTo>
                    <a:pt x="471289" y="1352363"/>
                  </a:lnTo>
                  <a:lnTo>
                    <a:pt x="472542" y="1353203"/>
                  </a:lnTo>
                  <a:lnTo>
                    <a:pt x="473796" y="1354045"/>
                  </a:lnTo>
                  <a:lnTo>
                    <a:pt x="475049" y="1354903"/>
                  </a:lnTo>
                  <a:lnTo>
                    <a:pt x="476302" y="1355813"/>
                  </a:lnTo>
                  <a:lnTo>
                    <a:pt x="477555" y="1356798"/>
                  </a:lnTo>
                  <a:lnTo>
                    <a:pt x="478808" y="1357857"/>
                  </a:lnTo>
                  <a:lnTo>
                    <a:pt x="480062" y="1358994"/>
                  </a:lnTo>
                  <a:lnTo>
                    <a:pt x="481315" y="1360209"/>
                  </a:lnTo>
                  <a:lnTo>
                    <a:pt x="482568" y="1361500"/>
                  </a:lnTo>
                  <a:lnTo>
                    <a:pt x="483821" y="1362868"/>
                  </a:lnTo>
                  <a:lnTo>
                    <a:pt x="485075" y="1364275"/>
                  </a:lnTo>
                  <a:lnTo>
                    <a:pt x="486328" y="1365728"/>
                  </a:lnTo>
                  <a:lnTo>
                    <a:pt x="487581" y="1367253"/>
                  </a:lnTo>
                  <a:lnTo>
                    <a:pt x="488834" y="1368852"/>
                  </a:lnTo>
                  <a:lnTo>
                    <a:pt x="490087" y="1370527"/>
                  </a:lnTo>
                  <a:lnTo>
                    <a:pt x="491341" y="1372278"/>
                  </a:lnTo>
                  <a:lnTo>
                    <a:pt x="492594" y="1374106"/>
                  </a:lnTo>
                  <a:lnTo>
                    <a:pt x="493847" y="1375998"/>
                  </a:lnTo>
                  <a:lnTo>
                    <a:pt x="495100" y="1377921"/>
                  </a:lnTo>
                  <a:lnTo>
                    <a:pt x="496354" y="1379855"/>
                  </a:lnTo>
                  <a:lnTo>
                    <a:pt x="497607" y="1381799"/>
                  </a:lnTo>
                  <a:lnTo>
                    <a:pt x="498860" y="1383749"/>
                  </a:lnTo>
                  <a:lnTo>
                    <a:pt x="500113" y="1385706"/>
                  </a:lnTo>
                  <a:lnTo>
                    <a:pt x="501366" y="1387670"/>
                  </a:lnTo>
                  <a:lnTo>
                    <a:pt x="502620" y="1389638"/>
                  </a:lnTo>
                  <a:lnTo>
                    <a:pt x="503873" y="1391618"/>
                  </a:lnTo>
                  <a:lnTo>
                    <a:pt x="505126" y="1393597"/>
                  </a:lnTo>
                  <a:lnTo>
                    <a:pt x="506379" y="1395548"/>
                  </a:lnTo>
                  <a:lnTo>
                    <a:pt x="507632" y="1397469"/>
                  </a:lnTo>
                  <a:lnTo>
                    <a:pt x="508886" y="1399353"/>
                  </a:lnTo>
                  <a:lnTo>
                    <a:pt x="510139" y="1401169"/>
                  </a:lnTo>
                  <a:lnTo>
                    <a:pt x="511392" y="1402919"/>
                  </a:lnTo>
                  <a:lnTo>
                    <a:pt x="512645" y="1404604"/>
                  </a:lnTo>
                  <a:lnTo>
                    <a:pt x="513899" y="1406229"/>
                  </a:lnTo>
                  <a:lnTo>
                    <a:pt x="515152" y="1407795"/>
                  </a:lnTo>
                  <a:lnTo>
                    <a:pt x="516405" y="1409305"/>
                  </a:lnTo>
                  <a:lnTo>
                    <a:pt x="517658" y="1410759"/>
                  </a:lnTo>
                  <a:lnTo>
                    <a:pt x="518911" y="1412156"/>
                  </a:lnTo>
                  <a:lnTo>
                    <a:pt x="520165" y="1413497"/>
                  </a:lnTo>
                  <a:lnTo>
                    <a:pt x="521418" y="1414788"/>
                  </a:lnTo>
                  <a:lnTo>
                    <a:pt x="522671" y="1416052"/>
                  </a:lnTo>
                  <a:lnTo>
                    <a:pt x="523924" y="1417286"/>
                  </a:lnTo>
                  <a:lnTo>
                    <a:pt x="525178" y="1418487"/>
                  </a:lnTo>
                  <a:lnTo>
                    <a:pt x="526431" y="1419656"/>
                  </a:lnTo>
                  <a:lnTo>
                    <a:pt x="527684" y="1420797"/>
                  </a:lnTo>
                  <a:lnTo>
                    <a:pt x="528937" y="1421944"/>
                  </a:lnTo>
                  <a:lnTo>
                    <a:pt x="530190" y="1423097"/>
                  </a:lnTo>
                  <a:lnTo>
                    <a:pt x="531444" y="1424257"/>
                  </a:lnTo>
                  <a:lnTo>
                    <a:pt x="532697" y="1425419"/>
                  </a:lnTo>
                  <a:lnTo>
                    <a:pt x="533950" y="1426584"/>
                  </a:lnTo>
                  <a:lnTo>
                    <a:pt x="535203" y="1427749"/>
                  </a:lnTo>
                  <a:lnTo>
                    <a:pt x="536456" y="1428914"/>
                  </a:lnTo>
                  <a:lnTo>
                    <a:pt x="537710" y="1430078"/>
                  </a:lnTo>
                  <a:lnTo>
                    <a:pt x="538963" y="1431224"/>
                  </a:lnTo>
                  <a:lnTo>
                    <a:pt x="540216" y="1432331"/>
                  </a:lnTo>
                  <a:lnTo>
                    <a:pt x="541469" y="1433398"/>
                  </a:lnTo>
                  <a:lnTo>
                    <a:pt x="542723" y="1434428"/>
                  </a:lnTo>
                  <a:lnTo>
                    <a:pt x="543976" y="1435421"/>
                  </a:lnTo>
                  <a:lnTo>
                    <a:pt x="545229" y="1436375"/>
                  </a:lnTo>
                  <a:lnTo>
                    <a:pt x="546482" y="1437290"/>
                  </a:lnTo>
                  <a:lnTo>
                    <a:pt x="547735" y="1438169"/>
                  </a:lnTo>
                  <a:lnTo>
                    <a:pt x="548989" y="1439011"/>
                  </a:lnTo>
                  <a:lnTo>
                    <a:pt x="550242" y="1439787"/>
                  </a:lnTo>
                  <a:lnTo>
                    <a:pt x="551495" y="1440495"/>
                  </a:lnTo>
                  <a:lnTo>
                    <a:pt x="552748" y="1441134"/>
                  </a:lnTo>
                  <a:lnTo>
                    <a:pt x="554002" y="1441704"/>
                  </a:lnTo>
                  <a:lnTo>
                    <a:pt x="555255" y="1442205"/>
                  </a:lnTo>
                  <a:lnTo>
                    <a:pt x="556508" y="1442637"/>
                  </a:lnTo>
                  <a:lnTo>
                    <a:pt x="557761" y="1443013"/>
                  </a:lnTo>
                  <a:lnTo>
                    <a:pt x="559014" y="1443354"/>
                  </a:lnTo>
                  <a:lnTo>
                    <a:pt x="560268" y="1443659"/>
                  </a:lnTo>
                  <a:lnTo>
                    <a:pt x="561521" y="1443927"/>
                  </a:lnTo>
                  <a:lnTo>
                    <a:pt x="562774" y="1444159"/>
                  </a:lnTo>
                  <a:lnTo>
                    <a:pt x="564027" y="1444354"/>
                  </a:lnTo>
                  <a:lnTo>
                    <a:pt x="565280" y="1444511"/>
                  </a:lnTo>
                  <a:lnTo>
                    <a:pt x="566534" y="1444630"/>
                  </a:lnTo>
                  <a:lnTo>
                    <a:pt x="567787" y="1444709"/>
                  </a:lnTo>
                  <a:lnTo>
                    <a:pt x="569040" y="1444778"/>
                  </a:lnTo>
                  <a:lnTo>
                    <a:pt x="570293" y="1444839"/>
                  </a:lnTo>
                  <a:lnTo>
                    <a:pt x="571547" y="1444896"/>
                  </a:lnTo>
                  <a:lnTo>
                    <a:pt x="572800" y="1444948"/>
                  </a:lnTo>
                  <a:lnTo>
                    <a:pt x="574053" y="1444997"/>
                  </a:lnTo>
                  <a:lnTo>
                    <a:pt x="575306" y="1445043"/>
                  </a:lnTo>
                  <a:lnTo>
                    <a:pt x="576559" y="1445084"/>
                  </a:lnTo>
                  <a:lnTo>
                    <a:pt x="577813" y="1445117"/>
                  </a:lnTo>
                  <a:lnTo>
                    <a:pt x="579066" y="1445142"/>
                  </a:lnTo>
                  <a:lnTo>
                    <a:pt x="580319" y="1445159"/>
                  </a:lnTo>
                  <a:lnTo>
                    <a:pt x="581572" y="1445167"/>
                  </a:lnTo>
                  <a:lnTo>
                    <a:pt x="582826" y="1445166"/>
                  </a:lnTo>
                  <a:lnTo>
                    <a:pt x="584079" y="1445159"/>
                  </a:lnTo>
                  <a:lnTo>
                    <a:pt x="585332" y="1445146"/>
                  </a:lnTo>
                  <a:lnTo>
                    <a:pt x="586585" y="1445127"/>
                  </a:lnTo>
                  <a:lnTo>
                    <a:pt x="587838" y="1445111"/>
                  </a:lnTo>
                  <a:lnTo>
                    <a:pt x="589092" y="1445097"/>
                  </a:lnTo>
                  <a:lnTo>
                    <a:pt x="590345" y="1445084"/>
                  </a:lnTo>
                  <a:lnTo>
                    <a:pt x="591598" y="1445073"/>
                  </a:lnTo>
                  <a:lnTo>
                    <a:pt x="592851" y="1445061"/>
                  </a:lnTo>
                  <a:lnTo>
                    <a:pt x="594104" y="1445046"/>
                  </a:lnTo>
                  <a:lnTo>
                    <a:pt x="595358" y="1445029"/>
                  </a:lnTo>
                  <a:lnTo>
                    <a:pt x="596611" y="1445014"/>
                  </a:lnTo>
                  <a:lnTo>
                    <a:pt x="597864" y="1445001"/>
                  </a:lnTo>
                  <a:lnTo>
                    <a:pt x="599117" y="1444989"/>
                  </a:lnTo>
                  <a:lnTo>
                    <a:pt x="600371" y="1444984"/>
                  </a:lnTo>
                  <a:lnTo>
                    <a:pt x="601624" y="1444988"/>
                  </a:lnTo>
                  <a:lnTo>
                    <a:pt x="602877" y="1445003"/>
                  </a:lnTo>
                  <a:lnTo>
                    <a:pt x="604130" y="1445029"/>
                  </a:lnTo>
                  <a:lnTo>
                    <a:pt x="605383" y="1445061"/>
                  </a:lnTo>
                  <a:lnTo>
                    <a:pt x="606637" y="1445097"/>
                  </a:lnTo>
                  <a:lnTo>
                    <a:pt x="607890" y="1445138"/>
                  </a:lnTo>
                  <a:lnTo>
                    <a:pt x="609143" y="1445184"/>
                  </a:lnTo>
                  <a:lnTo>
                    <a:pt x="610396" y="1445234"/>
                  </a:lnTo>
                  <a:lnTo>
                    <a:pt x="611649" y="1445287"/>
                  </a:lnTo>
                  <a:lnTo>
                    <a:pt x="612903" y="1445344"/>
                  </a:lnTo>
                  <a:lnTo>
                    <a:pt x="614156" y="1445406"/>
                  </a:lnTo>
                  <a:lnTo>
                    <a:pt x="615409" y="1445473"/>
                  </a:lnTo>
                  <a:lnTo>
                    <a:pt x="616662" y="1445545"/>
                  </a:lnTo>
                  <a:lnTo>
                    <a:pt x="617916" y="1445623"/>
                  </a:lnTo>
                  <a:lnTo>
                    <a:pt x="619169" y="1445706"/>
                  </a:lnTo>
                  <a:lnTo>
                    <a:pt x="620422" y="1445795"/>
                  </a:lnTo>
                  <a:lnTo>
                    <a:pt x="621675" y="1445885"/>
                  </a:lnTo>
                  <a:lnTo>
                    <a:pt x="622928" y="1445978"/>
                  </a:lnTo>
                  <a:lnTo>
                    <a:pt x="624182" y="1446075"/>
                  </a:lnTo>
                  <a:lnTo>
                    <a:pt x="625435" y="1446174"/>
                  </a:lnTo>
                  <a:lnTo>
                    <a:pt x="626688" y="1446276"/>
                  </a:lnTo>
                  <a:lnTo>
                    <a:pt x="627941" y="1446381"/>
                  </a:lnTo>
                  <a:lnTo>
                    <a:pt x="629195" y="1446487"/>
                  </a:lnTo>
                  <a:lnTo>
                    <a:pt x="630448" y="1446596"/>
                  </a:lnTo>
                  <a:lnTo>
                    <a:pt x="631701" y="1446709"/>
                  </a:lnTo>
                  <a:lnTo>
                    <a:pt x="632954" y="1446827"/>
                  </a:lnTo>
                  <a:lnTo>
                    <a:pt x="634207" y="1446945"/>
                  </a:lnTo>
                  <a:lnTo>
                    <a:pt x="635461" y="1447063"/>
                  </a:lnTo>
                  <a:lnTo>
                    <a:pt x="636714" y="1447179"/>
                  </a:lnTo>
                  <a:lnTo>
                    <a:pt x="637967" y="1447291"/>
                  </a:lnTo>
                  <a:lnTo>
                    <a:pt x="639220" y="1447396"/>
                  </a:lnTo>
                  <a:lnTo>
                    <a:pt x="640473" y="1447498"/>
                  </a:lnTo>
                  <a:lnTo>
                    <a:pt x="641727" y="1447595"/>
                  </a:lnTo>
                  <a:lnTo>
                    <a:pt x="642980" y="1447687"/>
                  </a:lnTo>
                  <a:lnTo>
                    <a:pt x="644233" y="1447775"/>
                  </a:lnTo>
                  <a:lnTo>
                    <a:pt x="645486" y="1447857"/>
                  </a:lnTo>
                  <a:lnTo>
                    <a:pt x="646740" y="1447933"/>
                  </a:lnTo>
                  <a:lnTo>
                    <a:pt x="647993" y="1448000"/>
                  </a:lnTo>
                  <a:lnTo>
                    <a:pt x="649246" y="1448059"/>
                  </a:lnTo>
                  <a:lnTo>
                    <a:pt x="650499" y="1448104"/>
                  </a:lnTo>
                  <a:lnTo>
                    <a:pt x="651752" y="1448131"/>
                  </a:lnTo>
                  <a:lnTo>
                    <a:pt x="653006" y="1448141"/>
                  </a:lnTo>
                  <a:lnTo>
                    <a:pt x="654259" y="1448132"/>
                  </a:lnTo>
                  <a:lnTo>
                    <a:pt x="655512" y="1448102"/>
                  </a:lnTo>
                  <a:lnTo>
                    <a:pt x="656765" y="1448059"/>
                  </a:lnTo>
                  <a:lnTo>
                    <a:pt x="658019" y="1448000"/>
                  </a:lnTo>
                  <a:lnTo>
                    <a:pt x="659272" y="1447897"/>
                  </a:lnTo>
                  <a:lnTo>
                    <a:pt x="660525" y="1447742"/>
                  </a:lnTo>
                  <a:lnTo>
                    <a:pt x="661778" y="1447537"/>
                  </a:lnTo>
                  <a:lnTo>
                    <a:pt x="663031" y="1447282"/>
                  </a:lnTo>
                  <a:lnTo>
                    <a:pt x="664285" y="1446971"/>
                  </a:lnTo>
                  <a:lnTo>
                    <a:pt x="665538" y="1446603"/>
                  </a:lnTo>
                  <a:lnTo>
                    <a:pt x="666791" y="1446178"/>
                  </a:lnTo>
                  <a:lnTo>
                    <a:pt x="668044" y="1445700"/>
                  </a:lnTo>
                  <a:lnTo>
                    <a:pt x="669297" y="1445172"/>
                  </a:lnTo>
                  <a:lnTo>
                    <a:pt x="670551" y="1444575"/>
                  </a:lnTo>
                  <a:lnTo>
                    <a:pt x="671804" y="1443900"/>
                  </a:lnTo>
                  <a:lnTo>
                    <a:pt x="673057" y="1443152"/>
                  </a:lnTo>
                  <a:lnTo>
                    <a:pt x="674310" y="1442330"/>
                  </a:lnTo>
                  <a:lnTo>
                    <a:pt x="675564" y="1441436"/>
                  </a:lnTo>
                  <a:lnTo>
                    <a:pt x="676817" y="1440467"/>
                  </a:lnTo>
                  <a:lnTo>
                    <a:pt x="678070" y="1439450"/>
                  </a:lnTo>
                  <a:lnTo>
                    <a:pt x="679323" y="1438389"/>
                  </a:lnTo>
                  <a:lnTo>
                    <a:pt x="680576" y="1437287"/>
                  </a:lnTo>
                  <a:lnTo>
                    <a:pt x="681830" y="1436142"/>
                  </a:lnTo>
                  <a:lnTo>
                    <a:pt x="683083" y="1434954"/>
                  </a:lnTo>
                  <a:lnTo>
                    <a:pt x="684336" y="1433725"/>
                  </a:lnTo>
                  <a:lnTo>
                    <a:pt x="685589" y="1432457"/>
                  </a:lnTo>
                  <a:lnTo>
                    <a:pt x="686843" y="1431151"/>
                  </a:lnTo>
                  <a:lnTo>
                    <a:pt x="688096" y="1429807"/>
                  </a:lnTo>
                  <a:lnTo>
                    <a:pt x="689349" y="1428452"/>
                  </a:lnTo>
                  <a:lnTo>
                    <a:pt x="690602" y="1427072"/>
                  </a:lnTo>
                  <a:lnTo>
                    <a:pt x="691855" y="1425658"/>
                  </a:lnTo>
                  <a:lnTo>
                    <a:pt x="693109" y="1424194"/>
                  </a:lnTo>
                  <a:lnTo>
                    <a:pt x="694362" y="1422666"/>
                  </a:lnTo>
                  <a:lnTo>
                    <a:pt x="695615" y="1421073"/>
                  </a:lnTo>
                  <a:lnTo>
                    <a:pt x="696868" y="1419417"/>
                  </a:lnTo>
                  <a:lnTo>
                    <a:pt x="698121" y="1417699"/>
                  </a:lnTo>
                  <a:lnTo>
                    <a:pt x="699375" y="1415920"/>
                  </a:lnTo>
                  <a:lnTo>
                    <a:pt x="700628" y="1414082"/>
                  </a:lnTo>
                  <a:lnTo>
                    <a:pt x="701881" y="1412186"/>
                  </a:lnTo>
                  <a:lnTo>
                    <a:pt x="703134" y="1410236"/>
                  </a:lnTo>
                  <a:lnTo>
                    <a:pt x="704388" y="1408209"/>
                  </a:lnTo>
                  <a:lnTo>
                    <a:pt x="705641" y="1406099"/>
                  </a:lnTo>
                  <a:lnTo>
                    <a:pt x="706894" y="1403908"/>
                  </a:lnTo>
                  <a:lnTo>
                    <a:pt x="708147" y="1401636"/>
                  </a:lnTo>
                  <a:lnTo>
                    <a:pt x="709400" y="1399275"/>
                  </a:lnTo>
                  <a:lnTo>
                    <a:pt x="710654" y="1396833"/>
                  </a:lnTo>
                  <a:lnTo>
                    <a:pt x="711907" y="1394324"/>
                  </a:lnTo>
                  <a:lnTo>
                    <a:pt x="713160" y="1391763"/>
                  </a:lnTo>
                  <a:lnTo>
                    <a:pt x="714413" y="1389153"/>
                  </a:lnTo>
                  <a:lnTo>
                    <a:pt x="715667" y="1386494"/>
                  </a:lnTo>
                  <a:lnTo>
                    <a:pt x="716920" y="1383774"/>
                  </a:lnTo>
                  <a:lnTo>
                    <a:pt x="718173" y="1380984"/>
                  </a:lnTo>
                  <a:lnTo>
                    <a:pt x="719426" y="1378119"/>
                  </a:lnTo>
                  <a:lnTo>
                    <a:pt x="720679" y="1375179"/>
                  </a:lnTo>
                  <a:lnTo>
                    <a:pt x="721933" y="1372193"/>
                  </a:lnTo>
                  <a:lnTo>
                    <a:pt x="723186" y="1369216"/>
                  </a:lnTo>
                  <a:lnTo>
                    <a:pt x="724439" y="1366261"/>
                  </a:lnTo>
                  <a:lnTo>
                    <a:pt x="725692" y="1363324"/>
                  </a:lnTo>
                  <a:lnTo>
                    <a:pt x="726945" y="1360407"/>
                  </a:lnTo>
                  <a:lnTo>
                    <a:pt x="728199" y="1357540"/>
                  </a:lnTo>
                  <a:lnTo>
                    <a:pt x="729452" y="1354726"/>
                  </a:lnTo>
                  <a:lnTo>
                    <a:pt x="730705" y="1351962"/>
                  </a:lnTo>
                  <a:lnTo>
                    <a:pt x="731958" y="1349246"/>
                  </a:lnTo>
                  <a:lnTo>
                    <a:pt x="733212" y="1346600"/>
                  </a:lnTo>
                  <a:lnTo>
                    <a:pt x="734465" y="1344051"/>
                  </a:lnTo>
                  <a:lnTo>
                    <a:pt x="735718" y="1341623"/>
                  </a:lnTo>
                  <a:lnTo>
                    <a:pt x="736971" y="1339333"/>
                  </a:lnTo>
                  <a:lnTo>
                    <a:pt x="738224" y="1337148"/>
                  </a:lnTo>
                  <a:lnTo>
                    <a:pt x="739478" y="1335066"/>
                  </a:lnTo>
                  <a:lnTo>
                    <a:pt x="740731" y="1333066"/>
                  </a:lnTo>
                  <a:lnTo>
                    <a:pt x="741984" y="1331116"/>
                  </a:lnTo>
                  <a:lnTo>
                    <a:pt x="743237" y="1329209"/>
                  </a:lnTo>
                  <a:lnTo>
                    <a:pt x="744491" y="1327349"/>
                  </a:lnTo>
                  <a:lnTo>
                    <a:pt x="745744" y="1325534"/>
                  </a:lnTo>
                  <a:lnTo>
                    <a:pt x="746997" y="1323734"/>
                  </a:lnTo>
                  <a:lnTo>
                    <a:pt x="748250" y="1321948"/>
                  </a:lnTo>
                  <a:lnTo>
                    <a:pt x="749503" y="1320177"/>
                  </a:lnTo>
                  <a:lnTo>
                    <a:pt x="750757" y="1318418"/>
                  </a:lnTo>
                  <a:lnTo>
                    <a:pt x="752010" y="1316647"/>
                  </a:lnTo>
                  <a:lnTo>
                    <a:pt x="753263" y="1314851"/>
                  </a:lnTo>
                  <a:lnTo>
                    <a:pt x="754516" y="1313053"/>
                  </a:lnTo>
                  <a:lnTo>
                    <a:pt x="755769" y="1311281"/>
                  </a:lnTo>
                  <a:lnTo>
                    <a:pt x="757023" y="1309574"/>
                  </a:lnTo>
                  <a:lnTo>
                    <a:pt x="758276" y="1307944"/>
                  </a:lnTo>
                  <a:lnTo>
                    <a:pt x="759529" y="1306392"/>
                  </a:lnTo>
                  <a:lnTo>
                    <a:pt x="760782" y="1304917"/>
                  </a:lnTo>
                  <a:lnTo>
                    <a:pt x="762036" y="1303519"/>
                  </a:lnTo>
                  <a:lnTo>
                    <a:pt x="763289" y="1302198"/>
                  </a:lnTo>
                  <a:lnTo>
                    <a:pt x="764542" y="1300956"/>
                  </a:lnTo>
                  <a:lnTo>
                    <a:pt x="765795" y="1299821"/>
                  </a:lnTo>
                  <a:lnTo>
                    <a:pt x="767048" y="1298814"/>
                  </a:lnTo>
                  <a:lnTo>
                    <a:pt x="768302" y="1297966"/>
                  </a:lnTo>
                  <a:lnTo>
                    <a:pt x="769555" y="1297258"/>
                  </a:lnTo>
                  <a:lnTo>
                    <a:pt x="770808" y="1296687"/>
                  </a:lnTo>
                  <a:lnTo>
                    <a:pt x="772061" y="1296258"/>
                  </a:lnTo>
                  <a:lnTo>
                    <a:pt x="773314" y="1295952"/>
                  </a:lnTo>
                  <a:lnTo>
                    <a:pt x="774568" y="1295723"/>
                  </a:lnTo>
                  <a:lnTo>
                    <a:pt x="775821" y="1295553"/>
                  </a:lnTo>
                  <a:lnTo>
                    <a:pt x="777074" y="1295437"/>
                  </a:lnTo>
                  <a:lnTo>
                    <a:pt x="778327" y="1295368"/>
                  </a:lnTo>
                  <a:lnTo>
                    <a:pt x="779581" y="1295358"/>
                  </a:lnTo>
                  <a:lnTo>
                    <a:pt x="780834" y="1295432"/>
                  </a:lnTo>
                  <a:lnTo>
                    <a:pt x="782087" y="1295604"/>
                  </a:lnTo>
                  <a:lnTo>
                    <a:pt x="783340" y="1295872"/>
                  </a:lnTo>
                  <a:lnTo>
                    <a:pt x="784593" y="1296234"/>
                  </a:lnTo>
                  <a:lnTo>
                    <a:pt x="785847" y="1296610"/>
                  </a:lnTo>
                  <a:lnTo>
                    <a:pt x="787100" y="1296957"/>
                  </a:lnTo>
                  <a:lnTo>
                    <a:pt x="788353" y="1297286"/>
                  </a:lnTo>
                  <a:lnTo>
                    <a:pt x="789606" y="1297601"/>
                  </a:lnTo>
                  <a:lnTo>
                    <a:pt x="790860" y="1297874"/>
                  </a:lnTo>
                  <a:lnTo>
                    <a:pt x="792113" y="1298080"/>
                  </a:lnTo>
                  <a:lnTo>
                    <a:pt x="793366" y="1298244"/>
                  </a:lnTo>
                  <a:lnTo>
                    <a:pt x="794619" y="1298384"/>
                  </a:lnTo>
                  <a:lnTo>
                    <a:pt x="795872" y="1298502"/>
                  </a:lnTo>
                  <a:lnTo>
                    <a:pt x="797126" y="1298575"/>
                  </a:lnTo>
                  <a:lnTo>
                    <a:pt x="798379" y="1298589"/>
                  </a:lnTo>
                  <a:lnTo>
                    <a:pt x="799632" y="1298516"/>
                  </a:lnTo>
                  <a:lnTo>
                    <a:pt x="800885" y="1298380"/>
                  </a:lnTo>
                  <a:lnTo>
                    <a:pt x="802138" y="1298204"/>
                  </a:lnTo>
                  <a:lnTo>
                    <a:pt x="803392" y="1297974"/>
                  </a:lnTo>
                  <a:lnTo>
                    <a:pt x="804645" y="1297750"/>
                  </a:lnTo>
                  <a:lnTo>
                    <a:pt x="805898" y="1297552"/>
                  </a:lnTo>
                  <a:lnTo>
                    <a:pt x="807151" y="1297391"/>
                  </a:lnTo>
                  <a:lnTo>
                    <a:pt x="808405" y="1297264"/>
                  </a:lnTo>
                  <a:lnTo>
                    <a:pt x="809658" y="1297212"/>
                  </a:lnTo>
                  <a:lnTo>
                    <a:pt x="810911" y="1297277"/>
                  </a:lnTo>
                  <a:lnTo>
                    <a:pt x="812164" y="1297456"/>
                  </a:lnTo>
                  <a:lnTo>
                    <a:pt x="813417" y="1297717"/>
                  </a:lnTo>
                  <a:lnTo>
                    <a:pt x="814671" y="1298025"/>
                  </a:lnTo>
                  <a:lnTo>
                    <a:pt x="815924" y="1298385"/>
                  </a:lnTo>
                  <a:lnTo>
                    <a:pt x="817177" y="1298785"/>
                  </a:lnTo>
                  <a:lnTo>
                    <a:pt x="818430" y="1299215"/>
                  </a:lnTo>
                  <a:lnTo>
                    <a:pt x="819684" y="1299650"/>
                  </a:lnTo>
                  <a:lnTo>
                    <a:pt x="820937" y="1300053"/>
                  </a:lnTo>
                  <a:lnTo>
                    <a:pt x="822190" y="1300438"/>
                  </a:lnTo>
                  <a:lnTo>
                    <a:pt x="823443" y="1300806"/>
                  </a:lnTo>
                  <a:lnTo>
                    <a:pt x="824696" y="1301141"/>
                  </a:lnTo>
                  <a:lnTo>
                    <a:pt x="825950" y="1301435"/>
                  </a:lnTo>
                  <a:lnTo>
                    <a:pt x="827203" y="1301678"/>
                  </a:lnTo>
                  <a:lnTo>
                    <a:pt x="828456" y="1301822"/>
                  </a:lnTo>
                  <a:lnTo>
                    <a:pt x="829709" y="1301827"/>
                  </a:lnTo>
                  <a:lnTo>
                    <a:pt x="830962" y="1301670"/>
                  </a:lnTo>
                  <a:lnTo>
                    <a:pt x="832216" y="1301378"/>
                  </a:lnTo>
                  <a:lnTo>
                    <a:pt x="833469" y="1300995"/>
                  </a:lnTo>
                  <a:lnTo>
                    <a:pt x="834722" y="1300533"/>
                  </a:lnTo>
                  <a:lnTo>
                    <a:pt x="835975" y="1300019"/>
                  </a:lnTo>
                  <a:lnTo>
                    <a:pt x="837229" y="1299471"/>
                  </a:lnTo>
                  <a:lnTo>
                    <a:pt x="838482" y="1298877"/>
                  </a:lnTo>
                  <a:lnTo>
                    <a:pt x="839735" y="1298249"/>
                  </a:lnTo>
                  <a:lnTo>
                    <a:pt x="840988" y="1297591"/>
                  </a:lnTo>
                  <a:lnTo>
                    <a:pt x="842241" y="1296900"/>
                  </a:lnTo>
                  <a:lnTo>
                    <a:pt x="843495" y="1296176"/>
                  </a:lnTo>
                  <a:lnTo>
                    <a:pt x="844748" y="1295417"/>
                  </a:lnTo>
                  <a:lnTo>
                    <a:pt x="846001" y="1294636"/>
                  </a:lnTo>
                  <a:lnTo>
                    <a:pt x="847254" y="1293845"/>
                  </a:lnTo>
                  <a:lnTo>
                    <a:pt x="848508" y="1293045"/>
                  </a:lnTo>
                  <a:lnTo>
                    <a:pt x="849761" y="1292297"/>
                  </a:lnTo>
                  <a:lnTo>
                    <a:pt x="851014" y="1291598"/>
                  </a:lnTo>
                  <a:lnTo>
                    <a:pt x="852267" y="1290927"/>
                  </a:lnTo>
                  <a:lnTo>
                    <a:pt x="853520" y="1290281"/>
                  </a:lnTo>
                  <a:lnTo>
                    <a:pt x="854774" y="1289681"/>
                  </a:lnTo>
                  <a:lnTo>
                    <a:pt x="856027" y="1289100"/>
                  </a:lnTo>
                  <a:lnTo>
                    <a:pt x="857280" y="1288539"/>
                  </a:lnTo>
                  <a:lnTo>
                    <a:pt x="858533" y="1287958"/>
                  </a:lnTo>
                  <a:lnTo>
                    <a:pt x="859786" y="1287359"/>
                  </a:lnTo>
                  <a:lnTo>
                    <a:pt x="861040" y="1286731"/>
                  </a:lnTo>
                  <a:lnTo>
                    <a:pt x="862293" y="1286076"/>
                  </a:lnTo>
                  <a:lnTo>
                    <a:pt x="863546" y="1285394"/>
                  </a:lnTo>
                  <a:lnTo>
                    <a:pt x="864799" y="1284656"/>
                  </a:lnTo>
                  <a:lnTo>
                    <a:pt x="866053" y="1283885"/>
                  </a:lnTo>
                  <a:lnTo>
                    <a:pt x="867306" y="1283114"/>
                  </a:lnTo>
                  <a:lnTo>
                    <a:pt x="868559" y="1282295"/>
                  </a:lnTo>
                  <a:lnTo>
                    <a:pt x="869812" y="1281404"/>
                  </a:lnTo>
                  <a:lnTo>
                    <a:pt x="871065" y="1280400"/>
                  </a:lnTo>
                  <a:lnTo>
                    <a:pt x="872319" y="1279271"/>
                  </a:lnTo>
                  <a:lnTo>
                    <a:pt x="873572" y="1277967"/>
                  </a:lnTo>
                  <a:lnTo>
                    <a:pt x="874825" y="1276475"/>
                  </a:lnTo>
                  <a:lnTo>
                    <a:pt x="876078" y="1274832"/>
                  </a:lnTo>
                  <a:lnTo>
                    <a:pt x="877332" y="1273112"/>
                  </a:lnTo>
                  <a:lnTo>
                    <a:pt x="878585" y="1271361"/>
                  </a:lnTo>
                  <a:lnTo>
                    <a:pt x="879838" y="1269597"/>
                  </a:lnTo>
                  <a:lnTo>
                    <a:pt x="881091" y="1267818"/>
                  </a:lnTo>
                  <a:lnTo>
                    <a:pt x="882344" y="1266006"/>
                  </a:lnTo>
                  <a:lnTo>
                    <a:pt x="883598" y="1264178"/>
                  </a:lnTo>
                  <a:lnTo>
                    <a:pt x="884851" y="1262324"/>
                  </a:lnTo>
                  <a:lnTo>
                    <a:pt x="886104" y="1260419"/>
                  </a:lnTo>
                  <a:lnTo>
                    <a:pt x="887357" y="1258465"/>
                  </a:lnTo>
                  <a:lnTo>
                    <a:pt x="888610" y="1256480"/>
                  </a:lnTo>
                  <a:lnTo>
                    <a:pt x="889864" y="1254499"/>
                  </a:lnTo>
                  <a:lnTo>
                    <a:pt x="891117" y="1252544"/>
                  </a:lnTo>
                  <a:lnTo>
                    <a:pt x="892370" y="1250653"/>
                  </a:lnTo>
                  <a:lnTo>
                    <a:pt x="893623" y="1248839"/>
                  </a:lnTo>
                  <a:lnTo>
                    <a:pt x="894877" y="1247092"/>
                  </a:lnTo>
                  <a:lnTo>
                    <a:pt x="896130" y="1245372"/>
                  </a:lnTo>
                  <a:lnTo>
                    <a:pt x="897383" y="1243662"/>
                  </a:lnTo>
                  <a:lnTo>
                    <a:pt x="898636" y="1241930"/>
                  </a:lnTo>
                  <a:lnTo>
                    <a:pt x="899889" y="1240155"/>
                  </a:lnTo>
                  <a:lnTo>
                    <a:pt x="901143" y="1238388"/>
                  </a:lnTo>
                  <a:lnTo>
                    <a:pt x="902396" y="1236672"/>
                  </a:lnTo>
                  <a:lnTo>
                    <a:pt x="903649" y="1234998"/>
                  </a:lnTo>
                  <a:lnTo>
                    <a:pt x="904902" y="1233379"/>
                  </a:lnTo>
                  <a:lnTo>
                    <a:pt x="906156" y="1231822"/>
                  </a:lnTo>
                  <a:lnTo>
                    <a:pt x="907409" y="1230316"/>
                  </a:lnTo>
                  <a:lnTo>
                    <a:pt x="908662" y="1228820"/>
                  </a:lnTo>
                  <a:lnTo>
                    <a:pt x="909915" y="1227292"/>
                  </a:lnTo>
                  <a:lnTo>
                    <a:pt x="911168" y="1225772"/>
                  </a:lnTo>
                  <a:lnTo>
                    <a:pt x="912422" y="1224254"/>
                  </a:lnTo>
                  <a:lnTo>
                    <a:pt x="913675" y="1222735"/>
                  </a:lnTo>
                  <a:lnTo>
                    <a:pt x="914928" y="1221233"/>
                  </a:lnTo>
                  <a:lnTo>
                    <a:pt x="916181" y="1219747"/>
                  </a:lnTo>
                  <a:lnTo>
                    <a:pt x="917434" y="1218288"/>
                  </a:lnTo>
                  <a:lnTo>
                    <a:pt x="918688" y="1216862"/>
                  </a:lnTo>
                  <a:lnTo>
                    <a:pt x="919941" y="1215461"/>
                  </a:lnTo>
                  <a:lnTo>
                    <a:pt x="921194" y="1214077"/>
                  </a:lnTo>
                  <a:lnTo>
                    <a:pt x="922447" y="1212736"/>
                  </a:lnTo>
                  <a:lnTo>
                    <a:pt x="923701" y="1211433"/>
                  </a:lnTo>
                  <a:lnTo>
                    <a:pt x="924954" y="1210178"/>
                  </a:lnTo>
                  <a:lnTo>
                    <a:pt x="926207" y="1208978"/>
                  </a:lnTo>
                  <a:lnTo>
                    <a:pt x="927460" y="1207860"/>
                  </a:lnTo>
                  <a:lnTo>
                    <a:pt x="928713" y="1206851"/>
                  </a:lnTo>
                  <a:lnTo>
                    <a:pt x="929967" y="1205882"/>
                  </a:lnTo>
                  <a:lnTo>
                    <a:pt x="931220" y="1204930"/>
                  </a:lnTo>
                  <a:lnTo>
                    <a:pt x="932473" y="1204005"/>
                  </a:lnTo>
                  <a:lnTo>
                    <a:pt x="933726" y="1203149"/>
                  </a:lnTo>
                  <a:lnTo>
                    <a:pt x="934979" y="1202392"/>
                  </a:lnTo>
                  <a:lnTo>
                    <a:pt x="936233" y="1201753"/>
                  </a:lnTo>
                  <a:lnTo>
                    <a:pt x="937486" y="1201274"/>
                  </a:lnTo>
                  <a:lnTo>
                    <a:pt x="938739" y="1200954"/>
                  </a:lnTo>
                  <a:lnTo>
                    <a:pt x="939992" y="1200752"/>
                  </a:lnTo>
                  <a:lnTo>
                    <a:pt x="941246" y="1200633"/>
                  </a:lnTo>
                  <a:lnTo>
                    <a:pt x="942499" y="1200586"/>
                  </a:lnTo>
                  <a:lnTo>
                    <a:pt x="943752" y="1200613"/>
                  </a:lnTo>
                  <a:lnTo>
                    <a:pt x="945005" y="1200732"/>
                  </a:lnTo>
                  <a:lnTo>
                    <a:pt x="946258" y="1200968"/>
                  </a:lnTo>
                  <a:lnTo>
                    <a:pt x="947512" y="1201323"/>
                  </a:lnTo>
                  <a:lnTo>
                    <a:pt x="948765" y="1201835"/>
                  </a:lnTo>
                  <a:lnTo>
                    <a:pt x="950018" y="1202528"/>
                  </a:lnTo>
                  <a:lnTo>
                    <a:pt x="951271" y="1203409"/>
                  </a:lnTo>
                  <a:lnTo>
                    <a:pt x="952525" y="1204455"/>
                  </a:lnTo>
                  <a:lnTo>
                    <a:pt x="953778" y="1205642"/>
                  </a:lnTo>
                  <a:lnTo>
                    <a:pt x="955031" y="1206974"/>
                  </a:lnTo>
                  <a:lnTo>
                    <a:pt x="956284" y="1208453"/>
                  </a:lnTo>
                  <a:lnTo>
                    <a:pt x="957537" y="1210078"/>
                  </a:lnTo>
                  <a:lnTo>
                    <a:pt x="958791" y="1211845"/>
                  </a:lnTo>
                  <a:lnTo>
                    <a:pt x="960044" y="1213747"/>
                  </a:lnTo>
                  <a:lnTo>
                    <a:pt x="961297" y="1215794"/>
                  </a:lnTo>
                  <a:lnTo>
                    <a:pt x="962550" y="1218028"/>
                  </a:lnTo>
                  <a:lnTo>
                    <a:pt x="963803" y="1220436"/>
                  </a:lnTo>
                  <a:lnTo>
                    <a:pt x="965057" y="1222969"/>
                  </a:lnTo>
                  <a:lnTo>
                    <a:pt x="966310" y="1225626"/>
                  </a:lnTo>
                  <a:lnTo>
                    <a:pt x="967563" y="1228392"/>
                  </a:lnTo>
                  <a:lnTo>
                    <a:pt x="968816" y="1231231"/>
                  </a:lnTo>
                  <a:lnTo>
                    <a:pt x="970070" y="1234133"/>
                  </a:lnTo>
                  <a:lnTo>
                    <a:pt x="971323" y="1237114"/>
                  </a:lnTo>
                  <a:lnTo>
                    <a:pt x="972576" y="1240226"/>
                  </a:lnTo>
                  <a:lnTo>
                    <a:pt x="973829" y="1243483"/>
                  </a:lnTo>
                  <a:lnTo>
                    <a:pt x="975082" y="1246842"/>
                  </a:lnTo>
                  <a:lnTo>
                    <a:pt x="976336" y="1250306"/>
                  </a:lnTo>
                  <a:lnTo>
                    <a:pt x="977589" y="1253872"/>
                  </a:lnTo>
                  <a:lnTo>
                    <a:pt x="978842" y="1257547"/>
                  </a:lnTo>
                  <a:lnTo>
                    <a:pt x="980095" y="1261324"/>
                  </a:lnTo>
                  <a:lnTo>
                    <a:pt x="981349" y="1265191"/>
                  </a:lnTo>
                  <a:lnTo>
                    <a:pt x="982602" y="1269138"/>
                  </a:lnTo>
                  <a:lnTo>
                    <a:pt x="983855" y="1273196"/>
                  </a:lnTo>
                  <a:lnTo>
                    <a:pt x="985108" y="1277341"/>
                  </a:lnTo>
                  <a:lnTo>
                    <a:pt x="986361" y="1281575"/>
                  </a:lnTo>
                  <a:lnTo>
                    <a:pt x="987615" y="1285898"/>
                  </a:lnTo>
                  <a:lnTo>
                    <a:pt x="988868" y="1290312"/>
                  </a:lnTo>
                  <a:lnTo>
                    <a:pt x="990121" y="1294801"/>
                  </a:lnTo>
                  <a:lnTo>
                    <a:pt x="991374" y="1299305"/>
                  </a:lnTo>
                  <a:lnTo>
                    <a:pt x="992627" y="1303751"/>
                  </a:lnTo>
                  <a:lnTo>
                    <a:pt x="993881" y="1308164"/>
                  </a:lnTo>
                  <a:lnTo>
                    <a:pt x="995134" y="1312547"/>
                  </a:lnTo>
                  <a:lnTo>
                    <a:pt x="996387" y="1316900"/>
                  </a:lnTo>
                  <a:lnTo>
                    <a:pt x="997640" y="1321193"/>
                  </a:lnTo>
                  <a:lnTo>
                    <a:pt x="998894" y="1325420"/>
                  </a:lnTo>
                  <a:lnTo>
                    <a:pt x="1000147" y="1329546"/>
                  </a:lnTo>
                  <a:lnTo>
                    <a:pt x="1001400" y="1333522"/>
                  </a:lnTo>
                  <a:lnTo>
                    <a:pt x="1002653" y="1337287"/>
                  </a:lnTo>
                  <a:lnTo>
                    <a:pt x="1003906" y="1340836"/>
                  </a:lnTo>
                  <a:lnTo>
                    <a:pt x="1005160" y="1344162"/>
                  </a:lnTo>
                  <a:lnTo>
                    <a:pt x="1006413" y="1347265"/>
                  </a:lnTo>
                  <a:lnTo>
                    <a:pt x="1007666" y="1350145"/>
                  </a:lnTo>
                  <a:lnTo>
                    <a:pt x="1008919" y="1352784"/>
                  </a:lnTo>
                  <a:lnTo>
                    <a:pt x="1010173" y="1355177"/>
                  </a:lnTo>
                  <a:lnTo>
                    <a:pt x="1011426" y="1357331"/>
                  </a:lnTo>
                  <a:lnTo>
                    <a:pt x="1012679" y="1359259"/>
                  </a:lnTo>
                  <a:lnTo>
                    <a:pt x="1013932" y="1360924"/>
                  </a:lnTo>
                  <a:lnTo>
                    <a:pt x="1015185" y="1362284"/>
                  </a:lnTo>
                  <a:lnTo>
                    <a:pt x="1016439" y="1363360"/>
                  </a:lnTo>
                  <a:lnTo>
                    <a:pt x="1017692" y="1364148"/>
                  </a:lnTo>
                  <a:lnTo>
                    <a:pt x="1018945" y="1364633"/>
                  </a:lnTo>
                  <a:lnTo>
                    <a:pt x="1020198" y="1364828"/>
                  </a:lnTo>
                  <a:lnTo>
                    <a:pt x="1021451" y="1364787"/>
                  </a:lnTo>
                  <a:lnTo>
                    <a:pt x="1022705" y="1364546"/>
                  </a:lnTo>
                  <a:lnTo>
                    <a:pt x="1023958" y="1364114"/>
                  </a:lnTo>
                  <a:lnTo>
                    <a:pt x="1025211" y="1363481"/>
                  </a:lnTo>
                  <a:lnTo>
                    <a:pt x="1026464" y="1362624"/>
                  </a:lnTo>
                  <a:lnTo>
                    <a:pt x="1027718" y="1361546"/>
                  </a:lnTo>
                  <a:lnTo>
                    <a:pt x="1028971" y="1360253"/>
                  </a:lnTo>
                  <a:lnTo>
                    <a:pt x="1030224" y="1358754"/>
                  </a:lnTo>
                  <a:lnTo>
                    <a:pt x="1031477" y="1357037"/>
                  </a:lnTo>
                  <a:lnTo>
                    <a:pt x="1032730" y="1355121"/>
                  </a:lnTo>
                  <a:lnTo>
                    <a:pt x="1033984" y="1353061"/>
                  </a:lnTo>
                  <a:lnTo>
                    <a:pt x="1035237" y="1350829"/>
                  </a:lnTo>
                  <a:lnTo>
                    <a:pt x="1036490" y="1348360"/>
                  </a:lnTo>
                  <a:lnTo>
                    <a:pt x="1037743" y="1345669"/>
                  </a:lnTo>
                  <a:lnTo>
                    <a:pt x="1038997" y="1342754"/>
                  </a:lnTo>
                  <a:lnTo>
                    <a:pt x="1040250" y="1339615"/>
                  </a:lnTo>
                  <a:lnTo>
                    <a:pt x="1041503" y="1336248"/>
                  </a:lnTo>
                  <a:lnTo>
                    <a:pt x="1042756" y="1332641"/>
                  </a:lnTo>
                  <a:lnTo>
                    <a:pt x="1044009" y="1328791"/>
                  </a:lnTo>
                  <a:lnTo>
                    <a:pt x="1045263" y="1324693"/>
                  </a:lnTo>
                  <a:lnTo>
                    <a:pt x="1046516" y="1320340"/>
                  </a:lnTo>
                  <a:lnTo>
                    <a:pt x="1047769" y="1315700"/>
                  </a:lnTo>
                  <a:lnTo>
                    <a:pt x="1049022" y="1310765"/>
                  </a:lnTo>
                  <a:lnTo>
                    <a:pt x="1050275" y="1305521"/>
                  </a:lnTo>
                  <a:lnTo>
                    <a:pt x="1051529" y="1299976"/>
                  </a:lnTo>
                  <a:lnTo>
                    <a:pt x="1052782" y="1294129"/>
                  </a:lnTo>
                  <a:lnTo>
                    <a:pt x="1054035" y="1288005"/>
                  </a:lnTo>
                  <a:lnTo>
                    <a:pt x="1055288" y="1281705"/>
                  </a:lnTo>
                  <a:lnTo>
                    <a:pt x="1056542" y="1275296"/>
                  </a:lnTo>
                  <a:lnTo>
                    <a:pt x="1057795" y="1268811"/>
                  </a:lnTo>
                  <a:lnTo>
                    <a:pt x="1059048" y="1262250"/>
                  </a:lnTo>
                  <a:lnTo>
                    <a:pt x="1060301" y="1255612"/>
                  </a:lnTo>
                  <a:lnTo>
                    <a:pt x="1061554" y="1248907"/>
                  </a:lnTo>
                  <a:lnTo>
                    <a:pt x="1062808" y="1242135"/>
                  </a:lnTo>
                  <a:lnTo>
                    <a:pt x="1064061" y="1235334"/>
                  </a:lnTo>
                  <a:lnTo>
                    <a:pt x="1065314" y="1228589"/>
                  </a:lnTo>
                  <a:lnTo>
                    <a:pt x="1066567" y="1222015"/>
                  </a:lnTo>
                  <a:lnTo>
                    <a:pt x="1067821" y="1215640"/>
                  </a:lnTo>
                  <a:lnTo>
                    <a:pt x="1069074" y="1209506"/>
                  </a:lnTo>
                  <a:lnTo>
                    <a:pt x="1070327" y="1203624"/>
                  </a:lnTo>
                  <a:lnTo>
                    <a:pt x="1071580" y="1197993"/>
                  </a:lnTo>
                  <a:lnTo>
                    <a:pt x="1072833" y="1192612"/>
                  </a:lnTo>
                  <a:lnTo>
                    <a:pt x="1074087" y="1187453"/>
                  </a:lnTo>
                  <a:lnTo>
                    <a:pt x="1075340" y="1182451"/>
                  </a:lnTo>
                  <a:lnTo>
                    <a:pt x="1076593" y="1177604"/>
                  </a:lnTo>
                  <a:lnTo>
                    <a:pt x="1077846" y="1172971"/>
                  </a:lnTo>
                  <a:lnTo>
                    <a:pt x="1079099" y="1168586"/>
                  </a:lnTo>
                  <a:lnTo>
                    <a:pt x="1080353" y="1164450"/>
                  </a:lnTo>
                  <a:lnTo>
                    <a:pt x="1081606" y="1160573"/>
                  </a:lnTo>
                  <a:lnTo>
                    <a:pt x="1082859" y="1156947"/>
                  </a:lnTo>
                  <a:lnTo>
                    <a:pt x="1084112" y="1153526"/>
                  </a:lnTo>
                  <a:lnTo>
                    <a:pt x="1085366" y="1150233"/>
                  </a:lnTo>
                  <a:lnTo>
                    <a:pt x="1086619" y="1147026"/>
                  </a:lnTo>
                  <a:lnTo>
                    <a:pt x="1087872" y="1143903"/>
                  </a:lnTo>
                  <a:lnTo>
                    <a:pt x="1089125" y="1140864"/>
                  </a:lnTo>
                  <a:lnTo>
                    <a:pt x="1090378" y="1137910"/>
                  </a:lnTo>
                  <a:lnTo>
                    <a:pt x="1091632" y="1135043"/>
                  </a:lnTo>
                  <a:lnTo>
                    <a:pt x="1092885" y="1132273"/>
                  </a:lnTo>
                  <a:lnTo>
                    <a:pt x="1094138" y="1129624"/>
                  </a:lnTo>
                  <a:lnTo>
                    <a:pt x="1095391" y="1127087"/>
                  </a:lnTo>
                  <a:lnTo>
                    <a:pt x="1096644" y="1124608"/>
                  </a:lnTo>
                  <a:lnTo>
                    <a:pt x="1097898" y="1122136"/>
                  </a:lnTo>
                  <a:lnTo>
                    <a:pt x="1099151" y="1119721"/>
                  </a:lnTo>
                  <a:lnTo>
                    <a:pt x="1100404" y="1117408"/>
                  </a:lnTo>
                  <a:lnTo>
                    <a:pt x="1101657" y="1115216"/>
                  </a:lnTo>
                  <a:lnTo>
                    <a:pt x="1102911" y="1113142"/>
                  </a:lnTo>
                  <a:lnTo>
                    <a:pt x="1104164" y="1111186"/>
                  </a:lnTo>
                  <a:lnTo>
                    <a:pt x="1105417" y="1109380"/>
                  </a:lnTo>
                  <a:lnTo>
                    <a:pt x="1106670" y="1107725"/>
                  </a:lnTo>
                  <a:lnTo>
                    <a:pt x="1107923" y="1106228"/>
                  </a:lnTo>
                  <a:lnTo>
                    <a:pt x="1109177" y="1104902"/>
                  </a:lnTo>
                  <a:lnTo>
                    <a:pt x="1110430" y="1103798"/>
                  </a:lnTo>
                  <a:lnTo>
                    <a:pt x="1111683" y="1102957"/>
                  </a:lnTo>
                  <a:lnTo>
                    <a:pt x="1112936" y="1102422"/>
                  </a:lnTo>
                  <a:lnTo>
                    <a:pt x="1114190" y="1102203"/>
                  </a:lnTo>
                  <a:lnTo>
                    <a:pt x="1115443" y="1102286"/>
                  </a:lnTo>
                  <a:lnTo>
                    <a:pt x="1116696" y="1102663"/>
                  </a:lnTo>
                  <a:lnTo>
                    <a:pt x="1117949" y="1103302"/>
                  </a:lnTo>
                  <a:lnTo>
                    <a:pt x="1119202" y="1104142"/>
                  </a:lnTo>
                  <a:lnTo>
                    <a:pt x="1120456" y="1105149"/>
                  </a:lnTo>
                  <a:lnTo>
                    <a:pt x="1121709" y="1106326"/>
                  </a:lnTo>
                  <a:lnTo>
                    <a:pt x="1122962" y="1107657"/>
                  </a:lnTo>
                  <a:lnTo>
                    <a:pt x="1124215" y="1109129"/>
                  </a:lnTo>
                  <a:lnTo>
                    <a:pt x="1125468" y="1110754"/>
                  </a:lnTo>
                  <a:lnTo>
                    <a:pt x="1126722" y="1112553"/>
                  </a:lnTo>
                  <a:lnTo>
                    <a:pt x="1127975" y="1114531"/>
                  </a:lnTo>
                  <a:lnTo>
                    <a:pt x="1129228" y="1116578"/>
                  </a:lnTo>
                  <a:lnTo>
                    <a:pt x="1130481" y="1118629"/>
                  </a:lnTo>
                  <a:lnTo>
                    <a:pt x="1131735" y="1120583"/>
                  </a:lnTo>
                  <a:lnTo>
                    <a:pt x="1132988" y="1122366"/>
                  </a:lnTo>
                  <a:lnTo>
                    <a:pt x="1134241" y="1123970"/>
                  </a:lnTo>
                  <a:lnTo>
                    <a:pt x="1135494" y="1125409"/>
                  </a:lnTo>
                  <a:lnTo>
                    <a:pt x="1136747" y="1126687"/>
                  </a:lnTo>
                  <a:lnTo>
                    <a:pt x="1138001" y="1127837"/>
                  </a:lnTo>
                  <a:lnTo>
                    <a:pt x="1139254" y="1128902"/>
                  </a:lnTo>
                  <a:lnTo>
                    <a:pt x="1140507" y="1129861"/>
                  </a:lnTo>
                  <a:lnTo>
                    <a:pt x="1141760" y="1130681"/>
                  </a:lnTo>
                  <a:lnTo>
                    <a:pt x="1143014" y="1131325"/>
                  </a:lnTo>
                  <a:lnTo>
                    <a:pt x="1144267" y="1131784"/>
                  </a:lnTo>
                  <a:lnTo>
                    <a:pt x="1145520" y="1132044"/>
                  </a:lnTo>
                  <a:lnTo>
                    <a:pt x="1146773" y="1132096"/>
                  </a:lnTo>
                  <a:lnTo>
                    <a:pt x="1148026" y="1131980"/>
                  </a:lnTo>
                  <a:lnTo>
                    <a:pt x="1149280" y="1131737"/>
                  </a:lnTo>
                  <a:lnTo>
                    <a:pt x="1150533" y="1131428"/>
                  </a:lnTo>
                  <a:lnTo>
                    <a:pt x="1151786" y="1131089"/>
                  </a:lnTo>
                  <a:lnTo>
                    <a:pt x="1153039" y="1130732"/>
                  </a:lnTo>
                  <a:lnTo>
                    <a:pt x="1154292" y="1130343"/>
                  </a:lnTo>
                  <a:lnTo>
                    <a:pt x="1155546" y="1129908"/>
                  </a:lnTo>
                  <a:lnTo>
                    <a:pt x="1156799" y="1129438"/>
                  </a:lnTo>
                  <a:lnTo>
                    <a:pt x="1158052" y="1128940"/>
                  </a:lnTo>
                  <a:lnTo>
                    <a:pt x="1159305" y="1128450"/>
                  </a:lnTo>
                  <a:lnTo>
                    <a:pt x="1160559" y="1128050"/>
                  </a:lnTo>
                  <a:lnTo>
                    <a:pt x="1161812" y="1127808"/>
                  </a:lnTo>
                  <a:lnTo>
                    <a:pt x="1163065" y="1127688"/>
                  </a:lnTo>
                  <a:lnTo>
                    <a:pt x="1164318" y="1127669"/>
                  </a:lnTo>
                  <a:lnTo>
                    <a:pt x="1165571" y="1127736"/>
                  </a:lnTo>
                  <a:lnTo>
                    <a:pt x="1166825" y="1127888"/>
                  </a:lnTo>
                  <a:lnTo>
                    <a:pt x="1168078" y="1128106"/>
                  </a:lnTo>
                  <a:lnTo>
                    <a:pt x="1169331" y="1128379"/>
                  </a:lnTo>
                  <a:lnTo>
                    <a:pt x="1170584" y="1128728"/>
                  </a:lnTo>
                  <a:lnTo>
                    <a:pt x="1171838" y="1129169"/>
                  </a:lnTo>
                  <a:lnTo>
                    <a:pt x="1173091" y="1129720"/>
                  </a:lnTo>
                  <a:lnTo>
                    <a:pt x="1174344" y="1130361"/>
                  </a:lnTo>
                  <a:lnTo>
                    <a:pt x="1175597" y="1131065"/>
                  </a:lnTo>
                  <a:lnTo>
                    <a:pt x="1176850" y="1131790"/>
                  </a:lnTo>
                  <a:lnTo>
                    <a:pt x="1178104" y="1132546"/>
                  </a:lnTo>
                  <a:lnTo>
                    <a:pt x="1179357" y="1133313"/>
                  </a:lnTo>
                  <a:lnTo>
                    <a:pt x="1180610" y="1134089"/>
                  </a:lnTo>
                  <a:lnTo>
                    <a:pt x="1181863" y="1134894"/>
                  </a:lnTo>
                  <a:lnTo>
                    <a:pt x="1183116" y="1135728"/>
                  </a:lnTo>
                  <a:lnTo>
                    <a:pt x="1184370" y="1136590"/>
                  </a:lnTo>
                  <a:lnTo>
                    <a:pt x="1185623" y="1137494"/>
                  </a:lnTo>
                  <a:lnTo>
                    <a:pt x="1186876" y="1138461"/>
                  </a:lnTo>
                  <a:lnTo>
                    <a:pt x="1188129" y="1139480"/>
                  </a:lnTo>
                  <a:lnTo>
                    <a:pt x="1189383" y="1140522"/>
                  </a:lnTo>
                  <a:lnTo>
                    <a:pt x="1190636" y="1141548"/>
                  </a:lnTo>
                  <a:lnTo>
                    <a:pt x="1191889" y="1142552"/>
                  </a:lnTo>
                  <a:lnTo>
                    <a:pt x="1193142" y="1143567"/>
                  </a:lnTo>
                  <a:lnTo>
                    <a:pt x="1194395" y="1144653"/>
                  </a:lnTo>
                  <a:lnTo>
                    <a:pt x="1195649" y="1145915"/>
                  </a:lnTo>
                  <a:lnTo>
                    <a:pt x="1196902" y="1147365"/>
                  </a:lnTo>
                  <a:lnTo>
                    <a:pt x="1198155" y="1148994"/>
                  </a:lnTo>
                  <a:lnTo>
                    <a:pt x="1199408" y="1150803"/>
                  </a:lnTo>
                  <a:lnTo>
                    <a:pt x="1200662" y="1152803"/>
                  </a:lnTo>
                  <a:lnTo>
                    <a:pt x="1201915" y="1154991"/>
                  </a:lnTo>
                  <a:lnTo>
                    <a:pt x="1203168" y="1157365"/>
                  </a:lnTo>
                  <a:lnTo>
                    <a:pt x="1204421" y="1159924"/>
                  </a:lnTo>
                  <a:lnTo>
                    <a:pt x="1205674" y="1162699"/>
                  </a:lnTo>
                  <a:lnTo>
                    <a:pt x="1206928" y="1165730"/>
                  </a:lnTo>
                  <a:lnTo>
                    <a:pt x="1208181" y="1169026"/>
                  </a:lnTo>
                  <a:lnTo>
                    <a:pt x="1209434" y="1172590"/>
                  </a:lnTo>
                  <a:lnTo>
                    <a:pt x="1210687" y="1176439"/>
                  </a:lnTo>
                  <a:lnTo>
                    <a:pt x="1211940" y="1180573"/>
                  </a:lnTo>
                  <a:lnTo>
                    <a:pt x="1213194" y="1184937"/>
                  </a:lnTo>
                  <a:lnTo>
                    <a:pt x="1214447" y="1189460"/>
                  </a:lnTo>
                  <a:lnTo>
                    <a:pt x="1215700" y="1194115"/>
                  </a:lnTo>
                  <a:lnTo>
                    <a:pt x="1216953" y="1198919"/>
                  </a:lnTo>
                  <a:lnTo>
                    <a:pt x="1218207" y="1203889"/>
                  </a:lnTo>
                  <a:lnTo>
                    <a:pt x="1219460" y="1209018"/>
                  </a:lnTo>
                  <a:lnTo>
                    <a:pt x="1220713" y="1214284"/>
                  </a:lnTo>
                  <a:lnTo>
                    <a:pt x="1221966" y="1219661"/>
                  </a:lnTo>
                  <a:lnTo>
                    <a:pt x="1223219" y="1225129"/>
                  </a:lnTo>
                  <a:lnTo>
                    <a:pt x="1224473" y="1230595"/>
                  </a:lnTo>
                  <a:lnTo>
                    <a:pt x="1225726" y="1235991"/>
                  </a:lnTo>
                  <a:lnTo>
                    <a:pt x="1226979" y="1241310"/>
                  </a:lnTo>
                  <a:lnTo>
                    <a:pt x="1228232" y="1246569"/>
                  </a:lnTo>
                  <a:lnTo>
                    <a:pt x="1229486" y="1251768"/>
                  </a:lnTo>
                  <a:lnTo>
                    <a:pt x="1230739" y="1256906"/>
                  </a:lnTo>
                  <a:lnTo>
                    <a:pt x="1231992" y="1262004"/>
                  </a:lnTo>
                  <a:lnTo>
                    <a:pt x="1233245" y="1267039"/>
                  </a:lnTo>
                  <a:lnTo>
                    <a:pt x="1234498" y="1271999"/>
                  </a:lnTo>
                  <a:lnTo>
                    <a:pt x="1235752" y="1276849"/>
                  </a:lnTo>
                  <a:lnTo>
                    <a:pt x="1237005" y="1281553"/>
                  </a:lnTo>
                  <a:lnTo>
                    <a:pt x="1238258" y="1286098"/>
                  </a:lnTo>
                  <a:lnTo>
                    <a:pt x="1239511" y="1290505"/>
                  </a:lnTo>
                  <a:lnTo>
                    <a:pt x="1240764" y="1294780"/>
                  </a:lnTo>
                  <a:lnTo>
                    <a:pt x="1242018" y="1298938"/>
                  </a:lnTo>
                  <a:lnTo>
                    <a:pt x="1243271" y="1303019"/>
                  </a:lnTo>
                  <a:lnTo>
                    <a:pt x="1244524" y="1307033"/>
                  </a:lnTo>
                  <a:lnTo>
                    <a:pt x="1245777" y="1310986"/>
                  </a:lnTo>
                  <a:lnTo>
                    <a:pt x="1247031" y="1314880"/>
                  </a:lnTo>
                  <a:lnTo>
                    <a:pt x="1248284" y="1318715"/>
                  </a:lnTo>
                  <a:lnTo>
                    <a:pt x="1249537" y="1322477"/>
                  </a:lnTo>
                  <a:lnTo>
                    <a:pt x="1250790" y="1326163"/>
                  </a:lnTo>
                  <a:lnTo>
                    <a:pt x="1252043" y="1329795"/>
                  </a:lnTo>
                  <a:lnTo>
                    <a:pt x="1253297" y="1333387"/>
                  </a:lnTo>
                  <a:lnTo>
                    <a:pt x="1254550" y="1336956"/>
                  </a:lnTo>
                  <a:lnTo>
                    <a:pt x="1255803" y="1340502"/>
                  </a:lnTo>
                  <a:lnTo>
                    <a:pt x="1257056" y="1344027"/>
                  </a:lnTo>
                  <a:lnTo>
                    <a:pt x="1258309" y="1347487"/>
                  </a:lnTo>
                  <a:lnTo>
                    <a:pt x="1259563" y="1350881"/>
                  </a:lnTo>
                  <a:lnTo>
                    <a:pt x="1260816" y="1354221"/>
                  </a:lnTo>
                  <a:lnTo>
                    <a:pt x="1262069" y="1357503"/>
                  </a:lnTo>
                  <a:lnTo>
                    <a:pt x="1263322" y="1360714"/>
                  </a:lnTo>
                  <a:lnTo>
                    <a:pt x="1264576" y="1363839"/>
                  </a:lnTo>
                  <a:lnTo>
                    <a:pt x="1265829" y="1366878"/>
                  </a:lnTo>
                  <a:lnTo>
                    <a:pt x="1267082" y="1369830"/>
                  </a:lnTo>
                  <a:lnTo>
                    <a:pt x="1268335" y="1372700"/>
                  </a:lnTo>
                  <a:lnTo>
                    <a:pt x="1269588" y="1375450"/>
                  </a:lnTo>
                  <a:lnTo>
                    <a:pt x="1270842" y="1378079"/>
                  </a:lnTo>
                  <a:lnTo>
                    <a:pt x="1272095" y="1380587"/>
                  </a:lnTo>
                  <a:lnTo>
                    <a:pt x="1273348" y="1382974"/>
                  </a:lnTo>
                  <a:lnTo>
                    <a:pt x="1274601" y="1385239"/>
                  </a:lnTo>
                  <a:lnTo>
                    <a:pt x="1275855" y="1387383"/>
                  </a:lnTo>
                  <a:lnTo>
                    <a:pt x="1277108" y="1389436"/>
                  </a:lnTo>
                  <a:lnTo>
                    <a:pt x="1278361" y="1391415"/>
                  </a:lnTo>
                  <a:lnTo>
                    <a:pt x="1279614" y="1393298"/>
                  </a:lnTo>
                  <a:lnTo>
                    <a:pt x="1280867" y="1395052"/>
                  </a:lnTo>
                  <a:lnTo>
                    <a:pt x="1282121" y="1396677"/>
                  </a:lnTo>
                  <a:lnTo>
                    <a:pt x="1283374" y="1398191"/>
                  </a:lnTo>
                  <a:lnTo>
                    <a:pt x="1284627" y="1399594"/>
                  </a:lnTo>
                  <a:lnTo>
                    <a:pt x="1285880" y="1400885"/>
                  </a:lnTo>
                  <a:lnTo>
                    <a:pt x="1287133" y="1402078"/>
                  </a:lnTo>
                  <a:lnTo>
                    <a:pt x="1288387" y="1403237"/>
                  </a:lnTo>
                  <a:lnTo>
                    <a:pt x="1289640" y="1404365"/>
                  </a:lnTo>
                  <a:lnTo>
                    <a:pt x="1290893" y="1405468"/>
                  </a:lnTo>
                  <a:lnTo>
                    <a:pt x="1292146" y="1406545"/>
                  </a:lnTo>
                  <a:lnTo>
                    <a:pt x="1293400" y="1407593"/>
                  </a:lnTo>
                  <a:lnTo>
                    <a:pt x="1294653" y="1408615"/>
                  </a:lnTo>
                  <a:lnTo>
                    <a:pt x="1295906" y="1409612"/>
                  </a:lnTo>
                  <a:lnTo>
                    <a:pt x="1297159" y="1410582"/>
                  </a:lnTo>
                  <a:lnTo>
                    <a:pt x="1298412" y="1411530"/>
                  </a:lnTo>
                  <a:lnTo>
                    <a:pt x="1299666" y="1412475"/>
                  </a:lnTo>
                  <a:lnTo>
                    <a:pt x="1300919" y="1413430"/>
                  </a:lnTo>
                  <a:lnTo>
                    <a:pt x="1302172" y="1414395"/>
                  </a:lnTo>
                  <a:lnTo>
                    <a:pt x="1303425" y="1415370"/>
                  </a:lnTo>
                  <a:lnTo>
                    <a:pt x="1304679" y="1416357"/>
                  </a:lnTo>
                  <a:lnTo>
                    <a:pt x="1305932" y="1417331"/>
                  </a:lnTo>
                  <a:lnTo>
                    <a:pt x="1307185" y="1418281"/>
                  </a:lnTo>
                  <a:lnTo>
                    <a:pt x="1308438" y="1419205"/>
                  </a:lnTo>
                  <a:lnTo>
                    <a:pt x="1309691" y="1420101"/>
                  </a:lnTo>
                  <a:lnTo>
                    <a:pt x="1310945" y="1420969"/>
                  </a:lnTo>
                  <a:lnTo>
                    <a:pt x="1312198" y="1421808"/>
                  </a:lnTo>
                  <a:lnTo>
                    <a:pt x="1313451" y="1422618"/>
                  </a:lnTo>
                  <a:lnTo>
                    <a:pt x="1314704" y="1423398"/>
                  </a:lnTo>
                  <a:lnTo>
                    <a:pt x="1315957" y="1424147"/>
                  </a:lnTo>
                  <a:lnTo>
                    <a:pt x="1317211" y="1424862"/>
                  </a:lnTo>
                  <a:lnTo>
                    <a:pt x="1318464" y="1425544"/>
                  </a:lnTo>
                  <a:lnTo>
                    <a:pt x="1319717" y="1426192"/>
                  </a:lnTo>
                  <a:lnTo>
                    <a:pt x="1320970" y="1426806"/>
                  </a:lnTo>
                  <a:lnTo>
                    <a:pt x="1322224" y="1427387"/>
                  </a:lnTo>
                  <a:lnTo>
                    <a:pt x="1323477" y="1427915"/>
                  </a:lnTo>
                  <a:lnTo>
                    <a:pt x="1324730" y="1428398"/>
                  </a:lnTo>
                  <a:lnTo>
                    <a:pt x="1325983" y="1428846"/>
                  </a:lnTo>
                  <a:lnTo>
                    <a:pt x="1327236" y="1429257"/>
                  </a:lnTo>
                  <a:lnTo>
                    <a:pt x="1328490" y="1429633"/>
                  </a:lnTo>
                  <a:lnTo>
                    <a:pt x="1329743" y="1429973"/>
                  </a:lnTo>
                  <a:lnTo>
                    <a:pt x="1330996" y="1430277"/>
                  </a:lnTo>
                  <a:lnTo>
                    <a:pt x="1332249" y="1430545"/>
                  </a:lnTo>
                  <a:lnTo>
                    <a:pt x="1333503" y="1430777"/>
                  </a:lnTo>
                  <a:lnTo>
                    <a:pt x="1334756" y="1430973"/>
                  </a:lnTo>
                  <a:lnTo>
                    <a:pt x="1336009" y="1431134"/>
                  </a:lnTo>
                  <a:lnTo>
                    <a:pt x="1337262" y="1431258"/>
                  </a:lnTo>
                  <a:lnTo>
                    <a:pt x="1338515" y="1431347"/>
                  </a:lnTo>
                  <a:lnTo>
                    <a:pt x="1339769" y="1431400"/>
                  </a:lnTo>
                  <a:lnTo>
                    <a:pt x="1341022" y="1431417"/>
                  </a:lnTo>
                  <a:lnTo>
                    <a:pt x="1342275" y="1431417"/>
                  </a:lnTo>
                  <a:lnTo>
                    <a:pt x="1343528" y="1431417"/>
                  </a:lnTo>
                  <a:lnTo>
                    <a:pt x="1344781" y="1431417"/>
                  </a:lnTo>
                  <a:lnTo>
                    <a:pt x="1346035" y="1431417"/>
                  </a:lnTo>
                  <a:lnTo>
                    <a:pt x="1347288" y="1431417"/>
                  </a:lnTo>
                  <a:lnTo>
                    <a:pt x="1348541" y="1431417"/>
                  </a:lnTo>
                  <a:lnTo>
                    <a:pt x="1349794" y="1431417"/>
                  </a:lnTo>
                  <a:lnTo>
                    <a:pt x="1351048" y="1431417"/>
                  </a:lnTo>
                  <a:lnTo>
                    <a:pt x="1352301" y="1431417"/>
                  </a:lnTo>
                  <a:lnTo>
                    <a:pt x="1353554" y="1431417"/>
                  </a:lnTo>
                  <a:lnTo>
                    <a:pt x="1354807" y="1431417"/>
                  </a:lnTo>
                  <a:lnTo>
                    <a:pt x="1356060" y="1431417"/>
                  </a:lnTo>
                  <a:lnTo>
                    <a:pt x="1357314" y="1431417"/>
                  </a:lnTo>
                  <a:lnTo>
                    <a:pt x="1358567" y="1431417"/>
                  </a:lnTo>
                  <a:lnTo>
                    <a:pt x="1359820" y="1431417"/>
                  </a:lnTo>
                  <a:lnTo>
                    <a:pt x="1361073" y="1431417"/>
                  </a:lnTo>
                  <a:lnTo>
                    <a:pt x="1362327" y="1431417"/>
                  </a:lnTo>
                  <a:lnTo>
                    <a:pt x="1363580" y="1431417"/>
                  </a:lnTo>
                  <a:lnTo>
                    <a:pt x="1364833" y="1431417"/>
                  </a:lnTo>
                  <a:lnTo>
                    <a:pt x="1366086" y="1431417"/>
                  </a:lnTo>
                  <a:lnTo>
                    <a:pt x="1367339" y="1431417"/>
                  </a:lnTo>
                  <a:lnTo>
                    <a:pt x="1368593" y="1431417"/>
                  </a:lnTo>
                  <a:lnTo>
                    <a:pt x="1369846" y="1431417"/>
                  </a:lnTo>
                  <a:lnTo>
                    <a:pt x="1371099" y="1431417"/>
                  </a:lnTo>
                  <a:lnTo>
                    <a:pt x="1372352" y="1431417"/>
                  </a:lnTo>
                  <a:lnTo>
                    <a:pt x="1373605" y="1431417"/>
                  </a:lnTo>
                  <a:lnTo>
                    <a:pt x="1374859" y="1431417"/>
                  </a:lnTo>
                  <a:lnTo>
                    <a:pt x="1376112" y="1431417"/>
                  </a:lnTo>
                  <a:lnTo>
                    <a:pt x="1377365" y="1431417"/>
                  </a:lnTo>
                  <a:lnTo>
                    <a:pt x="1378618" y="1431417"/>
                  </a:lnTo>
                  <a:lnTo>
                    <a:pt x="1379872" y="1431417"/>
                  </a:lnTo>
                  <a:lnTo>
                    <a:pt x="1381125" y="1431417"/>
                  </a:lnTo>
                  <a:lnTo>
                    <a:pt x="1382378" y="1431417"/>
                  </a:lnTo>
                  <a:lnTo>
                    <a:pt x="1383631" y="1431417"/>
                  </a:lnTo>
                  <a:lnTo>
                    <a:pt x="1384884" y="1431417"/>
                  </a:lnTo>
                  <a:lnTo>
                    <a:pt x="1386138" y="1431417"/>
                  </a:lnTo>
                  <a:lnTo>
                    <a:pt x="1387391" y="1431417"/>
                  </a:lnTo>
                  <a:lnTo>
                    <a:pt x="1388644" y="1431417"/>
                  </a:lnTo>
                  <a:lnTo>
                    <a:pt x="1389897" y="1431417"/>
                  </a:lnTo>
                  <a:lnTo>
                    <a:pt x="1391151" y="1431417"/>
                  </a:lnTo>
                  <a:lnTo>
                    <a:pt x="1392404" y="1431417"/>
                  </a:lnTo>
                  <a:lnTo>
                    <a:pt x="1393657" y="1431417"/>
                  </a:lnTo>
                  <a:lnTo>
                    <a:pt x="1394910" y="1431417"/>
                  </a:lnTo>
                  <a:lnTo>
                    <a:pt x="1396163" y="1431417"/>
                  </a:lnTo>
                  <a:lnTo>
                    <a:pt x="1397417" y="1431417"/>
                  </a:lnTo>
                  <a:lnTo>
                    <a:pt x="1398670" y="1431417"/>
                  </a:lnTo>
                  <a:lnTo>
                    <a:pt x="1399923" y="1431417"/>
                  </a:lnTo>
                  <a:lnTo>
                    <a:pt x="1401176" y="1431417"/>
                  </a:lnTo>
                  <a:lnTo>
                    <a:pt x="1402429" y="1431417"/>
                  </a:lnTo>
                  <a:lnTo>
                    <a:pt x="1403683" y="1431417"/>
                  </a:lnTo>
                  <a:lnTo>
                    <a:pt x="1404936" y="1431417"/>
                  </a:lnTo>
                  <a:lnTo>
                    <a:pt x="1406189" y="1431417"/>
                  </a:lnTo>
                  <a:lnTo>
                    <a:pt x="1407442" y="1431417"/>
                  </a:lnTo>
                  <a:lnTo>
                    <a:pt x="1408696" y="1431417"/>
                  </a:lnTo>
                  <a:lnTo>
                    <a:pt x="1409949" y="1431417"/>
                  </a:lnTo>
                  <a:lnTo>
                    <a:pt x="1411202" y="1431417"/>
                  </a:lnTo>
                  <a:lnTo>
                    <a:pt x="1412455" y="1431417"/>
                  </a:lnTo>
                  <a:lnTo>
                    <a:pt x="1413708" y="1431417"/>
                  </a:lnTo>
                  <a:lnTo>
                    <a:pt x="1414962" y="1431417"/>
                  </a:lnTo>
                  <a:lnTo>
                    <a:pt x="1416215" y="1431417"/>
                  </a:lnTo>
                  <a:lnTo>
                    <a:pt x="1417468" y="1431417"/>
                  </a:lnTo>
                  <a:lnTo>
                    <a:pt x="1418721" y="1431417"/>
                  </a:lnTo>
                  <a:lnTo>
                    <a:pt x="1419974" y="1431417"/>
                  </a:lnTo>
                  <a:lnTo>
                    <a:pt x="1421228" y="1431417"/>
                  </a:lnTo>
                  <a:lnTo>
                    <a:pt x="1422481" y="1431417"/>
                  </a:lnTo>
                  <a:lnTo>
                    <a:pt x="1423734" y="1431417"/>
                  </a:lnTo>
                  <a:lnTo>
                    <a:pt x="1424987" y="1431417"/>
                  </a:lnTo>
                  <a:lnTo>
                    <a:pt x="1426241" y="1431417"/>
                  </a:lnTo>
                  <a:lnTo>
                    <a:pt x="1427494" y="1431417"/>
                  </a:lnTo>
                  <a:lnTo>
                    <a:pt x="1428747" y="1431417"/>
                  </a:lnTo>
                  <a:lnTo>
                    <a:pt x="1430000" y="1431417"/>
                  </a:lnTo>
                  <a:lnTo>
                    <a:pt x="1431253" y="1431417"/>
                  </a:lnTo>
                  <a:lnTo>
                    <a:pt x="1432507" y="1431417"/>
                  </a:lnTo>
                  <a:lnTo>
                    <a:pt x="1433760" y="1431417"/>
                  </a:lnTo>
                  <a:lnTo>
                    <a:pt x="1435013" y="1431417"/>
                  </a:lnTo>
                  <a:lnTo>
                    <a:pt x="1436266" y="1431403"/>
                  </a:lnTo>
                  <a:lnTo>
                    <a:pt x="1437520" y="1431354"/>
                  </a:lnTo>
                  <a:lnTo>
                    <a:pt x="1438773" y="1431271"/>
                  </a:lnTo>
                  <a:lnTo>
                    <a:pt x="1440026" y="1431154"/>
                  </a:lnTo>
                  <a:lnTo>
                    <a:pt x="1441279" y="1431003"/>
                  </a:lnTo>
                  <a:lnTo>
                    <a:pt x="1442532" y="1430820"/>
                  </a:lnTo>
                  <a:lnTo>
                    <a:pt x="1443786" y="1430596"/>
                  </a:lnTo>
                  <a:lnTo>
                    <a:pt x="1445039" y="1430309"/>
                  </a:lnTo>
                  <a:lnTo>
                    <a:pt x="1446292" y="1429959"/>
                  </a:lnTo>
                  <a:lnTo>
                    <a:pt x="1447545" y="1429548"/>
                  </a:lnTo>
                  <a:lnTo>
                    <a:pt x="1448798" y="1429075"/>
                  </a:lnTo>
                  <a:lnTo>
                    <a:pt x="1450052" y="1428543"/>
                  </a:lnTo>
                  <a:lnTo>
                    <a:pt x="1451305" y="1427954"/>
                  </a:lnTo>
                  <a:lnTo>
                    <a:pt x="1452558" y="1427311"/>
                  </a:lnTo>
                  <a:lnTo>
                    <a:pt x="1453811" y="1426606"/>
                  </a:lnTo>
                  <a:lnTo>
                    <a:pt x="1455065" y="1425831"/>
                  </a:lnTo>
                  <a:lnTo>
                    <a:pt x="1456318" y="1424998"/>
                  </a:lnTo>
                  <a:lnTo>
                    <a:pt x="1457571" y="1424086"/>
                  </a:lnTo>
                  <a:lnTo>
                    <a:pt x="1458824" y="1423044"/>
                  </a:lnTo>
                  <a:lnTo>
                    <a:pt x="1460077" y="1421860"/>
                  </a:lnTo>
                  <a:lnTo>
                    <a:pt x="1461331" y="1420536"/>
                  </a:lnTo>
                  <a:lnTo>
                    <a:pt x="1462584" y="1419083"/>
                  </a:lnTo>
                  <a:lnTo>
                    <a:pt x="1463837" y="1417509"/>
                  </a:lnTo>
                  <a:lnTo>
                    <a:pt x="1465090" y="1415805"/>
                  </a:lnTo>
                  <a:lnTo>
                    <a:pt x="1466344" y="1413971"/>
                  </a:lnTo>
                  <a:lnTo>
                    <a:pt x="1467597" y="1412005"/>
                  </a:lnTo>
                  <a:lnTo>
                    <a:pt x="1468850" y="1409869"/>
                  </a:lnTo>
                  <a:lnTo>
                    <a:pt x="1470103" y="1407551"/>
                  </a:lnTo>
                  <a:lnTo>
                    <a:pt x="1471356" y="1405047"/>
                  </a:lnTo>
                  <a:lnTo>
                    <a:pt x="1472610" y="1402363"/>
                  </a:lnTo>
                  <a:lnTo>
                    <a:pt x="1473863" y="1399509"/>
                  </a:lnTo>
                  <a:lnTo>
                    <a:pt x="1475116" y="1396486"/>
                  </a:lnTo>
                  <a:lnTo>
                    <a:pt x="1476369" y="1393305"/>
                  </a:lnTo>
                  <a:lnTo>
                    <a:pt x="1477622" y="1390012"/>
                  </a:lnTo>
                  <a:lnTo>
                    <a:pt x="1478876" y="1386616"/>
                  </a:lnTo>
                  <a:lnTo>
                    <a:pt x="1480129" y="1383067"/>
                  </a:lnTo>
                  <a:lnTo>
                    <a:pt x="1481382" y="1379328"/>
                  </a:lnTo>
                  <a:lnTo>
                    <a:pt x="1482635" y="1375378"/>
                  </a:lnTo>
                  <a:lnTo>
                    <a:pt x="1483889" y="1371207"/>
                  </a:lnTo>
                  <a:lnTo>
                    <a:pt x="1485142" y="1366814"/>
                  </a:lnTo>
                  <a:lnTo>
                    <a:pt x="1486395" y="1362191"/>
                  </a:lnTo>
                  <a:lnTo>
                    <a:pt x="1487648" y="1357348"/>
                  </a:lnTo>
                  <a:lnTo>
                    <a:pt x="1488901" y="1352288"/>
                  </a:lnTo>
                  <a:lnTo>
                    <a:pt x="1490155" y="1346995"/>
                  </a:lnTo>
                  <a:lnTo>
                    <a:pt x="1491408" y="1341446"/>
                  </a:lnTo>
                  <a:lnTo>
                    <a:pt x="1492661" y="1335639"/>
                  </a:lnTo>
                  <a:lnTo>
                    <a:pt x="1493914" y="1329573"/>
                  </a:lnTo>
                  <a:lnTo>
                    <a:pt x="1495168" y="1323252"/>
                  </a:lnTo>
                  <a:lnTo>
                    <a:pt x="1496421" y="1316675"/>
                  </a:lnTo>
                  <a:lnTo>
                    <a:pt x="1497674" y="1309849"/>
                  </a:lnTo>
                  <a:lnTo>
                    <a:pt x="1498927" y="1302813"/>
                  </a:lnTo>
                  <a:lnTo>
                    <a:pt x="1500180" y="1295631"/>
                  </a:lnTo>
                  <a:lnTo>
                    <a:pt x="1501434" y="1288350"/>
                  </a:lnTo>
                  <a:lnTo>
                    <a:pt x="1502687" y="1280984"/>
                  </a:lnTo>
                  <a:lnTo>
                    <a:pt x="1503940" y="1273534"/>
                  </a:lnTo>
                  <a:lnTo>
                    <a:pt x="1505193" y="1266013"/>
                  </a:lnTo>
                  <a:lnTo>
                    <a:pt x="1506446" y="1258435"/>
                  </a:lnTo>
                  <a:lnTo>
                    <a:pt x="1507700" y="1250848"/>
                  </a:lnTo>
                  <a:lnTo>
                    <a:pt x="1508953" y="1243297"/>
                  </a:lnTo>
                  <a:lnTo>
                    <a:pt x="1510206" y="1235831"/>
                  </a:lnTo>
                  <a:lnTo>
                    <a:pt x="1511459" y="1228457"/>
                  </a:lnTo>
                  <a:lnTo>
                    <a:pt x="1512713" y="1221172"/>
                  </a:lnTo>
                  <a:lnTo>
                    <a:pt x="1513966" y="1213972"/>
                  </a:lnTo>
                  <a:lnTo>
                    <a:pt x="1515219" y="1206850"/>
                  </a:lnTo>
                  <a:lnTo>
                    <a:pt x="1516472" y="1199812"/>
                  </a:lnTo>
                  <a:lnTo>
                    <a:pt x="1517725" y="1192873"/>
                  </a:lnTo>
                  <a:lnTo>
                    <a:pt x="1518979" y="1186030"/>
                  </a:lnTo>
                  <a:lnTo>
                    <a:pt x="1520232" y="1179291"/>
                  </a:lnTo>
                  <a:lnTo>
                    <a:pt x="1521485" y="1172730"/>
                  </a:lnTo>
                  <a:lnTo>
                    <a:pt x="1522738" y="1166396"/>
                  </a:lnTo>
                  <a:lnTo>
                    <a:pt x="1523992" y="1160289"/>
                  </a:lnTo>
                  <a:lnTo>
                    <a:pt x="1525245" y="1154421"/>
                  </a:lnTo>
                  <a:lnTo>
                    <a:pt x="1526498" y="1148775"/>
                  </a:lnTo>
                  <a:lnTo>
                    <a:pt x="1527751" y="1143328"/>
                  </a:lnTo>
                  <a:lnTo>
                    <a:pt x="1529004" y="1138053"/>
                  </a:lnTo>
                  <a:lnTo>
                    <a:pt x="1530258" y="1132957"/>
                  </a:lnTo>
                  <a:lnTo>
                    <a:pt x="1531511" y="1128081"/>
                  </a:lnTo>
                  <a:lnTo>
                    <a:pt x="1532764" y="1123474"/>
                  </a:lnTo>
                  <a:lnTo>
                    <a:pt x="1534017" y="1119131"/>
                  </a:lnTo>
                  <a:lnTo>
                    <a:pt x="1535270" y="1115038"/>
                  </a:lnTo>
                  <a:lnTo>
                    <a:pt x="1536524" y="1111171"/>
                  </a:lnTo>
                  <a:lnTo>
                    <a:pt x="1537777" y="1107518"/>
                  </a:lnTo>
                  <a:lnTo>
                    <a:pt x="1539030" y="1104040"/>
                  </a:lnTo>
                  <a:lnTo>
                    <a:pt x="1540283" y="1100652"/>
                  </a:lnTo>
                  <a:lnTo>
                    <a:pt x="1541537" y="1097305"/>
                  </a:lnTo>
                  <a:lnTo>
                    <a:pt x="1542790" y="1094047"/>
                  </a:lnTo>
                  <a:lnTo>
                    <a:pt x="1544043" y="1090965"/>
                  </a:lnTo>
                  <a:lnTo>
                    <a:pt x="1545296" y="1088113"/>
                  </a:lnTo>
                  <a:lnTo>
                    <a:pt x="1546549" y="1085515"/>
                  </a:lnTo>
                  <a:lnTo>
                    <a:pt x="1547803" y="1083189"/>
                  </a:lnTo>
                  <a:lnTo>
                    <a:pt x="1549056" y="1081137"/>
                  </a:lnTo>
                  <a:lnTo>
                    <a:pt x="1550309" y="1079335"/>
                  </a:lnTo>
                  <a:lnTo>
                    <a:pt x="1551562" y="1077754"/>
                  </a:lnTo>
                  <a:lnTo>
                    <a:pt x="1552816" y="1076403"/>
                  </a:lnTo>
                  <a:lnTo>
                    <a:pt x="1554069" y="1075300"/>
                  </a:lnTo>
                  <a:lnTo>
                    <a:pt x="1555322" y="1074448"/>
                  </a:lnTo>
                  <a:lnTo>
                    <a:pt x="1556575" y="1073845"/>
                  </a:lnTo>
                  <a:lnTo>
                    <a:pt x="1557828" y="1073489"/>
                  </a:lnTo>
                  <a:lnTo>
                    <a:pt x="1559082" y="1073388"/>
                  </a:lnTo>
                  <a:lnTo>
                    <a:pt x="1560335" y="1073527"/>
                  </a:lnTo>
                  <a:lnTo>
                    <a:pt x="1561588" y="1073869"/>
                  </a:lnTo>
                  <a:lnTo>
                    <a:pt x="1562841" y="1074351"/>
                  </a:lnTo>
                  <a:lnTo>
                    <a:pt x="1564094" y="1074896"/>
                  </a:lnTo>
                  <a:lnTo>
                    <a:pt x="1565348" y="1075474"/>
                  </a:lnTo>
                  <a:lnTo>
                    <a:pt x="1566601" y="1076044"/>
                  </a:lnTo>
                  <a:lnTo>
                    <a:pt x="1567854" y="1076569"/>
                  </a:lnTo>
                  <a:lnTo>
                    <a:pt x="1569107" y="1077032"/>
                  </a:lnTo>
                  <a:lnTo>
                    <a:pt x="1570361" y="1077414"/>
                  </a:lnTo>
                  <a:lnTo>
                    <a:pt x="1571614" y="1077663"/>
                  </a:lnTo>
                  <a:lnTo>
                    <a:pt x="1572867" y="1077720"/>
                  </a:lnTo>
                  <a:lnTo>
                    <a:pt x="1574120" y="1077543"/>
                  </a:lnTo>
                  <a:lnTo>
                    <a:pt x="1575373" y="1077126"/>
                  </a:lnTo>
                  <a:lnTo>
                    <a:pt x="1576627" y="1076459"/>
                  </a:lnTo>
                  <a:lnTo>
                    <a:pt x="1577880" y="1075542"/>
                  </a:lnTo>
                  <a:lnTo>
                    <a:pt x="1579133" y="1074384"/>
                  </a:lnTo>
                  <a:lnTo>
                    <a:pt x="1580386" y="1072978"/>
                  </a:lnTo>
                  <a:lnTo>
                    <a:pt x="1581639" y="1071317"/>
                  </a:lnTo>
                  <a:lnTo>
                    <a:pt x="1582893" y="1069416"/>
                  </a:lnTo>
                  <a:lnTo>
                    <a:pt x="1584146" y="1067255"/>
                  </a:lnTo>
                  <a:lnTo>
                    <a:pt x="1585399" y="1064835"/>
                  </a:lnTo>
                  <a:lnTo>
                    <a:pt x="1586652" y="1062196"/>
                  </a:lnTo>
                  <a:lnTo>
                    <a:pt x="1587906" y="1059333"/>
                  </a:lnTo>
                  <a:lnTo>
                    <a:pt x="1589159" y="1056222"/>
                  </a:lnTo>
                  <a:lnTo>
                    <a:pt x="1590412" y="1052875"/>
                  </a:lnTo>
                  <a:lnTo>
                    <a:pt x="1591665" y="1049324"/>
                  </a:lnTo>
                  <a:lnTo>
                    <a:pt x="1592918" y="1045612"/>
                  </a:lnTo>
                  <a:lnTo>
                    <a:pt x="1594172" y="1041740"/>
                  </a:lnTo>
                  <a:lnTo>
                    <a:pt x="1595425" y="1037701"/>
                  </a:lnTo>
                  <a:lnTo>
                    <a:pt x="1596678" y="1033528"/>
                  </a:lnTo>
                  <a:lnTo>
                    <a:pt x="1597931" y="1029245"/>
                  </a:lnTo>
                  <a:lnTo>
                    <a:pt x="1599185" y="1024856"/>
                  </a:lnTo>
                  <a:lnTo>
                    <a:pt x="1600438" y="1020377"/>
                  </a:lnTo>
                  <a:lnTo>
                    <a:pt x="1601691" y="1015805"/>
                  </a:lnTo>
                  <a:lnTo>
                    <a:pt x="1602944" y="1011192"/>
                  </a:lnTo>
                  <a:lnTo>
                    <a:pt x="1604197" y="1006606"/>
                  </a:lnTo>
                  <a:lnTo>
                    <a:pt x="1605451" y="1002050"/>
                  </a:lnTo>
                  <a:lnTo>
                    <a:pt x="1606704" y="997462"/>
                  </a:lnTo>
                  <a:lnTo>
                    <a:pt x="1607957" y="992814"/>
                  </a:lnTo>
                  <a:lnTo>
                    <a:pt x="1609210" y="988117"/>
                  </a:lnTo>
                  <a:lnTo>
                    <a:pt x="1610463" y="983385"/>
                  </a:lnTo>
                  <a:lnTo>
                    <a:pt x="1611717" y="978601"/>
                  </a:lnTo>
                  <a:lnTo>
                    <a:pt x="1612970" y="973779"/>
                  </a:lnTo>
                  <a:lnTo>
                    <a:pt x="1614223" y="968971"/>
                  </a:lnTo>
                  <a:lnTo>
                    <a:pt x="1615476" y="964200"/>
                  </a:lnTo>
                  <a:lnTo>
                    <a:pt x="1616730" y="959481"/>
                  </a:lnTo>
                  <a:lnTo>
                    <a:pt x="1617983" y="954845"/>
                  </a:lnTo>
                  <a:lnTo>
                    <a:pt x="1619236" y="950317"/>
                  </a:lnTo>
                  <a:lnTo>
                    <a:pt x="1620489" y="945934"/>
                  </a:lnTo>
                  <a:lnTo>
                    <a:pt x="1621742" y="941710"/>
                  </a:lnTo>
                  <a:lnTo>
                    <a:pt x="1622996" y="937642"/>
                  </a:lnTo>
                  <a:lnTo>
                    <a:pt x="1624249" y="933759"/>
                  </a:lnTo>
                  <a:lnTo>
                    <a:pt x="1625502" y="930103"/>
                  </a:lnTo>
                  <a:lnTo>
                    <a:pt x="1626755" y="926700"/>
                  </a:lnTo>
                  <a:lnTo>
                    <a:pt x="1628009" y="923562"/>
                  </a:lnTo>
                  <a:lnTo>
                    <a:pt x="1629262" y="920727"/>
                  </a:lnTo>
                  <a:lnTo>
                    <a:pt x="1630515" y="918282"/>
                  </a:lnTo>
                  <a:lnTo>
                    <a:pt x="1631768" y="916266"/>
                  </a:lnTo>
                  <a:lnTo>
                    <a:pt x="1633021" y="914671"/>
                  </a:lnTo>
                  <a:lnTo>
                    <a:pt x="1634275" y="913486"/>
                  </a:lnTo>
                  <a:lnTo>
                    <a:pt x="1635528" y="912724"/>
                  </a:lnTo>
                  <a:lnTo>
                    <a:pt x="1636781" y="912427"/>
                  </a:lnTo>
                  <a:lnTo>
                    <a:pt x="1638034" y="912590"/>
                  </a:lnTo>
                  <a:lnTo>
                    <a:pt x="1639287" y="913226"/>
                  </a:lnTo>
                  <a:lnTo>
                    <a:pt x="1640541" y="914348"/>
                  </a:lnTo>
                  <a:lnTo>
                    <a:pt x="1641794" y="915958"/>
                  </a:lnTo>
                  <a:lnTo>
                    <a:pt x="1643047" y="918048"/>
                  </a:lnTo>
                  <a:lnTo>
                    <a:pt x="1644300" y="920614"/>
                  </a:lnTo>
                  <a:lnTo>
                    <a:pt x="1645554" y="923657"/>
                  </a:lnTo>
                  <a:lnTo>
                    <a:pt x="1646807" y="927168"/>
                  </a:lnTo>
                  <a:lnTo>
                    <a:pt x="1648060" y="931108"/>
                  </a:lnTo>
                  <a:lnTo>
                    <a:pt x="1649313" y="935394"/>
                  </a:lnTo>
                  <a:lnTo>
                    <a:pt x="1650566" y="939982"/>
                  </a:lnTo>
                  <a:lnTo>
                    <a:pt x="1651820" y="944895"/>
                  </a:lnTo>
                  <a:lnTo>
                    <a:pt x="1653073" y="950161"/>
                  </a:lnTo>
                  <a:lnTo>
                    <a:pt x="1654326" y="955792"/>
                  </a:lnTo>
                  <a:lnTo>
                    <a:pt x="1655579" y="961760"/>
                  </a:lnTo>
                  <a:lnTo>
                    <a:pt x="1656833" y="968043"/>
                  </a:lnTo>
                  <a:lnTo>
                    <a:pt x="1658086" y="974603"/>
                  </a:lnTo>
                  <a:lnTo>
                    <a:pt x="1659339" y="981385"/>
                  </a:lnTo>
                  <a:lnTo>
                    <a:pt x="1660592" y="988348"/>
                  </a:lnTo>
                  <a:lnTo>
                    <a:pt x="1661845" y="995476"/>
                  </a:lnTo>
                  <a:lnTo>
                    <a:pt x="1663099" y="1002781"/>
                  </a:lnTo>
                  <a:lnTo>
                    <a:pt x="1664352" y="1010277"/>
                  </a:lnTo>
                  <a:lnTo>
                    <a:pt x="1665605" y="1017974"/>
                  </a:lnTo>
                  <a:lnTo>
                    <a:pt x="1666858" y="1025858"/>
                  </a:lnTo>
                  <a:lnTo>
                    <a:pt x="1668111" y="1033920"/>
                  </a:lnTo>
                  <a:lnTo>
                    <a:pt x="1669365" y="1042148"/>
                  </a:lnTo>
                  <a:lnTo>
                    <a:pt x="1670618" y="1050520"/>
                  </a:lnTo>
                  <a:lnTo>
                    <a:pt x="1671871" y="1058998"/>
                  </a:lnTo>
                  <a:lnTo>
                    <a:pt x="1673124" y="1067513"/>
                  </a:lnTo>
                  <a:lnTo>
                    <a:pt x="1674378" y="1076059"/>
                  </a:lnTo>
                  <a:lnTo>
                    <a:pt x="1675631" y="1084621"/>
                  </a:lnTo>
                  <a:lnTo>
                    <a:pt x="1676884" y="1093172"/>
                  </a:lnTo>
                  <a:lnTo>
                    <a:pt x="1678137" y="1101669"/>
                  </a:lnTo>
                  <a:lnTo>
                    <a:pt x="1679390" y="1110099"/>
                  </a:lnTo>
                  <a:lnTo>
                    <a:pt x="1680644" y="1118443"/>
                  </a:lnTo>
                  <a:lnTo>
                    <a:pt x="1681897" y="1126653"/>
                  </a:lnTo>
                  <a:lnTo>
                    <a:pt x="1683150" y="1134700"/>
                  </a:lnTo>
                  <a:lnTo>
                    <a:pt x="1684403" y="1142529"/>
                  </a:lnTo>
                  <a:lnTo>
                    <a:pt x="1685657" y="1150117"/>
                  </a:lnTo>
                  <a:lnTo>
                    <a:pt x="1686910" y="1157450"/>
                  </a:lnTo>
                  <a:lnTo>
                    <a:pt x="1688163" y="1164496"/>
                  </a:lnTo>
                  <a:lnTo>
                    <a:pt x="1689416" y="1171241"/>
                  </a:lnTo>
                  <a:lnTo>
                    <a:pt x="1690669" y="1177691"/>
                  </a:lnTo>
                  <a:lnTo>
                    <a:pt x="1691923" y="1183859"/>
                  </a:lnTo>
                  <a:lnTo>
                    <a:pt x="1693176" y="1189683"/>
                  </a:lnTo>
                  <a:lnTo>
                    <a:pt x="1694429" y="1195107"/>
                  </a:lnTo>
                  <a:lnTo>
                    <a:pt x="1695682" y="1200136"/>
                  </a:lnTo>
                  <a:lnTo>
                    <a:pt x="1696935" y="1204809"/>
                  </a:lnTo>
                  <a:lnTo>
                    <a:pt x="1698189" y="1209127"/>
                  </a:lnTo>
                  <a:lnTo>
                    <a:pt x="1699442" y="1213064"/>
                  </a:lnTo>
                  <a:lnTo>
                    <a:pt x="1700695" y="1216635"/>
                  </a:lnTo>
                  <a:lnTo>
                    <a:pt x="1701948" y="1219833"/>
                  </a:lnTo>
                  <a:lnTo>
                    <a:pt x="1703202" y="1222656"/>
                  </a:lnTo>
                  <a:lnTo>
                    <a:pt x="1704455" y="1225114"/>
                  </a:lnTo>
                  <a:lnTo>
                    <a:pt x="1705708" y="1227211"/>
                  </a:lnTo>
                  <a:lnTo>
                    <a:pt x="1706961" y="1228977"/>
                  </a:lnTo>
                  <a:lnTo>
                    <a:pt x="1708214" y="1230435"/>
                  </a:lnTo>
                  <a:lnTo>
                    <a:pt x="1709468" y="1231594"/>
                  </a:lnTo>
                  <a:lnTo>
                    <a:pt x="1710721" y="1232448"/>
                  </a:lnTo>
                  <a:lnTo>
                    <a:pt x="1711974" y="1233015"/>
                  </a:lnTo>
                  <a:lnTo>
                    <a:pt x="1713227" y="1233328"/>
                  </a:lnTo>
                  <a:lnTo>
                    <a:pt x="1714481" y="1233388"/>
                  </a:lnTo>
                  <a:lnTo>
                    <a:pt x="1715734" y="1233189"/>
                  </a:lnTo>
                  <a:lnTo>
                    <a:pt x="1716987" y="1232711"/>
                  </a:lnTo>
                  <a:lnTo>
                    <a:pt x="1718240" y="1231940"/>
                  </a:lnTo>
                  <a:lnTo>
                    <a:pt x="1719493" y="1230890"/>
                  </a:lnTo>
                  <a:lnTo>
                    <a:pt x="1720747" y="1229578"/>
                  </a:lnTo>
                  <a:lnTo>
                    <a:pt x="1722000" y="1228031"/>
                  </a:lnTo>
                  <a:lnTo>
                    <a:pt x="1723253" y="1226263"/>
                  </a:lnTo>
                  <a:lnTo>
                    <a:pt x="1724506" y="1224287"/>
                  </a:lnTo>
                  <a:lnTo>
                    <a:pt x="1725759" y="1222115"/>
                  </a:lnTo>
                  <a:lnTo>
                    <a:pt x="1727013" y="1219756"/>
                  </a:lnTo>
                  <a:lnTo>
                    <a:pt x="1728266" y="1217197"/>
                  </a:lnTo>
                  <a:lnTo>
                    <a:pt x="1729519" y="1214439"/>
                  </a:lnTo>
                  <a:lnTo>
                    <a:pt x="1730772" y="1211509"/>
                  </a:lnTo>
                  <a:lnTo>
                    <a:pt x="1732026" y="1208449"/>
                  </a:lnTo>
                  <a:lnTo>
                    <a:pt x="1733279" y="1205309"/>
                  </a:lnTo>
                  <a:lnTo>
                    <a:pt x="1734532" y="1202126"/>
                  </a:lnTo>
                  <a:lnTo>
                    <a:pt x="1735785" y="1198945"/>
                  </a:lnTo>
                  <a:lnTo>
                    <a:pt x="1737038" y="1195812"/>
                  </a:lnTo>
                  <a:lnTo>
                    <a:pt x="1738292" y="1192745"/>
                  </a:lnTo>
                  <a:lnTo>
                    <a:pt x="1739545" y="1189779"/>
                  </a:lnTo>
                  <a:lnTo>
                    <a:pt x="1740798" y="1186948"/>
                  </a:lnTo>
                  <a:lnTo>
                    <a:pt x="1742051" y="1184288"/>
                  </a:lnTo>
                  <a:lnTo>
                    <a:pt x="1743304" y="1181808"/>
                  </a:lnTo>
                  <a:lnTo>
                    <a:pt x="1744558" y="1179517"/>
                  </a:lnTo>
                  <a:lnTo>
                    <a:pt x="1745811" y="1177434"/>
                  </a:lnTo>
                  <a:lnTo>
                    <a:pt x="1747064" y="1175585"/>
                  </a:lnTo>
                  <a:lnTo>
                    <a:pt x="1748317" y="1173985"/>
                  </a:lnTo>
                  <a:lnTo>
                    <a:pt x="1749571" y="1172643"/>
                  </a:lnTo>
                  <a:lnTo>
                    <a:pt x="1750824" y="1171566"/>
                  </a:lnTo>
                  <a:lnTo>
                    <a:pt x="1752077" y="1170769"/>
                  </a:lnTo>
                  <a:lnTo>
                    <a:pt x="1753330" y="1170223"/>
                  </a:lnTo>
                  <a:lnTo>
                    <a:pt x="1754583" y="1169914"/>
                  </a:lnTo>
                  <a:lnTo>
                    <a:pt x="1755837" y="1169832"/>
                  </a:lnTo>
                  <a:lnTo>
                    <a:pt x="1757090" y="1169992"/>
                  </a:lnTo>
                  <a:lnTo>
                    <a:pt x="1758343" y="1170371"/>
                  </a:lnTo>
                  <a:lnTo>
                    <a:pt x="1759596" y="1170893"/>
                  </a:lnTo>
                  <a:lnTo>
                    <a:pt x="1760850" y="1171533"/>
                  </a:lnTo>
                  <a:lnTo>
                    <a:pt x="1762103" y="1172304"/>
                  </a:lnTo>
                  <a:lnTo>
                    <a:pt x="1763356" y="1173190"/>
                  </a:lnTo>
                  <a:lnTo>
                    <a:pt x="1764609" y="1174151"/>
                  </a:lnTo>
                  <a:lnTo>
                    <a:pt x="1765862" y="1175192"/>
                  </a:lnTo>
                  <a:lnTo>
                    <a:pt x="1767116" y="1176297"/>
                  </a:lnTo>
                  <a:lnTo>
                    <a:pt x="1768369" y="1177444"/>
                  </a:lnTo>
                  <a:lnTo>
                    <a:pt x="1769622" y="1178576"/>
                  </a:lnTo>
                  <a:lnTo>
                    <a:pt x="1770875" y="1179644"/>
                  </a:lnTo>
                  <a:lnTo>
                    <a:pt x="1772128" y="1180627"/>
                  </a:lnTo>
                  <a:lnTo>
                    <a:pt x="1773382" y="1181517"/>
                  </a:lnTo>
                  <a:lnTo>
                    <a:pt x="1774635" y="1182344"/>
                  </a:lnTo>
                  <a:lnTo>
                    <a:pt x="1775888" y="1183119"/>
                  </a:lnTo>
                  <a:lnTo>
                    <a:pt x="1777141" y="1183839"/>
                  </a:lnTo>
                  <a:lnTo>
                    <a:pt x="1778395" y="1184541"/>
                  </a:lnTo>
                  <a:lnTo>
                    <a:pt x="1779648" y="1185207"/>
                  </a:lnTo>
                  <a:lnTo>
                    <a:pt x="1780901" y="1185820"/>
                  </a:lnTo>
                  <a:lnTo>
                    <a:pt x="1782154" y="1186393"/>
                  </a:lnTo>
                  <a:lnTo>
                    <a:pt x="1783407" y="1186940"/>
                  </a:lnTo>
                  <a:lnTo>
                    <a:pt x="1784661" y="1187457"/>
                  </a:lnTo>
                  <a:lnTo>
                    <a:pt x="1785914" y="1187942"/>
                  </a:lnTo>
                  <a:lnTo>
                    <a:pt x="1787167" y="1188427"/>
                  </a:lnTo>
                  <a:lnTo>
                    <a:pt x="1788420" y="1188911"/>
                  </a:lnTo>
                  <a:lnTo>
                    <a:pt x="1789674" y="1189383"/>
                  </a:lnTo>
                  <a:lnTo>
                    <a:pt x="1790927" y="1189855"/>
                  </a:lnTo>
                  <a:lnTo>
                    <a:pt x="1792180" y="1190333"/>
                  </a:lnTo>
                  <a:lnTo>
                    <a:pt x="1793433" y="1190791"/>
                  </a:lnTo>
                  <a:lnTo>
                    <a:pt x="1794686" y="1191204"/>
                  </a:lnTo>
                  <a:lnTo>
                    <a:pt x="1795940" y="1191537"/>
                  </a:lnTo>
                  <a:lnTo>
                    <a:pt x="1797193" y="1191729"/>
                  </a:lnTo>
                  <a:lnTo>
                    <a:pt x="1798446" y="1191772"/>
                  </a:lnTo>
                  <a:lnTo>
                    <a:pt x="1799699" y="1191673"/>
                  </a:lnTo>
                  <a:lnTo>
                    <a:pt x="1800952" y="1191424"/>
                  </a:lnTo>
                  <a:lnTo>
                    <a:pt x="1802206" y="1191001"/>
                  </a:lnTo>
                  <a:lnTo>
                    <a:pt x="1803459" y="1190399"/>
                  </a:lnTo>
                  <a:lnTo>
                    <a:pt x="1804712" y="1189601"/>
                  </a:lnTo>
                  <a:lnTo>
                    <a:pt x="1805965" y="1188574"/>
                  </a:lnTo>
                  <a:lnTo>
                    <a:pt x="1807219" y="1187331"/>
                  </a:lnTo>
                  <a:lnTo>
                    <a:pt x="1808472" y="1185787"/>
                  </a:lnTo>
                  <a:lnTo>
                    <a:pt x="1809725" y="1183911"/>
                  </a:lnTo>
                  <a:lnTo>
                    <a:pt x="1810978" y="1181718"/>
                  </a:lnTo>
                  <a:lnTo>
                    <a:pt x="1812231" y="1179200"/>
                  </a:lnTo>
                  <a:lnTo>
                    <a:pt x="1813485" y="1176364"/>
                  </a:lnTo>
                  <a:lnTo>
                    <a:pt x="1814738" y="1173210"/>
                  </a:lnTo>
                  <a:lnTo>
                    <a:pt x="1815991" y="1169787"/>
                  </a:lnTo>
                  <a:lnTo>
                    <a:pt x="1817244" y="1166142"/>
                  </a:lnTo>
                  <a:lnTo>
                    <a:pt x="1818498" y="1162274"/>
                  </a:lnTo>
                  <a:lnTo>
                    <a:pt x="1819751" y="1158155"/>
                  </a:lnTo>
                  <a:lnTo>
                    <a:pt x="1821004" y="1153788"/>
                  </a:lnTo>
                  <a:lnTo>
                    <a:pt x="1822257" y="1149231"/>
                  </a:lnTo>
                  <a:lnTo>
                    <a:pt x="1823510" y="1144552"/>
                  </a:lnTo>
                  <a:lnTo>
                    <a:pt x="1824764" y="1139750"/>
                  </a:lnTo>
                  <a:lnTo>
                    <a:pt x="1826017" y="1134840"/>
                  </a:lnTo>
                  <a:lnTo>
                    <a:pt x="1827270" y="1129934"/>
                  </a:lnTo>
                  <a:lnTo>
                    <a:pt x="1828523" y="1125051"/>
                  </a:lnTo>
                  <a:lnTo>
                    <a:pt x="1829776" y="1120157"/>
                  </a:lnTo>
                  <a:lnTo>
                    <a:pt x="1831030" y="1115239"/>
                  </a:lnTo>
                  <a:lnTo>
                    <a:pt x="1832283" y="1110301"/>
                  </a:lnTo>
                  <a:lnTo>
                    <a:pt x="1833536" y="1105382"/>
                  </a:lnTo>
                  <a:lnTo>
                    <a:pt x="1834789" y="1100486"/>
                  </a:lnTo>
                  <a:lnTo>
                    <a:pt x="1836043" y="1095621"/>
                  </a:lnTo>
                  <a:lnTo>
                    <a:pt x="1837296" y="1090788"/>
                  </a:lnTo>
                  <a:lnTo>
                    <a:pt x="1838549" y="1085983"/>
                  </a:lnTo>
                  <a:lnTo>
                    <a:pt x="1839802" y="1081206"/>
                  </a:lnTo>
                  <a:lnTo>
                    <a:pt x="1841055" y="1076399"/>
                  </a:lnTo>
                  <a:lnTo>
                    <a:pt x="1842309" y="1071527"/>
                  </a:lnTo>
                  <a:lnTo>
                    <a:pt x="1843562" y="1066588"/>
                  </a:lnTo>
                  <a:lnTo>
                    <a:pt x="1844815" y="1061546"/>
                  </a:lnTo>
                  <a:lnTo>
                    <a:pt x="1846068" y="1056354"/>
                  </a:lnTo>
                  <a:lnTo>
                    <a:pt x="1847322" y="1050978"/>
                  </a:lnTo>
                  <a:lnTo>
                    <a:pt x="1848575" y="1045426"/>
                  </a:lnTo>
                  <a:lnTo>
                    <a:pt x="1849828" y="1039698"/>
                  </a:lnTo>
                  <a:lnTo>
                    <a:pt x="1851081" y="1033768"/>
                  </a:lnTo>
                  <a:lnTo>
                    <a:pt x="1852334" y="1027647"/>
                  </a:lnTo>
                  <a:lnTo>
                    <a:pt x="1853588" y="1021340"/>
                  </a:lnTo>
                  <a:lnTo>
                    <a:pt x="1854841" y="1014811"/>
                  </a:lnTo>
                  <a:lnTo>
                    <a:pt x="1856094" y="1008060"/>
                  </a:lnTo>
                  <a:lnTo>
                    <a:pt x="1857347" y="1001099"/>
                  </a:lnTo>
                  <a:lnTo>
                    <a:pt x="1858600" y="993918"/>
                  </a:lnTo>
                  <a:lnTo>
                    <a:pt x="1859854" y="986542"/>
                  </a:lnTo>
                  <a:lnTo>
                    <a:pt x="1861107" y="978983"/>
                  </a:lnTo>
                  <a:lnTo>
                    <a:pt x="1862360" y="971200"/>
                  </a:lnTo>
                  <a:lnTo>
                    <a:pt x="1863613" y="963187"/>
                  </a:lnTo>
                  <a:lnTo>
                    <a:pt x="1864867" y="954949"/>
                  </a:lnTo>
                  <a:lnTo>
                    <a:pt x="1866120" y="946487"/>
                  </a:lnTo>
                  <a:lnTo>
                    <a:pt x="1867373" y="937788"/>
                  </a:lnTo>
                  <a:lnTo>
                    <a:pt x="1868626" y="928854"/>
                  </a:lnTo>
                  <a:lnTo>
                    <a:pt x="1869879" y="919690"/>
                  </a:lnTo>
                  <a:lnTo>
                    <a:pt x="1871133" y="910335"/>
                  </a:lnTo>
                  <a:lnTo>
                    <a:pt x="1872386" y="900879"/>
                  </a:lnTo>
                  <a:lnTo>
                    <a:pt x="1873639" y="891346"/>
                  </a:lnTo>
                  <a:lnTo>
                    <a:pt x="1874892" y="881735"/>
                  </a:lnTo>
                  <a:lnTo>
                    <a:pt x="1876146" y="872046"/>
                  </a:lnTo>
                  <a:lnTo>
                    <a:pt x="1877399" y="862284"/>
                  </a:lnTo>
                  <a:lnTo>
                    <a:pt x="1878652" y="852442"/>
                  </a:lnTo>
                  <a:lnTo>
                    <a:pt x="1879905" y="842486"/>
                  </a:lnTo>
                  <a:lnTo>
                    <a:pt x="1881158" y="832447"/>
                  </a:lnTo>
                  <a:lnTo>
                    <a:pt x="1882412" y="822389"/>
                  </a:lnTo>
                  <a:lnTo>
                    <a:pt x="1883665" y="812388"/>
                  </a:lnTo>
                  <a:lnTo>
                    <a:pt x="1884918" y="802477"/>
                  </a:lnTo>
                  <a:lnTo>
                    <a:pt x="1886171" y="792632"/>
                  </a:lnTo>
                  <a:lnTo>
                    <a:pt x="1887424" y="782859"/>
                  </a:lnTo>
                  <a:lnTo>
                    <a:pt x="1888678" y="773157"/>
                  </a:lnTo>
                  <a:lnTo>
                    <a:pt x="1889931" y="763465"/>
                  </a:lnTo>
                  <a:lnTo>
                    <a:pt x="1891184" y="753696"/>
                  </a:lnTo>
                  <a:lnTo>
                    <a:pt x="1892437" y="743865"/>
                  </a:lnTo>
                  <a:lnTo>
                    <a:pt x="1893691" y="734001"/>
                  </a:lnTo>
                  <a:lnTo>
                    <a:pt x="1894944" y="724178"/>
                  </a:lnTo>
                  <a:lnTo>
                    <a:pt x="1896197" y="714412"/>
                  </a:lnTo>
                  <a:lnTo>
                    <a:pt x="1897450" y="704727"/>
                  </a:lnTo>
                  <a:lnTo>
                    <a:pt x="1898703" y="695137"/>
                  </a:lnTo>
                  <a:lnTo>
                    <a:pt x="1899957" y="685640"/>
                  </a:lnTo>
                  <a:lnTo>
                    <a:pt x="1901210" y="676243"/>
                  </a:lnTo>
                  <a:lnTo>
                    <a:pt x="1902463" y="666942"/>
                  </a:lnTo>
                  <a:lnTo>
                    <a:pt x="1903716" y="657764"/>
                  </a:lnTo>
                  <a:lnTo>
                    <a:pt x="1904969" y="648787"/>
                  </a:lnTo>
                  <a:lnTo>
                    <a:pt x="1906223" y="640061"/>
                  </a:lnTo>
                  <a:lnTo>
                    <a:pt x="1907476" y="631656"/>
                  </a:lnTo>
                  <a:lnTo>
                    <a:pt x="1908729" y="623637"/>
                  </a:lnTo>
                  <a:lnTo>
                    <a:pt x="1909982" y="616078"/>
                  </a:lnTo>
                  <a:lnTo>
                    <a:pt x="1911236" y="609025"/>
                  </a:lnTo>
                  <a:lnTo>
                    <a:pt x="1912489" y="602523"/>
                  </a:lnTo>
                  <a:lnTo>
                    <a:pt x="1913742" y="596596"/>
                  </a:lnTo>
                  <a:lnTo>
                    <a:pt x="1914995" y="591268"/>
                  </a:lnTo>
                  <a:lnTo>
                    <a:pt x="1916248" y="586499"/>
                  </a:lnTo>
                  <a:lnTo>
                    <a:pt x="1917502" y="582281"/>
                  </a:lnTo>
                  <a:lnTo>
                    <a:pt x="1918755" y="578607"/>
                  </a:lnTo>
                  <a:lnTo>
                    <a:pt x="1920008" y="575438"/>
                  </a:lnTo>
                  <a:lnTo>
                    <a:pt x="1921261" y="572771"/>
                  </a:lnTo>
                  <a:lnTo>
                    <a:pt x="1922515" y="570609"/>
                  </a:lnTo>
                  <a:lnTo>
                    <a:pt x="1923768" y="568924"/>
                  </a:lnTo>
                  <a:lnTo>
                    <a:pt x="1925021" y="567737"/>
                  </a:lnTo>
                  <a:lnTo>
                    <a:pt x="1926274" y="567063"/>
                  </a:lnTo>
                  <a:lnTo>
                    <a:pt x="1927527" y="566880"/>
                  </a:lnTo>
                  <a:lnTo>
                    <a:pt x="1928781" y="567139"/>
                  </a:lnTo>
                  <a:lnTo>
                    <a:pt x="1930034" y="567803"/>
                  </a:lnTo>
                  <a:lnTo>
                    <a:pt x="1931287" y="568846"/>
                  </a:lnTo>
                  <a:lnTo>
                    <a:pt x="1932540" y="570237"/>
                  </a:lnTo>
                  <a:lnTo>
                    <a:pt x="1933793" y="571993"/>
                  </a:lnTo>
                  <a:lnTo>
                    <a:pt x="1935047" y="574073"/>
                  </a:lnTo>
                  <a:lnTo>
                    <a:pt x="1936300" y="576464"/>
                  </a:lnTo>
                  <a:lnTo>
                    <a:pt x="1937553" y="579175"/>
                  </a:lnTo>
                  <a:lnTo>
                    <a:pt x="1938806" y="582222"/>
                  </a:lnTo>
                  <a:lnTo>
                    <a:pt x="1940060" y="585615"/>
                  </a:lnTo>
                  <a:lnTo>
                    <a:pt x="1941313" y="589303"/>
                  </a:lnTo>
                  <a:lnTo>
                    <a:pt x="1942566" y="593223"/>
                  </a:lnTo>
                  <a:lnTo>
                    <a:pt x="1943819" y="597319"/>
                  </a:lnTo>
                  <a:lnTo>
                    <a:pt x="1945072" y="601496"/>
                  </a:lnTo>
                  <a:lnTo>
                    <a:pt x="1946326" y="605666"/>
                  </a:lnTo>
                  <a:lnTo>
                    <a:pt x="1947579" y="609768"/>
                  </a:lnTo>
                  <a:lnTo>
                    <a:pt x="1948832" y="613778"/>
                  </a:lnTo>
                  <a:lnTo>
                    <a:pt x="1950085" y="617684"/>
                  </a:lnTo>
                  <a:lnTo>
                    <a:pt x="1951339" y="621498"/>
                  </a:lnTo>
                  <a:lnTo>
                    <a:pt x="1952592" y="625198"/>
                  </a:lnTo>
                  <a:lnTo>
                    <a:pt x="1953845" y="628823"/>
                  </a:lnTo>
                  <a:lnTo>
                    <a:pt x="1955098" y="632392"/>
                  </a:lnTo>
                  <a:lnTo>
                    <a:pt x="1956351" y="635916"/>
                  </a:lnTo>
                  <a:lnTo>
                    <a:pt x="1957605" y="639367"/>
                  </a:lnTo>
                  <a:lnTo>
                    <a:pt x="1958858" y="642692"/>
                  </a:lnTo>
                  <a:lnTo>
                    <a:pt x="1960111" y="645878"/>
                  </a:lnTo>
                  <a:lnTo>
                    <a:pt x="1961364" y="648939"/>
                  </a:lnTo>
                  <a:lnTo>
                    <a:pt x="1962617" y="651878"/>
                  </a:lnTo>
                  <a:lnTo>
                    <a:pt x="1963871" y="654673"/>
                  </a:lnTo>
                  <a:lnTo>
                    <a:pt x="1965124" y="657343"/>
                  </a:lnTo>
                  <a:lnTo>
                    <a:pt x="1966377" y="659883"/>
                  </a:lnTo>
                  <a:lnTo>
                    <a:pt x="1967630" y="662292"/>
                  </a:lnTo>
                  <a:lnTo>
                    <a:pt x="1968884" y="664533"/>
                  </a:lnTo>
                  <a:lnTo>
                    <a:pt x="1970137" y="666551"/>
                  </a:lnTo>
                  <a:lnTo>
                    <a:pt x="1971390" y="668313"/>
                  </a:lnTo>
                  <a:lnTo>
                    <a:pt x="1972643" y="669794"/>
                  </a:lnTo>
                  <a:lnTo>
                    <a:pt x="1973896" y="670939"/>
                  </a:lnTo>
                  <a:lnTo>
                    <a:pt x="1975150" y="671679"/>
                  </a:lnTo>
                  <a:lnTo>
                    <a:pt x="1976403" y="671958"/>
                  </a:lnTo>
                  <a:lnTo>
                    <a:pt x="1977656" y="671737"/>
                  </a:lnTo>
                  <a:lnTo>
                    <a:pt x="1978909" y="671035"/>
                  </a:lnTo>
                  <a:lnTo>
                    <a:pt x="1980163" y="669888"/>
                  </a:lnTo>
                  <a:lnTo>
                    <a:pt x="1981416" y="668336"/>
                  </a:lnTo>
                  <a:lnTo>
                    <a:pt x="1982669" y="666457"/>
                  </a:lnTo>
                  <a:lnTo>
                    <a:pt x="1983922" y="664290"/>
                  </a:lnTo>
                  <a:lnTo>
                    <a:pt x="1985175" y="661832"/>
                  </a:lnTo>
                  <a:lnTo>
                    <a:pt x="1986429" y="659085"/>
                  </a:lnTo>
                  <a:lnTo>
                    <a:pt x="1987682" y="656060"/>
                  </a:lnTo>
                  <a:lnTo>
                    <a:pt x="1988935" y="652743"/>
                  </a:lnTo>
                  <a:lnTo>
                    <a:pt x="1990188" y="649137"/>
                  </a:lnTo>
                  <a:lnTo>
                    <a:pt x="1991441" y="645278"/>
                  </a:lnTo>
                  <a:lnTo>
                    <a:pt x="1992695" y="641231"/>
                  </a:lnTo>
                  <a:lnTo>
                    <a:pt x="1993948" y="637048"/>
                  </a:lnTo>
                  <a:lnTo>
                    <a:pt x="1995201" y="632775"/>
                  </a:lnTo>
                  <a:lnTo>
                    <a:pt x="1996454" y="628426"/>
                  </a:lnTo>
                  <a:lnTo>
                    <a:pt x="1997708" y="623976"/>
                  </a:lnTo>
                  <a:lnTo>
                    <a:pt x="1998961" y="619404"/>
                  </a:lnTo>
                  <a:lnTo>
                    <a:pt x="2000214" y="614687"/>
                  </a:lnTo>
                  <a:lnTo>
                    <a:pt x="2001467" y="609790"/>
                  </a:lnTo>
                  <a:lnTo>
                    <a:pt x="2002720" y="604667"/>
                  </a:lnTo>
                  <a:lnTo>
                    <a:pt x="2003974" y="599362"/>
                  </a:lnTo>
                  <a:lnTo>
                    <a:pt x="2005227" y="593953"/>
                  </a:lnTo>
                  <a:lnTo>
                    <a:pt x="2006480" y="588504"/>
                  </a:lnTo>
                  <a:lnTo>
                    <a:pt x="2007733" y="583078"/>
                  </a:lnTo>
                  <a:lnTo>
                    <a:pt x="2008987" y="577730"/>
                  </a:lnTo>
                  <a:lnTo>
                    <a:pt x="2010240" y="572494"/>
                  </a:lnTo>
                  <a:lnTo>
                    <a:pt x="2011493" y="567371"/>
                  </a:lnTo>
                  <a:lnTo>
                    <a:pt x="2012746" y="562335"/>
                  </a:lnTo>
                  <a:lnTo>
                    <a:pt x="2013999" y="557371"/>
                  </a:lnTo>
                  <a:lnTo>
                    <a:pt x="2015253" y="552487"/>
                  </a:lnTo>
                  <a:lnTo>
                    <a:pt x="2016506" y="547725"/>
                  </a:lnTo>
                  <a:lnTo>
                    <a:pt x="2017759" y="543096"/>
                  </a:lnTo>
                  <a:lnTo>
                    <a:pt x="2019012" y="538582"/>
                  </a:lnTo>
                  <a:lnTo>
                    <a:pt x="2020265" y="534155"/>
                  </a:lnTo>
                  <a:lnTo>
                    <a:pt x="2021519" y="529832"/>
                  </a:lnTo>
                  <a:lnTo>
                    <a:pt x="2022772" y="525610"/>
                  </a:lnTo>
                  <a:lnTo>
                    <a:pt x="2024025" y="521465"/>
                  </a:lnTo>
                  <a:lnTo>
                    <a:pt x="2025278" y="517353"/>
                  </a:lnTo>
                  <a:lnTo>
                    <a:pt x="2026532" y="513266"/>
                  </a:lnTo>
                  <a:lnTo>
                    <a:pt x="2027785" y="509194"/>
                  </a:lnTo>
                  <a:lnTo>
                    <a:pt x="2029038" y="505106"/>
                  </a:lnTo>
                  <a:lnTo>
                    <a:pt x="2030291" y="500998"/>
                  </a:lnTo>
                  <a:lnTo>
                    <a:pt x="2031544" y="496868"/>
                  </a:lnTo>
                  <a:lnTo>
                    <a:pt x="2032798" y="492737"/>
                  </a:lnTo>
                  <a:lnTo>
                    <a:pt x="2034051" y="488590"/>
                  </a:lnTo>
                  <a:lnTo>
                    <a:pt x="2035304" y="484392"/>
                  </a:lnTo>
                  <a:lnTo>
                    <a:pt x="2036557" y="480136"/>
                  </a:lnTo>
                  <a:lnTo>
                    <a:pt x="2037811" y="475830"/>
                  </a:lnTo>
                  <a:lnTo>
                    <a:pt x="2039064" y="471486"/>
                  </a:lnTo>
                  <a:lnTo>
                    <a:pt x="2040317" y="467102"/>
                  </a:lnTo>
                  <a:lnTo>
                    <a:pt x="2041570" y="462682"/>
                  </a:lnTo>
                  <a:lnTo>
                    <a:pt x="2042823" y="458196"/>
                  </a:lnTo>
                  <a:lnTo>
                    <a:pt x="2044077" y="453621"/>
                  </a:lnTo>
                  <a:lnTo>
                    <a:pt x="2045330" y="448907"/>
                  </a:lnTo>
                  <a:lnTo>
                    <a:pt x="2046583" y="443999"/>
                  </a:lnTo>
                  <a:lnTo>
                    <a:pt x="2047836" y="438902"/>
                  </a:lnTo>
                  <a:lnTo>
                    <a:pt x="2049089" y="433629"/>
                  </a:lnTo>
                  <a:lnTo>
                    <a:pt x="2050343" y="428205"/>
                  </a:lnTo>
                  <a:lnTo>
                    <a:pt x="2051596" y="422640"/>
                  </a:lnTo>
                  <a:lnTo>
                    <a:pt x="2052849" y="416966"/>
                  </a:lnTo>
                  <a:lnTo>
                    <a:pt x="2054102" y="411210"/>
                  </a:lnTo>
                  <a:lnTo>
                    <a:pt x="2055356" y="405346"/>
                  </a:lnTo>
                  <a:lnTo>
                    <a:pt x="2056609" y="399376"/>
                  </a:lnTo>
                  <a:lnTo>
                    <a:pt x="2057862" y="393299"/>
                  </a:lnTo>
                  <a:lnTo>
                    <a:pt x="2059115" y="387122"/>
                  </a:lnTo>
                  <a:lnTo>
                    <a:pt x="2060368" y="380863"/>
                  </a:lnTo>
                  <a:lnTo>
                    <a:pt x="2061622" y="374550"/>
                  </a:lnTo>
                  <a:lnTo>
                    <a:pt x="2062875" y="368203"/>
                  </a:lnTo>
                  <a:lnTo>
                    <a:pt x="2064128" y="361871"/>
                  </a:lnTo>
                  <a:lnTo>
                    <a:pt x="2065381" y="355613"/>
                  </a:lnTo>
                  <a:lnTo>
                    <a:pt x="2066634" y="349463"/>
                  </a:lnTo>
                  <a:lnTo>
                    <a:pt x="2067888" y="343426"/>
                  </a:lnTo>
                  <a:lnTo>
                    <a:pt x="2069141" y="337447"/>
                  </a:lnTo>
                  <a:lnTo>
                    <a:pt x="2070394" y="331526"/>
                  </a:lnTo>
                  <a:lnTo>
                    <a:pt x="2071647" y="325642"/>
                  </a:lnTo>
                  <a:lnTo>
                    <a:pt x="2072901" y="319787"/>
                  </a:lnTo>
                  <a:lnTo>
                    <a:pt x="2074154" y="313968"/>
                  </a:lnTo>
                  <a:lnTo>
                    <a:pt x="2075407" y="308236"/>
                  </a:lnTo>
                  <a:lnTo>
                    <a:pt x="2076660" y="302625"/>
                  </a:lnTo>
                  <a:lnTo>
                    <a:pt x="2077913" y="297161"/>
                  </a:lnTo>
                  <a:lnTo>
                    <a:pt x="2079167" y="291821"/>
                  </a:lnTo>
                  <a:lnTo>
                    <a:pt x="2080420" y="286600"/>
                  </a:lnTo>
                  <a:lnTo>
                    <a:pt x="2081673" y="281514"/>
                  </a:lnTo>
                  <a:lnTo>
                    <a:pt x="2082926" y="276588"/>
                  </a:lnTo>
                  <a:lnTo>
                    <a:pt x="2084180" y="271840"/>
                  </a:lnTo>
                  <a:lnTo>
                    <a:pt x="2085433" y="267274"/>
                  </a:lnTo>
                  <a:lnTo>
                    <a:pt x="2086686" y="262893"/>
                  </a:lnTo>
                  <a:lnTo>
                    <a:pt x="2087939" y="258749"/>
                  </a:lnTo>
                  <a:lnTo>
                    <a:pt x="2089192" y="254852"/>
                  </a:lnTo>
                  <a:lnTo>
                    <a:pt x="2090446" y="251214"/>
                  </a:lnTo>
                  <a:lnTo>
                    <a:pt x="2091699" y="247870"/>
                  </a:lnTo>
                  <a:lnTo>
                    <a:pt x="2092952" y="244824"/>
                  </a:lnTo>
                  <a:lnTo>
                    <a:pt x="2094205" y="242039"/>
                  </a:lnTo>
                  <a:lnTo>
                    <a:pt x="2095458" y="239486"/>
                  </a:lnTo>
                  <a:lnTo>
                    <a:pt x="2096712" y="237160"/>
                  </a:lnTo>
                  <a:lnTo>
                    <a:pt x="2097965" y="235080"/>
                  </a:lnTo>
                  <a:lnTo>
                    <a:pt x="2099218" y="233270"/>
                  </a:lnTo>
                  <a:lnTo>
                    <a:pt x="2100471" y="231737"/>
                  </a:lnTo>
                  <a:lnTo>
                    <a:pt x="2101725" y="230495"/>
                  </a:lnTo>
                  <a:lnTo>
                    <a:pt x="2102978" y="229563"/>
                  </a:lnTo>
                  <a:lnTo>
                    <a:pt x="2104231" y="228943"/>
                  </a:lnTo>
                  <a:lnTo>
                    <a:pt x="2105484" y="228626"/>
                  </a:lnTo>
                  <a:lnTo>
                    <a:pt x="2106737" y="228572"/>
                  </a:lnTo>
                  <a:lnTo>
                    <a:pt x="2107991" y="228770"/>
                  </a:lnTo>
                  <a:lnTo>
                    <a:pt x="2109244" y="229224"/>
                  </a:lnTo>
                  <a:lnTo>
                    <a:pt x="2110497" y="229928"/>
                  </a:lnTo>
                  <a:lnTo>
                    <a:pt x="2111750" y="230887"/>
                  </a:lnTo>
                  <a:lnTo>
                    <a:pt x="2113004" y="232097"/>
                  </a:lnTo>
                  <a:lnTo>
                    <a:pt x="2114257" y="233518"/>
                  </a:lnTo>
                  <a:lnTo>
                    <a:pt x="2115510" y="235145"/>
                  </a:lnTo>
                  <a:lnTo>
                    <a:pt x="2116763" y="236946"/>
                  </a:lnTo>
                  <a:lnTo>
                    <a:pt x="2118016" y="238906"/>
                  </a:lnTo>
                  <a:lnTo>
                    <a:pt x="2119270" y="240994"/>
                  </a:lnTo>
                  <a:lnTo>
                    <a:pt x="2120523" y="243178"/>
                  </a:lnTo>
                  <a:lnTo>
                    <a:pt x="2121776" y="245423"/>
                  </a:lnTo>
                  <a:lnTo>
                    <a:pt x="2123029" y="247707"/>
                  </a:lnTo>
                  <a:lnTo>
                    <a:pt x="2124282" y="250017"/>
                  </a:lnTo>
                  <a:lnTo>
                    <a:pt x="2125536" y="252357"/>
                  </a:lnTo>
                  <a:lnTo>
                    <a:pt x="2126789" y="254691"/>
                  </a:lnTo>
                  <a:lnTo>
                    <a:pt x="2128042" y="256980"/>
                  </a:lnTo>
                  <a:lnTo>
                    <a:pt x="2129295" y="259165"/>
                  </a:lnTo>
                  <a:lnTo>
                    <a:pt x="2130549" y="261193"/>
                  </a:lnTo>
                  <a:lnTo>
                    <a:pt x="2131802" y="263059"/>
                  </a:lnTo>
                  <a:lnTo>
                    <a:pt x="2133055" y="264806"/>
                  </a:lnTo>
                  <a:lnTo>
                    <a:pt x="2134308" y="266438"/>
                  </a:lnTo>
                  <a:lnTo>
                    <a:pt x="2135561" y="267962"/>
                  </a:lnTo>
                  <a:lnTo>
                    <a:pt x="2136815" y="269373"/>
                  </a:lnTo>
                  <a:lnTo>
                    <a:pt x="2138068" y="270638"/>
                  </a:lnTo>
                  <a:lnTo>
                    <a:pt x="2139321" y="271710"/>
                  </a:lnTo>
                  <a:lnTo>
                    <a:pt x="2140574" y="272568"/>
                  </a:lnTo>
                  <a:lnTo>
                    <a:pt x="2141828" y="273202"/>
                  </a:lnTo>
                  <a:lnTo>
                    <a:pt x="2143081" y="273610"/>
                  </a:lnTo>
                  <a:lnTo>
                    <a:pt x="2144334" y="273756"/>
                  </a:lnTo>
                  <a:lnTo>
                    <a:pt x="2145587" y="273631"/>
                  </a:lnTo>
                  <a:lnTo>
                    <a:pt x="2146840" y="273222"/>
                  </a:lnTo>
                  <a:lnTo>
                    <a:pt x="2148094" y="272512"/>
                  </a:lnTo>
                  <a:lnTo>
                    <a:pt x="2149347" y="271519"/>
                  </a:lnTo>
                  <a:lnTo>
                    <a:pt x="2150600" y="270224"/>
                  </a:lnTo>
                  <a:lnTo>
                    <a:pt x="2151853" y="268616"/>
                  </a:lnTo>
                  <a:lnTo>
                    <a:pt x="2153106" y="266700"/>
                  </a:lnTo>
                  <a:lnTo>
                    <a:pt x="2154360" y="264469"/>
                  </a:lnTo>
                  <a:lnTo>
                    <a:pt x="2155613" y="261917"/>
                  </a:lnTo>
                  <a:lnTo>
                    <a:pt x="2156866" y="259075"/>
                  </a:lnTo>
                  <a:lnTo>
                    <a:pt x="2158119" y="255975"/>
                  </a:lnTo>
                  <a:lnTo>
                    <a:pt x="2159373" y="252624"/>
                  </a:lnTo>
                  <a:lnTo>
                    <a:pt x="2160626" y="249021"/>
                  </a:lnTo>
                  <a:lnTo>
                    <a:pt x="2161879" y="245177"/>
                  </a:lnTo>
                  <a:lnTo>
                    <a:pt x="2163132" y="241097"/>
                  </a:lnTo>
                  <a:lnTo>
                    <a:pt x="2164385" y="236785"/>
                  </a:lnTo>
                  <a:lnTo>
                    <a:pt x="2165639" y="232255"/>
                  </a:lnTo>
                  <a:lnTo>
                    <a:pt x="2166892" y="227520"/>
                  </a:lnTo>
                  <a:lnTo>
                    <a:pt x="2168145" y="222582"/>
                  </a:lnTo>
                  <a:lnTo>
                    <a:pt x="2169398" y="217486"/>
                  </a:lnTo>
                  <a:lnTo>
                    <a:pt x="2170652" y="212279"/>
                  </a:lnTo>
                  <a:lnTo>
                    <a:pt x="2171905" y="206998"/>
                  </a:lnTo>
                  <a:lnTo>
                    <a:pt x="2173158" y="201688"/>
                  </a:lnTo>
                  <a:lnTo>
                    <a:pt x="2174411" y="196349"/>
                  </a:lnTo>
                  <a:lnTo>
                    <a:pt x="2175664" y="190966"/>
                  </a:lnTo>
                  <a:lnTo>
                    <a:pt x="2176918" y="185583"/>
                  </a:lnTo>
                  <a:lnTo>
                    <a:pt x="2178171" y="180205"/>
                  </a:lnTo>
                  <a:lnTo>
                    <a:pt x="2179424" y="174852"/>
                  </a:lnTo>
                  <a:lnTo>
                    <a:pt x="2180677" y="169539"/>
                  </a:lnTo>
                  <a:lnTo>
                    <a:pt x="2181930" y="164283"/>
                  </a:lnTo>
                  <a:lnTo>
                    <a:pt x="2183184" y="159122"/>
                  </a:lnTo>
                  <a:lnTo>
                    <a:pt x="2184437" y="154076"/>
                  </a:lnTo>
                  <a:lnTo>
                    <a:pt x="2185690" y="149170"/>
                  </a:lnTo>
                  <a:lnTo>
                    <a:pt x="2186943" y="144418"/>
                  </a:lnTo>
                  <a:lnTo>
                    <a:pt x="2188197" y="139810"/>
                  </a:lnTo>
                  <a:lnTo>
                    <a:pt x="2189450" y="135321"/>
                  </a:lnTo>
                  <a:lnTo>
                    <a:pt x="2190703" y="130971"/>
                  </a:lnTo>
                  <a:lnTo>
                    <a:pt x="2191956" y="126740"/>
                  </a:lnTo>
                  <a:lnTo>
                    <a:pt x="2193209" y="122647"/>
                  </a:lnTo>
                  <a:lnTo>
                    <a:pt x="2194463" y="118721"/>
                  </a:lnTo>
                  <a:lnTo>
                    <a:pt x="2195716" y="114904"/>
                  </a:lnTo>
                  <a:lnTo>
                    <a:pt x="2196969" y="111181"/>
                  </a:lnTo>
                  <a:lnTo>
                    <a:pt x="2198222" y="107537"/>
                  </a:lnTo>
                  <a:lnTo>
                    <a:pt x="2199475" y="103972"/>
                  </a:lnTo>
                  <a:lnTo>
                    <a:pt x="2200729" y="100509"/>
                  </a:lnTo>
                  <a:lnTo>
                    <a:pt x="2201982" y="97174"/>
                  </a:lnTo>
                  <a:lnTo>
                    <a:pt x="2203235" y="93973"/>
                  </a:lnTo>
                  <a:lnTo>
                    <a:pt x="2204488" y="90913"/>
                  </a:lnTo>
                  <a:lnTo>
                    <a:pt x="2205742" y="87970"/>
                  </a:lnTo>
                  <a:lnTo>
                    <a:pt x="2206995" y="85137"/>
                  </a:lnTo>
                  <a:lnTo>
                    <a:pt x="2208248" y="82409"/>
                  </a:lnTo>
                  <a:lnTo>
                    <a:pt x="2209501" y="79770"/>
                  </a:lnTo>
                  <a:lnTo>
                    <a:pt x="2210754" y="77241"/>
                  </a:lnTo>
                  <a:lnTo>
                    <a:pt x="2212008" y="74820"/>
                  </a:lnTo>
                  <a:lnTo>
                    <a:pt x="2213261" y="72490"/>
                  </a:lnTo>
                  <a:lnTo>
                    <a:pt x="2214514" y="70277"/>
                  </a:lnTo>
                  <a:lnTo>
                    <a:pt x="2215767" y="68181"/>
                  </a:lnTo>
                  <a:lnTo>
                    <a:pt x="2217021" y="66194"/>
                  </a:lnTo>
                  <a:lnTo>
                    <a:pt x="2218274" y="64297"/>
                  </a:lnTo>
                  <a:lnTo>
                    <a:pt x="2219527" y="62459"/>
                  </a:lnTo>
                  <a:lnTo>
                    <a:pt x="2220780" y="60654"/>
                  </a:lnTo>
                  <a:lnTo>
                    <a:pt x="2222033" y="58891"/>
                  </a:lnTo>
                  <a:lnTo>
                    <a:pt x="2223287" y="57196"/>
                  </a:lnTo>
                  <a:lnTo>
                    <a:pt x="2224540" y="55582"/>
                  </a:lnTo>
                  <a:lnTo>
                    <a:pt x="2225793" y="54054"/>
                  </a:lnTo>
                  <a:lnTo>
                    <a:pt x="2227046" y="52636"/>
                  </a:lnTo>
                  <a:lnTo>
                    <a:pt x="2228299" y="51317"/>
                  </a:lnTo>
                  <a:lnTo>
                    <a:pt x="2229553" y="50062"/>
                  </a:lnTo>
                  <a:lnTo>
                    <a:pt x="2230806" y="48887"/>
                  </a:lnTo>
                  <a:lnTo>
                    <a:pt x="2232059" y="47798"/>
                  </a:lnTo>
                  <a:lnTo>
                    <a:pt x="2233312" y="46762"/>
                  </a:lnTo>
                  <a:lnTo>
                    <a:pt x="2234566" y="45766"/>
                  </a:lnTo>
                  <a:lnTo>
                    <a:pt x="2235819" y="44791"/>
                  </a:lnTo>
                  <a:lnTo>
                    <a:pt x="2237072" y="43832"/>
                  </a:lnTo>
                  <a:lnTo>
                    <a:pt x="2238325" y="42907"/>
                  </a:lnTo>
                  <a:lnTo>
                    <a:pt x="2239578" y="42009"/>
                  </a:lnTo>
                  <a:lnTo>
                    <a:pt x="2240832" y="41088"/>
                  </a:lnTo>
                  <a:lnTo>
                    <a:pt x="2242085" y="40121"/>
                  </a:lnTo>
                  <a:lnTo>
                    <a:pt x="2243338" y="39072"/>
                  </a:lnTo>
                  <a:lnTo>
                    <a:pt x="2244591" y="37931"/>
                  </a:lnTo>
                  <a:lnTo>
                    <a:pt x="2245845" y="36678"/>
                  </a:lnTo>
                  <a:lnTo>
                    <a:pt x="2247098" y="35297"/>
                  </a:lnTo>
                  <a:lnTo>
                    <a:pt x="2248351" y="33787"/>
                  </a:lnTo>
                  <a:lnTo>
                    <a:pt x="2249604" y="32139"/>
                  </a:lnTo>
                  <a:lnTo>
                    <a:pt x="2250857" y="30343"/>
                  </a:lnTo>
                  <a:lnTo>
                    <a:pt x="2252111" y="28439"/>
                  </a:lnTo>
                  <a:lnTo>
                    <a:pt x="2253364" y="26429"/>
                  </a:lnTo>
                  <a:lnTo>
                    <a:pt x="2254617" y="24346"/>
                  </a:lnTo>
                  <a:lnTo>
                    <a:pt x="2255870" y="22228"/>
                  </a:lnTo>
                  <a:lnTo>
                    <a:pt x="2257123" y="20083"/>
                  </a:lnTo>
                  <a:lnTo>
                    <a:pt x="2258377" y="17929"/>
                  </a:lnTo>
                  <a:lnTo>
                    <a:pt x="2259630" y="15805"/>
                  </a:lnTo>
                  <a:lnTo>
                    <a:pt x="2260883" y="13733"/>
                  </a:lnTo>
                  <a:lnTo>
                    <a:pt x="2262136" y="11757"/>
                  </a:lnTo>
                  <a:lnTo>
                    <a:pt x="2263390" y="9897"/>
                  </a:lnTo>
                  <a:lnTo>
                    <a:pt x="2264643" y="8155"/>
                  </a:lnTo>
                  <a:lnTo>
                    <a:pt x="2265896" y="6551"/>
                  </a:lnTo>
                  <a:lnTo>
                    <a:pt x="2267149" y="5074"/>
                  </a:lnTo>
                  <a:lnTo>
                    <a:pt x="2268402" y="3731"/>
                  </a:lnTo>
                  <a:lnTo>
                    <a:pt x="2269656" y="2546"/>
                  </a:lnTo>
                  <a:lnTo>
                    <a:pt x="2270909" y="1549"/>
                  </a:lnTo>
                  <a:lnTo>
                    <a:pt x="2272162" y="790"/>
                  </a:lnTo>
                  <a:lnTo>
                    <a:pt x="2273415" y="285"/>
                  </a:lnTo>
                  <a:lnTo>
                    <a:pt x="2274669" y="18"/>
                  </a:lnTo>
                  <a:lnTo>
                    <a:pt x="2275922" y="0"/>
                  </a:lnTo>
                  <a:lnTo>
                    <a:pt x="2277175" y="208"/>
                  </a:lnTo>
                  <a:lnTo>
                    <a:pt x="2278428" y="626"/>
                  </a:lnTo>
                  <a:lnTo>
                    <a:pt x="2279681" y="1244"/>
                  </a:lnTo>
                  <a:lnTo>
                    <a:pt x="2280935" y="2061"/>
                  </a:lnTo>
                  <a:lnTo>
                    <a:pt x="2282188" y="3101"/>
                  </a:lnTo>
                  <a:lnTo>
                    <a:pt x="2283441" y="4386"/>
                  </a:lnTo>
                  <a:lnTo>
                    <a:pt x="2284694" y="5908"/>
                  </a:lnTo>
                  <a:lnTo>
                    <a:pt x="2285947" y="7655"/>
                  </a:lnTo>
                  <a:lnTo>
                    <a:pt x="2287201" y="9611"/>
                  </a:lnTo>
                  <a:lnTo>
                    <a:pt x="2288454" y="11773"/>
                  </a:lnTo>
                  <a:lnTo>
                    <a:pt x="2289707" y="14114"/>
                  </a:lnTo>
                  <a:lnTo>
                    <a:pt x="2290960" y="16596"/>
                  </a:lnTo>
                  <a:lnTo>
                    <a:pt x="2292214" y="19240"/>
                  </a:lnTo>
                  <a:lnTo>
                    <a:pt x="2293467" y="22036"/>
                  </a:lnTo>
                  <a:lnTo>
                    <a:pt x="2294720" y="24949"/>
                  </a:lnTo>
                  <a:lnTo>
                    <a:pt x="2295973" y="27991"/>
                  </a:lnTo>
                  <a:lnTo>
                    <a:pt x="2297226" y="31145"/>
                  </a:lnTo>
                  <a:lnTo>
                    <a:pt x="2298480" y="34407"/>
                  </a:lnTo>
                  <a:lnTo>
                    <a:pt x="2299733" y="37763"/>
                  </a:lnTo>
                  <a:lnTo>
                    <a:pt x="2300986" y="41179"/>
                  </a:lnTo>
                  <a:lnTo>
                    <a:pt x="2302239" y="44617"/>
                  </a:lnTo>
                  <a:lnTo>
                    <a:pt x="2303493" y="48118"/>
                  </a:lnTo>
                  <a:lnTo>
                    <a:pt x="2304746" y="51703"/>
                  </a:lnTo>
                  <a:lnTo>
                    <a:pt x="2305999" y="55418"/>
                  </a:lnTo>
                  <a:lnTo>
                    <a:pt x="2307252" y="59258"/>
                  </a:lnTo>
                  <a:lnTo>
                    <a:pt x="2308505" y="63215"/>
                  </a:lnTo>
                  <a:lnTo>
                    <a:pt x="2309759" y="67293"/>
                  </a:lnTo>
                  <a:lnTo>
                    <a:pt x="2311012" y="71490"/>
                  </a:lnTo>
                  <a:lnTo>
                    <a:pt x="2312265" y="75794"/>
                  </a:lnTo>
                  <a:lnTo>
                    <a:pt x="2313518" y="80216"/>
                  </a:lnTo>
                  <a:lnTo>
                    <a:pt x="2314771" y="84754"/>
                  </a:lnTo>
                  <a:lnTo>
                    <a:pt x="2316025" y="89415"/>
                  </a:lnTo>
                  <a:lnTo>
                    <a:pt x="2317278" y="94190"/>
                  </a:lnTo>
                  <a:lnTo>
                    <a:pt x="2318531" y="99045"/>
                  </a:lnTo>
                  <a:lnTo>
                    <a:pt x="2319784" y="103954"/>
                  </a:lnTo>
                  <a:lnTo>
                    <a:pt x="2321038" y="108936"/>
                  </a:lnTo>
                  <a:lnTo>
                    <a:pt x="2322291" y="113954"/>
                  </a:lnTo>
                  <a:lnTo>
                    <a:pt x="2323544" y="118976"/>
                  </a:lnTo>
                  <a:lnTo>
                    <a:pt x="2324797" y="123955"/>
                  </a:lnTo>
                  <a:lnTo>
                    <a:pt x="2326050" y="128841"/>
                  </a:lnTo>
                  <a:lnTo>
                    <a:pt x="2327304" y="133587"/>
                  </a:lnTo>
                  <a:lnTo>
                    <a:pt x="2328557" y="138169"/>
                  </a:lnTo>
                  <a:lnTo>
                    <a:pt x="2329810" y="142584"/>
                  </a:lnTo>
                  <a:lnTo>
                    <a:pt x="2331063" y="146856"/>
                  </a:lnTo>
                  <a:lnTo>
                    <a:pt x="2332317" y="151005"/>
                  </a:lnTo>
                  <a:lnTo>
                    <a:pt x="2333570" y="155028"/>
                  </a:lnTo>
                  <a:lnTo>
                    <a:pt x="2334823" y="158870"/>
                  </a:lnTo>
                  <a:lnTo>
                    <a:pt x="2336076" y="162511"/>
                  </a:lnTo>
                  <a:lnTo>
                    <a:pt x="2337329" y="165945"/>
                  </a:lnTo>
                  <a:lnTo>
                    <a:pt x="2338583" y="169197"/>
                  </a:lnTo>
                  <a:lnTo>
                    <a:pt x="2339836" y="172294"/>
                  </a:lnTo>
                  <a:lnTo>
                    <a:pt x="2341089" y="175284"/>
                  </a:lnTo>
                  <a:lnTo>
                    <a:pt x="2342342" y="178183"/>
                  </a:lnTo>
                  <a:lnTo>
                    <a:pt x="2343595" y="180977"/>
                  </a:lnTo>
                  <a:lnTo>
                    <a:pt x="2344849" y="183699"/>
                  </a:lnTo>
                  <a:lnTo>
                    <a:pt x="2346102" y="186365"/>
                  </a:lnTo>
                  <a:lnTo>
                    <a:pt x="2347355" y="188994"/>
                  </a:lnTo>
                  <a:lnTo>
                    <a:pt x="2348608" y="191604"/>
                  </a:lnTo>
                  <a:lnTo>
                    <a:pt x="2349862" y="194197"/>
                  </a:lnTo>
                  <a:lnTo>
                    <a:pt x="2351115" y="196743"/>
                  </a:lnTo>
                  <a:lnTo>
                    <a:pt x="2352368" y="199208"/>
                  </a:lnTo>
                  <a:lnTo>
                    <a:pt x="2353621" y="201623"/>
                  </a:lnTo>
                  <a:lnTo>
                    <a:pt x="2354874" y="203987"/>
                  </a:lnTo>
                  <a:lnTo>
                    <a:pt x="2356128" y="206289"/>
                  </a:lnTo>
                  <a:lnTo>
                    <a:pt x="2357381" y="208543"/>
                  </a:lnTo>
                  <a:lnTo>
                    <a:pt x="2358634" y="210743"/>
                  </a:lnTo>
                  <a:lnTo>
                    <a:pt x="2359887" y="212880"/>
                  </a:lnTo>
                  <a:lnTo>
                    <a:pt x="2361140" y="214979"/>
                  </a:lnTo>
                  <a:lnTo>
                    <a:pt x="2362394" y="217041"/>
                  </a:lnTo>
                  <a:lnTo>
                    <a:pt x="2363647" y="219073"/>
                  </a:lnTo>
                  <a:lnTo>
                    <a:pt x="2364900" y="221113"/>
                  </a:lnTo>
                  <a:lnTo>
                    <a:pt x="2366153" y="223139"/>
                  </a:lnTo>
                  <a:lnTo>
                    <a:pt x="2367407" y="225103"/>
                  </a:lnTo>
                  <a:lnTo>
                    <a:pt x="2368660" y="226986"/>
                  </a:lnTo>
                  <a:lnTo>
                    <a:pt x="2369913" y="228787"/>
                  </a:lnTo>
                  <a:lnTo>
                    <a:pt x="2371166" y="230536"/>
                  </a:lnTo>
                  <a:lnTo>
                    <a:pt x="2372419" y="232247"/>
                  </a:lnTo>
                  <a:lnTo>
                    <a:pt x="2373673" y="233918"/>
                  </a:lnTo>
                  <a:lnTo>
                    <a:pt x="2374926" y="235555"/>
                  </a:lnTo>
                  <a:lnTo>
                    <a:pt x="2376179" y="237148"/>
                  </a:lnTo>
                  <a:lnTo>
                    <a:pt x="2377432" y="238690"/>
                  </a:lnTo>
                  <a:lnTo>
                    <a:pt x="2378686" y="240163"/>
                  </a:lnTo>
                  <a:lnTo>
                    <a:pt x="2379939" y="241547"/>
                  </a:lnTo>
                  <a:lnTo>
                    <a:pt x="2381192" y="242870"/>
                  </a:lnTo>
                  <a:lnTo>
                    <a:pt x="2382445" y="244151"/>
                  </a:lnTo>
                  <a:lnTo>
                    <a:pt x="2383698" y="245378"/>
                  </a:lnTo>
                  <a:lnTo>
                    <a:pt x="2384952" y="246561"/>
                  </a:lnTo>
                  <a:lnTo>
                    <a:pt x="2386205" y="247729"/>
                  </a:lnTo>
                  <a:lnTo>
                    <a:pt x="2387458" y="248885"/>
                  </a:lnTo>
                  <a:lnTo>
                    <a:pt x="2388711" y="250047"/>
                  </a:lnTo>
                  <a:lnTo>
                    <a:pt x="2389964" y="251249"/>
                  </a:lnTo>
                  <a:lnTo>
                    <a:pt x="2391218" y="252501"/>
                  </a:lnTo>
                  <a:lnTo>
                    <a:pt x="2392471" y="253805"/>
                  </a:lnTo>
                  <a:lnTo>
                    <a:pt x="2393724" y="255170"/>
                  </a:lnTo>
                  <a:lnTo>
                    <a:pt x="2394977" y="256614"/>
                  </a:lnTo>
                  <a:lnTo>
                    <a:pt x="2396231" y="258110"/>
                  </a:lnTo>
                  <a:lnTo>
                    <a:pt x="2397484" y="259675"/>
                  </a:lnTo>
                  <a:lnTo>
                    <a:pt x="2398737" y="261333"/>
                  </a:lnTo>
                  <a:lnTo>
                    <a:pt x="2399990" y="263057"/>
                  </a:lnTo>
                  <a:lnTo>
                    <a:pt x="2401243" y="264822"/>
                  </a:lnTo>
                  <a:lnTo>
                    <a:pt x="2402497" y="266600"/>
                  </a:lnTo>
                  <a:lnTo>
                    <a:pt x="2403750" y="268357"/>
                  </a:lnTo>
                  <a:lnTo>
                    <a:pt x="2405003" y="270089"/>
                  </a:lnTo>
                  <a:lnTo>
                    <a:pt x="2406256" y="271829"/>
                  </a:lnTo>
                  <a:lnTo>
                    <a:pt x="2407510" y="273578"/>
                  </a:lnTo>
                  <a:lnTo>
                    <a:pt x="2408763" y="275313"/>
                  </a:lnTo>
                  <a:lnTo>
                    <a:pt x="2410016" y="277023"/>
                  </a:lnTo>
                  <a:lnTo>
                    <a:pt x="2411269" y="278702"/>
                  </a:lnTo>
                  <a:lnTo>
                    <a:pt x="2412522" y="280328"/>
                  </a:lnTo>
                  <a:lnTo>
                    <a:pt x="2413776" y="281884"/>
                  </a:lnTo>
                  <a:lnTo>
                    <a:pt x="2415029" y="283391"/>
                  </a:lnTo>
                  <a:lnTo>
                    <a:pt x="2416282" y="284836"/>
                  </a:lnTo>
                  <a:lnTo>
                    <a:pt x="2417535" y="286198"/>
                  </a:lnTo>
                  <a:lnTo>
                    <a:pt x="2418788" y="287505"/>
                  </a:lnTo>
                  <a:lnTo>
                    <a:pt x="2420042" y="288784"/>
                  </a:lnTo>
                  <a:lnTo>
                    <a:pt x="2421295" y="290054"/>
                  </a:lnTo>
                  <a:lnTo>
                    <a:pt x="2422548" y="291336"/>
                  </a:lnTo>
                  <a:lnTo>
                    <a:pt x="2423801" y="292614"/>
                  </a:lnTo>
                  <a:lnTo>
                    <a:pt x="2425055" y="293891"/>
                  </a:lnTo>
                  <a:lnTo>
                    <a:pt x="2426308" y="295166"/>
                  </a:lnTo>
                  <a:lnTo>
                    <a:pt x="2427561" y="296439"/>
                  </a:lnTo>
                  <a:lnTo>
                    <a:pt x="2428814" y="297689"/>
                  </a:lnTo>
                  <a:lnTo>
                    <a:pt x="2430067" y="298970"/>
                  </a:lnTo>
                  <a:lnTo>
                    <a:pt x="2431321" y="300317"/>
                  </a:lnTo>
                  <a:lnTo>
                    <a:pt x="2432574" y="301747"/>
                  </a:lnTo>
                  <a:lnTo>
                    <a:pt x="2433827" y="303251"/>
                  </a:lnTo>
                  <a:lnTo>
                    <a:pt x="2435080" y="304828"/>
                  </a:lnTo>
                  <a:lnTo>
                    <a:pt x="2436334" y="306492"/>
                  </a:lnTo>
                  <a:lnTo>
                    <a:pt x="2437587" y="308246"/>
                  </a:lnTo>
                  <a:lnTo>
                    <a:pt x="2438840" y="310092"/>
                  </a:lnTo>
                  <a:lnTo>
                    <a:pt x="2440093" y="312033"/>
                  </a:lnTo>
                  <a:lnTo>
                    <a:pt x="2441346" y="314067"/>
                  </a:lnTo>
                  <a:lnTo>
                    <a:pt x="2442600" y="316205"/>
                  </a:lnTo>
                  <a:lnTo>
                    <a:pt x="2443853" y="318421"/>
                  </a:lnTo>
                  <a:lnTo>
                    <a:pt x="2445106" y="320686"/>
                  </a:lnTo>
                  <a:lnTo>
                    <a:pt x="2446359" y="322972"/>
                  </a:lnTo>
                  <a:lnTo>
                    <a:pt x="2447612" y="325284"/>
                  </a:lnTo>
                  <a:lnTo>
                    <a:pt x="2448866" y="327577"/>
                  </a:lnTo>
                  <a:lnTo>
                    <a:pt x="2450119" y="329838"/>
                  </a:lnTo>
                  <a:lnTo>
                    <a:pt x="2451372" y="332083"/>
                  </a:lnTo>
                  <a:lnTo>
                    <a:pt x="2452625" y="334309"/>
                  </a:lnTo>
                  <a:lnTo>
                    <a:pt x="2453879" y="336509"/>
                  </a:lnTo>
                  <a:lnTo>
                    <a:pt x="2455132" y="338695"/>
                  </a:lnTo>
                  <a:lnTo>
                    <a:pt x="2456385" y="340864"/>
                  </a:lnTo>
                  <a:lnTo>
                    <a:pt x="2457638" y="342980"/>
                  </a:lnTo>
                  <a:lnTo>
                    <a:pt x="2458891" y="345015"/>
                  </a:lnTo>
                  <a:lnTo>
                    <a:pt x="2460145" y="346983"/>
                  </a:lnTo>
                  <a:lnTo>
                    <a:pt x="2461398" y="348862"/>
                  </a:lnTo>
                  <a:lnTo>
                    <a:pt x="2462651" y="350691"/>
                  </a:lnTo>
                  <a:lnTo>
                    <a:pt x="2463904" y="352519"/>
                  </a:lnTo>
                  <a:lnTo>
                    <a:pt x="2465158" y="354402"/>
                  </a:lnTo>
                  <a:lnTo>
                    <a:pt x="2466411" y="356370"/>
                  </a:lnTo>
                  <a:lnTo>
                    <a:pt x="2467664" y="358460"/>
                  </a:lnTo>
                  <a:lnTo>
                    <a:pt x="2468917" y="360650"/>
                  </a:lnTo>
                  <a:lnTo>
                    <a:pt x="2470170" y="362898"/>
                  </a:lnTo>
                  <a:lnTo>
                    <a:pt x="2471424" y="365180"/>
                  </a:lnTo>
                  <a:lnTo>
                    <a:pt x="2472677" y="367492"/>
                  </a:lnTo>
                  <a:lnTo>
                    <a:pt x="2473930" y="369815"/>
                  </a:lnTo>
                  <a:lnTo>
                    <a:pt x="2475183" y="372146"/>
                  </a:lnTo>
                  <a:lnTo>
                    <a:pt x="2476436" y="374529"/>
                  </a:lnTo>
                  <a:lnTo>
                    <a:pt x="2477690" y="377023"/>
                  </a:lnTo>
                  <a:lnTo>
                    <a:pt x="2478943" y="379665"/>
                  </a:lnTo>
                  <a:lnTo>
                    <a:pt x="2480196" y="382533"/>
                  </a:lnTo>
                  <a:lnTo>
                    <a:pt x="2481449" y="385615"/>
                  </a:lnTo>
                  <a:lnTo>
                    <a:pt x="2482703" y="388869"/>
                  </a:lnTo>
                  <a:lnTo>
                    <a:pt x="2483956" y="392275"/>
                  </a:lnTo>
                  <a:lnTo>
                    <a:pt x="2485209" y="395839"/>
                  </a:lnTo>
                  <a:lnTo>
                    <a:pt x="2486462" y="399563"/>
                  </a:lnTo>
                  <a:lnTo>
                    <a:pt x="2487715" y="403456"/>
                  </a:lnTo>
                  <a:lnTo>
                    <a:pt x="2488969" y="407524"/>
                  </a:lnTo>
                  <a:lnTo>
                    <a:pt x="2490222" y="411795"/>
                  </a:lnTo>
                  <a:lnTo>
                    <a:pt x="2491475" y="416296"/>
                  </a:lnTo>
                  <a:lnTo>
                    <a:pt x="2492728" y="421020"/>
                  </a:lnTo>
                  <a:lnTo>
                    <a:pt x="2493982" y="425927"/>
                  </a:lnTo>
                  <a:lnTo>
                    <a:pt x="2495235" y="431007"/>
                  </a:lnTo>
                  <a:lnTo>
                    <a:pt x="2496488" y="436216"/>
                  </a:lnTo>
                  <a:lnTo>
                    <a:pt x="2497741" y="441545"/>
                  </a:lnTo>
                  <a:lnTo>
                    <a:pt x="2498994" y="446925"/>
                  </a:lnTo>
                  <a:lnTo>
                    <a:pt x="2500248" y="452306"/>
                  </a:lnTo>
                  <a:lnTo>
                    <a:pt x="2501501" y="457717"/>
                  </a:lnTo>
                  <a:lnTo>
                    <a:pt x="2502754" y="463157"/>
                  </a:lnTo>
                  <a:lnTo>
                    <a:pt x="2504007" y="468619"/>
                  </a:lnTo>
                  <a:lnTo>
                    <a:pt x="2505260" y="474104"/>
                  </a:lnTo>
                  <a:lnTo>
                    <a:pt x="2506514" y="479628"/>
                  </a:lnTo>
                  <a:lnTo>
                    <a:pt x="2507767" y="485221"/>
                  </a:lnTo>
                  <a:lnTo>
                    <a:pt x="2509020" y="490907"/>
                  </a:lnTo>
                  <a:lnTo>
                    <a:pt x="2510273" y="496702"/>
                  </a:lnTo>
                  <a:lnTo>
                    <a:pt x="2511527" y="502613"/>
                  </a:lnTo>
                  <a:lnTo>
                    <a:pt x="2512780" y="508660"/>
                  </a:lnTo>
                  <a:lnTo>
                    <a:pt x="2514033" y="514828"/>
                  </a:lnTo>
                  <a:lnTo>
                    <a:pt x="2515286" y="521121"/>
                  </a:lnTo>
                  <a:lnTo>
                    <a:pt x="2516539" y="527538"/>
                  </a:lnTo>
                  <a:lnTo>
                    <a:pt x="2517793" y="534104"/>
                  </a:lnTo>
                  <a:lnTo>
                    <a:pt x="2519046" y="540841"/>
                  </a:lnTo>
                  <a:lnTo>
                    <a:pt x="2520299" y="547735"/>
                  </a:lnTo>
                  <a:lnTo>
                    <a:pt x="2521552" y="554807"/>
                  </a:lnTo>
                  <a:lnTo>
                    <a:pt x="2522805" y="562052"/>
                  </a:lnTo>
                  <a:lnTo>
                    <a:pt x="2524059" y="569474"/>
                  </a:lnTo>
                  <a:lnTo>
                    <a:pt x="2525312" y="577065"/>
                  </a:lnTo>
                  <a:lnTo>
                    <a:pt x="2526565" y="584784"/>
                  </a:lnTo>
                  <a:lnTo>
                    <a:pt x="2527818" y="592583"/>
                  </a:lnTo>
                  <a:lnTo>
                    <a:pt x="2529072" y="600372"/>
                  </a:lnTo>
                  <a:lnTo>
                    <a:pt x="2530325" y="608108"/>
                  </a:lnTo>
                  <a:lnTo>
                    <a:pt x="2531578" y="615778"/>
                  </a:lnTo>
                  <a:lnTo>
                    <a:pt x="2532831" y="623388"/>
                  </a:lnTo>
                  <a:lnTo>
                    <a:pt x="2534084" y="630951"/>
                  </a:lnTo>
                  <a:lnTo>
                    <a:pt x="2535338" y="638478"/>
                  </a:lnTo>
                  <a:lnTo>
                    <a:pt x="2536591" y="645939"/>
                  </a:lnTo>
                  <a:lnTo>
                    <a:pt x="2537844" y="653333"/>
                  </a:lnTo>
                  <a:lnTo>
                    <a:pt x="2539097" y="660632"/>
                  </a:lnTo>
                  <a:lnTo>
                    <a:pt x="2540351" y="667795"/>
                  </a:lnTo>
                  <a:lnTo>
                    <a:pt x="2541604" y="674777"/>
                  </a:lnTo>
                  <a:lnTo>
                    <a:pt x="2542857" y="681493"/>
                  </a:lnTo>
                  <a:lnTo>
                    <a:pt x="2544110" y="687892"/>
                  </a:lnTo>
                  <a:lnTo>
                    <a:pt x="2545363" y="694014"/>
                  </a:lnTo>
                  <a:lnTo>
                    <a:pt x="2546617" y="699859"/>
                  </a:lnTo>
                  <a:lnTo>
                    <a:pt x="2547870" y="705436"/>
                  </a:lnTo>
                  <a:lnTo>
                    <a:pt x="2549123" y="710732"/>
                  </a:lnTo>
                  <a:lnTo>
                    <a:pt x="2550376" y="715732"/>
                  </a:lnTo>
                  <a:lnTo>
                    <a:pt x="2551629" y="720435"/>
                  </a:lnTo>
                  <a:lnTo>
                    <a:pt x="2552883" y="724804"/>
                  </a:lnTo>
                  <a:lnTo>
                    <a:pt x="2554136" y="728840"/>
                  </a:lnTo>
                  <a:lnTo>
                    <a:pt x="2555389" y="732527"/>
                  </a:lnTo>
                  <a:lnTo>
                    <a:pt x="2556642" y="735876"/>
                  </a:lnTo>
                  <a:lnTo>
                    <a:pt x="2557896" y="738905"/>
                  </a:lnTo>
                  <a:lnTo>
                    <a:pt x="2559149" y="741634"/>
                  </a:lnTo>
                  <a:lnTo>
                    <a:pt x="2560402" y="744057"/>
                  </a:lnTo>
                  <a:lnTo>
                    <a:pt x="2561655" y="746224"/>
                  </a:lnTo>
                  <a:lnTo>
                    <a:pt x="2562908" y="748210"/>
                  </a:lnTo>
                  <a:lnTo>
                    <a:pt x="2564162" y="749987"/>
                  </a:lnTo>
                  <a:lnTo>
                    <a:pt x="2565415" y="751504"/>
                  </a:lnTo>
                  <a:lnTo>
                    <a:pt x="2566668" y="752749"/>
                  </a:lnTo>
                  <a:lnTo>
                    <a:pt x="2567921" y="753709"/>
                  </a:lnTo>
                  <a:lnTo>
                    <a:pt x="2569175" y="754373"/>
                  </a:lnTo>
                  <a:lnTo>
                    <a:pt x="2570428" y="754729"/>
                  </a:lnTo>
                  <a:lnTo>
                    <a:pt x="2571681" y="754772"/>
                  </a:lnTo>
                  <a:lnTo>
                    <a:pt x="2572934" y="754482"/>
                  </a:lnTo>
                  <a:lnTo>
                    <a:pt x="2574187" y="753877"/>
                  </a:lnTo>
                  <a:lnTo>
                    <a:pt x="2575441" y="752972"/>
                  </a:lnTo>
                  <a:lnTo>
                    <a:pt x="2576694" y="751768"/>
                  </a:lnTo>
                  <a:lnTo>
                    <a:pt x="2577947" y="750286"/>
                  </a:lnTo>
                  <a:lnTo>
                    <a:pt x="2579200" y="748527"/>
                  </a:lnTo>
                  <a:lnTo>
                    <a:pt x="2580453" y="746464"/>
                  </a:lnTo>
                  <a:lnTo>
                    <a:pt x="2581707" y="744032"/>
                  </a:lnTo>
                  <a:lnTo>
                    <a:pt x="2582960" y="741223"/>
                  </a:lnTo>
                  <a:lnTo>
                    <a:pt x="2584213" y="738062"/>
                  </a:lnTo>
                  <a:lnTo>
                    <a:pt x="2585466" y="734539"/>
                  </a:lnTo>
                  <a:lnTo>
                    <a:pt x="2586720" y="730672"/>
                  </a:lnTo>
                  <a:lnTo>
                    <a:pt x="2587973" y="726457"/>
                  </a:lnTo>
                  <a:lnTo>
                    <a:pt x="2589226" y="721894"/>
                  </a:lnTo>
                  <a:lnTo>
                    <a:pt x="2590479" y="716978"/>
                  </a:lnTo>
                  <a:lnTo>
                    <a:pt x="2591732" y="711750"/>
                  </a:lnTo>
                  <a:lnTo>
                    <a:pt x="2592986" y="706242"/>
                  </a:lnTo>
                  <a:lnTo>
                    <a:pt x="2594239" y="700443"/>
                  </a:lnTo>
                  <a:lnTo>
                    <a:pt x="2595492" y="694340"/>
                  </a:lnTo>
                  <a:lnTo>
                    <a:pt x="2596745" y="687937"/>
                  </a:lnTo>
                  <a:lnTo>
                    <a:pt x="2597999" y="681241"/>
                  </a:lnTo>
                  <a:lnTo>
                    <a:pt x="2599252" y="674319"/>
                  </a:lnTo>
                  <a:lnTo>
                    <a:pt x="2600505" y="667227"/>
                  </a:lnTo>
                  <a:lnTo>
                    <a:pt x="2601758" y="659986"/>
                  </a:lnTo>
                  <a:lnTo>
                    <a:pt x="2603011" y="652614"/>
                  </a:lnTo>
                  <a:lnTo>
                    <a:pt x="2604265" y="645170"/>
                  </a:lnTo>
                  <a:lnTo>
                    <a:pt x="2605518" y="637695"/>
                  </a:lnTo>
                  <a:lnTo>
                    <a:pt x="2606771" y="630273"/>
                  </a:lnTo>
                  <a:lnTo>
                    <a:pt x="2608024" y="622919"/>
                  </a:lnTo>
                  <a:lnTo>
                    <a:pt x="2609277" y="615661"/>
                  </a:lnTo>
                  <a:lnTo>
                    <a:pt x="2610531" y="608505"/>
                  </a:lnTo>
                  <a:lnTo>
                    <a:pt x="2611784" y="601457"/>
                  </a:lnTo>
                  <a:lnTo>
                    <a:pt x="2613037" y="594522"/>
                  </a:lnTo>
                  <a:lnTo>
                    <a:pt x="2614290" y="587704"/>
                  </a:lnTo>
                  <a:lnTo>
                    <a:pt x="2615544" y="581006"/>
                  </a:lnTo>
                  <a:lnTo>
                    <a:pt x="2616797" y="574437"/>
                  </a:lnTo>
                  <a:lnTo>
                    <a:pt x="2618050" y="567942"/>
                  </a:lnTo>
                  <a:lnTo>
                    <a:pt x="2619303" y="561525"/>
                  </a:lnTo>
                  <a:lnTo>
                    <a:pt x="2620556" y="555182"/>
                  </a:lnTo>
                  <a:lnTo>
                    <a:pt x="2621810" y="548910"/>
                  </a:lnTo>
                  <a:lnTo>
                    <a:pt x="2623063" y="542719"/>
                  </a:lnTo>
                  <a:lnTo>
                    <a:pt x="2624316" y="536669"/>
                  </a:lnTo>
                  <a:lnTo>
                    <a:pt x="2625569" y="530739"/>
                  </a:lnTo>
                  <a:lnTo>
                    <a:pt x="2626823" y="524942"/>
                  </a:lnTo>
                  <a:lnTo>
                    <a:pt x="2628076" y="519365"/>
                  </a:lnTo>
                  <a:lnTo>
                    <a:pt x="2629329" y="514051"/>
                  </a:lnTo>
                  <a:lnTo>
                    <a:pt x="2630582" y="509036"/>
                  </a:lnTo>
                  <a:lnTo>
                    <a:pt x="2631835" y="504345"/>
                  </a:lnTo>
                  <a:lnTo>
                    <a:pt x="2633089" y="499973"/>
                  </a:lnTo>
                  <a:lnTo>
                    <a:pt x="2634342" y="495920"/>
                  </a:lnTo>
                  <a:lnTo>
                    <a:pt x="2635595" y="492179"/>
                  </a:lnTo>
                  <a:lnTo>
                    <a:pt x="2636848" y="488787"/>
                  </a:lnTo>
                  <a:lnTo>
                    <a:pt x="2638101" y="485738"/>
                  </a:lnTo>
                  <a:lnTo>
                    <a:pt x="2639355" y="483045"/>
                  </a:lnTo>
                  <a:lnTo>
                    <a:pt x="2640608" y="480712"/>
                  </a:lnTo>
                  <a:lnTo>
                    <a:pt x="2641861" y="478729"/>
                  </a:lnTo>
                  <a:lnTo>
                    <a:pt x="2643114" y="477023"/>
                  </a:lnTo>
                  <a:lnTo>
                    <a:pt x="2644368" y="475623"/>
                  </a:lnTo>
                  <a:lnTo>
                    <a:pt x="2645621" y="474522"/>
                  </a:lnTo>
                  <a:lnTo>
                    <a:pt x="2646874" y="473689"/>
                  </a:lnTo>
                  <a:lnTo>
                    <a:pt x="2648127" y="473119"/>
                  </a:lnTo>
                  <a:lnTo>
                    <a:pt x="2649380" y="472809"/>
                  </a:lnTo>
                  <a:lnTo>
                    <a:pt x="2650634" y="472749"/>
                  </a:lnTo>
                  <a:lnTo>
                    <a:pt x="2651887" y="472943"/>
                  </a:lnTo>
                  <a:lnTo>
                    <a:pt x="2653140" y="473410"/>
                  </a:lnTo>
                  <a:lnTo>
                    <a:pt x="2654393" y="474182"/>
                  </a:lnTo>
                  <a:lnTo>
                    <a:pt x="2655647" y="475204"/>
                  </a:lnTo>
                  <a:lnTo>
                    <a:pt x="2656900" y="476512"/>
                  </a:lnTo>
                  <a:lnTo>
                    <a:pt x="2658153" y="478123"/>
                  </a:lnTo>
                  <a:lnTo>
                    <a:pt x="2659406" y="480042"/>
                  </a:lnTo>
                  <a:lnTo>
                    <a:pt x="2660659" y="482259"/>
                  </a:lnTo>
                  <a:lnTo>
                    <a:pt x="2661913" y="484800"/>
                  </a:lnTo>
                  <a:lnTo>
                    <a:pt x="2663166" y="487635"/>
                  </a:lnTo>
                  <a:lnTo>
                    <a:pt x="2664419" y="490799"/>
                  </a:lnTo>
                  <a:lnTo>
                    <a:pt x="2665672" y="494291"/>
                  </a:lnTo>
                  <a:lnTo>
                    <a:pt x="2666925" y="498059"/>
                  </a:lnTo>
                  <a:lnTo>
                    <a:pt x="2668179" y="502054"/>
                  </a:lnTo>
                  <a:lnTo>
                    <a:pt x="2669432" y="506244"/>
                  </a:lnTo>
                  <a:lnTo>
                    <a:pt x="2670685" y="510606"/>
                  </a:lnTo>
                  <a:lnTo>
                    <a:pt x="2671938" y="515130"/>
                  </a:lnTo>
                  <a:lnTo>
                    <a:pt x="2673192" y="519778"/>
                  </a:lnTo>
                  <a:lnTo>
                    <a:pt x="2674445" y="524537"/>
                  </a:lnTo>
                  <a:lnTo>
                    <a:pt x="2675698" y="529406"/>
                  </a:lnTo>
                  <a:lnTo>
                    <a:pt x="2676951" y="534364"/>
                  </a:lnTo>
                  <a:lnTo>
                    <a:pt x="2678204" y="539421"/>
                  </a:lnTo>
                  <a:lnTo>
                    <a:pt x="2679458" y="544583"/>
                  </a:lnTo>
                  <a:lnTo>
                    <a:pt x="2680711" y="549898"/>
                  </a:lnTo>
                  <a:lnTo>
                    <a:pt x="2681964" y="555394"/>
                  </a:lnTo>
                  <a:lnTo>
                    <a:pt x="2683217" y="561056"/>
                  </a:lnTo>
                  <a:lnTo>
                    <a:pt x="2684470" y="566892"/>
                  </a:lnTo>
                  <a:lnTo>
                    <a:pt x="2685724" y="572892"/>
                  </a:lnTo>
                  <a:lnTo>
                    <a:pt x="2686977" y="579006"/>
                  </a:lnTo>
                  <a:lnTo>
                    <a:pt x="2688230" y="585208"/>
                  </a:lnTo>
                  <a:lnTo>
                    <a:pt x="2689483" y="591481"/>
                  </a:lnTo>
                  <a:lnTo>
                    <a:pt x="2690737" y="597773"/>
                  </a:lnTo>
                  <a:lnTo>
                    <a:pt x="2691990" y="604061"/>
                  </a:lnTo>
                  <a:lnTo>
                    <a:pt x="2693243" y="610352"/>
                  </a:lnTo>
                  <a:lnTo>
                    <a:pt x="2694496" y="616644"/>
                  </a:lnTo>
                  <a:lnTo>
                    <a:pt x="2695749" y="622992"/>
                  </a:lnTo>
                  <a:lnTo>
                    <a:pt x="2697003" y="629424"/>
                  </a:lnTo>
                  <a:lnTo>
                    <a:pt x="2698256" y="635938"/>
                  </a:lnTo>
                  <a:lnTo>
                    <a:pt x="2699509" y="642500"/>
                  </a:lnTo>
                  <a:lnTo>
                    <a:pt x="2700762" y="649069"/>
                  </a:lnTo>
                  <a:lnTo>
                    <a:pt x="2702016" y="655625"/>
                  </a:lnTo>
                  <a:lnTo>
                    <a:pt x="2703269" y="662171"/>
                  </a:lnTo>
                  <a:lnTo>
                    <a:pt x="2704522" y="668726"/>
                  </a:lnTo>
                  <a:lnTo>
                    <a:pt x="2705775" y="675325"/>
                  </a:lnTo>
                  <a:lnTo>
                    <a:pt x="2707028" y="681993"/>
                  </a:lnTo>
                  <a:lnTo>
                    <a:pt x="2708282" y="688759"/>
                  </a:lnTo>
                  <a:lnTo>
                    <a:pt x="2709535" y="695682"/>
                  </a:lnTo>
                  <a:lnTo>
                    <a:pt x="2710788" y="702781"/>
                  </a:lnTo>
                  <a:lnTo>
                    <a:pt x="2712041" y="710051"/>
                  </a:lnTo>
                  <a:lnTo>
                    <a:pt x="2713294" y="717497"/>
                  </a:lnTo>
                  <a:lnTo>
                    <a:pt x="2714548" y="725103"/>
                  </a:lnTo>
                  <a:lnTo>
                    <a:pt x="2715801" y="732844"/>
                  </a:lnTo>
                  <a:lnTo>
                    <a:pt x="2717054" y="740707"/>
                  </a:lnTo>
                  <a:lnTo>
                    <a:pt x="2718307" y="748711"/>
                  </a:lnTo>
                  <a:lnTo>
                    <a:pt x="2719561" y="756872"/>
                  </a:lnTo>
                  <a:lnTo>
                    <a:pt x="2720814" y="765181"/>
                  </a:lnTo>
                  <a:lnTo>
                    <a:pt x="2722067" y="773629"/>
                  </a:lnTo>
                  <a:lnTo>
                    <a:pt x="2723320" y="782223"/>
                  </a:lnTo>
                  <a:lnTo>
                    <a:pt x="2724573" y="790940"/>
                  </a:lnTo>
                  <a:lnTo>
                    <a:pt x="2725827" y="799766"/>
                  </a:lnTo>
                  <a:lnTo>
                    <a:pt x="2727080" y="808647"/>
                  </a:lnTo>
                  <a:lnTo>
                    <a:pt x="2728333" y="817517"/>
                  </a:lnTo>
                  <a:lnTo>
                    <a:pt x="2729586" y="826376"/>
                  </a:lnTo>
                  <a:lnTo>
                    <a:pt x="2730840" y="835243"/>
                  </a:lnTo>
                  <a:lnTo>
                    <a:pt x="2732093" y="844102"/>
                  </a:lnTo>
                  <a:lnTo>
                    <a:pt x="2733346" y="852932"/>
                  </a:lnTo>
                  <a:lnTo>
                    <a:pt x="2734599" y="861713"/>
                  </a:lnTo>
                  <a:lnTo>
                    <a:pt x="2735852" y="870438"/>
                  </a:lnTo>
                  <a:lnTo>
                    <a:pt x="2737106" y="879114"/>
                  </a:lnTo>
                  <a:lnTo>
                    <a:pt x="2738359" y="887751"/>
                  </a:lnTo>
                  <a:lnTo>
                    <a:pt x="2739612" y="896370"/>
                  </a:lnTo>
                  <a:lnTo>
                    <a:pt x="2740865" y="904987"/>
                  </a:lnTo>
                  <a:lnTo>
                    <a:pt x="2742118" y="913581"/>
                  </a:lnTo>
                  <a:lnTo>
                    <a:pt x="2743372" y="922152"/>
                  </a:lnTo>
                  <a:lnTo>
                    <a:pt x="2744625" y="930668"/>
                  </a:lnTo>
                  <a:lnTo>
                    <a:pt x="2745878" y="939128"/>
                  </a:lnTo>
                  <a:lnTo>
                    <a:pt x="2747131" y="947541"/>
                  </a:lnTo>
                  <a:lnTo>
                    <a:pt x="2748385" y="955920"/>
                  </a:lnTo>
                  <a:lnTo>
                    <a:pt x="2749638" y="964308"/>
                  </a:lnTo>
                  <a:lnTo>
                    <a:pt x="2750891" y="972734"/>
                  </a:lnTo>
                  <a:lnTo>
                    <a:pt x="2752144" y="981203"/>
                  </a:lnTo>
                  <a:lnTo>
                    <a:pt x="2753397" y="989730"/>
                  </a:lnTo>
                  <a:lnTo>
                    <a:pt x="2754651" y="998337"/>
                  </a:lnTo>
                  <a:lnTo>
                    <a:pt x="2755904" y="1007003"/>
                  </a:lnTo>
                  <a:lnTo>
                    <a:pt x="2757157" y="1015699"/>
                  </a:lnTo>
                  <a:lnTo>
                    <a:pt x="2758410" y="1024373"/>
                  </a:lnTo>
                  <a:lnTo>
                    <a:pt x="2759664" y="1032972"/>
                  </a:lnTo>
                  <a:lnTo>
                    <a:pt x="2760917" y="1041499"/>
                  </a:lnTo>
                  <a:lnTo>
                    <a:pt x="2762170" y="1049974"/>
                  </a:lnTo>
                  <a:lnTo>
                    <a:pt x="2763423" y="1058438"/>
                  </a:lnTo>
                  <a:lnTo>
                    <a:pt x="2764676" y="1066907"/>
                  </a:lnTo>
                  <a:lnTo>
                    <a:pt x="2765930" y="1075353"/>
                  </a:lnTo>
                  <a:lnTo>
                    <a:pt x="2767183" y="1083729"/>
                  </a:lnTo>
                  <a:lnTo>
                    <a:pt x="2768436" y="1092041"/>
                  </a:lnTo>
                  <a:lnTo>
                    <a:pt x="2769689" y="1100301"/>
                  </a:lnTo>
                  <a:lnTo>
                    <a:pt x="2770942" y="1108552"/>
                  </a:lnTo>
                  <a:lnTo>
                    <a:pt x="2772196" y="1116762"/>
                  </a:lnTo>
                  <a:lnTo>
                    <a:pt x="2773449" y="1124903"/>
                  </a:lnTo>
                  <a:lnTo>
                    <a:pt x="2774702" y="1132966"/>
                  </a:lnTo>
                  <a:lnTo>
                    <a:pt x="2775955" y="1140948"/>
                  </a:lnTo>
                  <a:lnTo>
                    <a:pt x="2777209" y="1148826"/>
                  </a:lnTo>
                  <a:lnTo>
                    <a:pt x="2778462" y="1156607"/>
                  </a:lnTo>
                  <a:lnTo>
                    <a:pt x="2779715" y="1164286"/>
                  </a:lnTo>
                  <a:lnTo>
                    <a:pt x="2780968" y="1171852"/>
                  </a:lnTo>
                  <a:lnTo>
                    <a:pt x="2782221" y="1179273"/>
                  </a:lnTo>
                  <a:lnTo>
                    <a:pt x="2783475" y="1186574"/>
                  </a:lnTo>
                  <a:lnTo>
                    <a:pt x="2784728" y="1193753"/>
                  </a:lnTo>
                  <a:lnTo>
                    <a:pt x="2785981" y="1200767"/>
                  </a:lnTo>
                  <a:lnTo>
                    <a:pt x="2787234" y="1207542"/>
                  </a:lnTo>
                  <a:lnTo>
                    <a:pt x="2788488" y="1214042"/>
                  </a:lnTo>
                  <a:lnTo>
                    <a:pt x="2789741" y="1220226"/>
                  </a:lnTo>
                  <a:lnTo>
                    <a:pt x="2790994" y="1226128"/>
                  </a:lnTo>
                  <a:lnTo>
                    <a:pt x="2792247" y="1231766"/>
                  </a:lnTo>
                  <a:lnTo>
                    <a:pt x="2793500" y="1237159"/>
                  </a:lnTo>
                  <a:lnTo>
                    <a:pt x="2794754" y="1242344"/>
                  </a:lnTo>
                  <a:lnTo>
                    <a:pt x="2796007" y="1247359"/>
                  </a:lnTo>
                  <a:lnTo>
                    <a:pt x="2797260" y="1252192"/>
                  </a:lnTo>
                  <a:lnTo>
                    <a:pt x="2798513" y="1256814"/>
                  </a:lnTo>
                  <a:lnTo>
                    <a:pt x="2799766" y="1261191"/>
                  </a:lnTo>
                  <a:lnTo>
                    <a:pt x="2801020" y="1265303"/>
                  </a:lnTo>
                  <a:lnTo>
                    <a:pt x="2802273" y="1269134"/>
                  </a:lnTo>
                  <a:lnTo>
                    <a:pt x="2803526" y="1272635"/>
                  </a:lnTo>
                  <a:lnTo>
                    <a:pt x="2804779" y="1275831"/>
                  </a:lnTo>
                  <a:lnTo>
                    <a:pt x="2806033" y="1278754"/>
                  </a:lnTo>
                  <a:lnTo>
                    <a:pt x="2807286" y="1281409"/>
                  </a:lnTo>
                  <a:lnTo>
                    <a:pt x="2808539" y="1283771"/>
                  </a:lnTo>
                  <a:lnTo>
                    <a:pt x="2809792" y="1285810"/>
                  </a:lnTo>
                  <a:lnTo>
                    <a:pt x="2811045" y="1287518"/>
                  </a:lnTo>
                  <a:lnTo>
                    <a:pt x="2812299" y="1288822"/>
                  </a:lnTo>
                  <a:lnTo>
                    <a:pt x="2813552" y="1289671"/>
                  </a:lnTo>
                  <a:lnTo>
                    <a:pt x="2814805" y="1290035"/>
                  </a:lnTo>
                  <a:lnTo>
                    <a:pt x="2816058" y="1289926"/>
                  </a:lnTo>
                  <a:lnTo>
                    <a:pt x="2817312" y="1289347"/>
                  </a:lnTo>
                  <a:lnTo>
                    <a:pt x="2818565" y="1288324"/>
                  </a:lnTo>
                  <a:lnTo>
                    <a:pt x="2819818" y="1286877"/>
                  </a:lnTo>
                  <a:lnTo>
                    <a:pt x="2821071" y="1285020"/>
                  </a:lnTo>
                  <a:lnTo>
                    <a:pt x="2822324" y="1282794"/>
                  </a:lnTo>
                  <a:lnTo>
                    <a:pt x="2823578" y="1280201"/>
                  </a:lnTo>
                  <a:lnTo>
                    <a:pt x="2824831" y="1277216"/>
                  </a:lnTo>
                  <a:lnTo>
                    <a:pt x="2826084" y="1273817"/>
                  </a:lnTo>
                  <a:lnTo>
                    <a:pt x="2827337" y="1270022"/>
                  </a:lnTo>
                  <a:lnTo>
                    <a:pt x="2828590" y="1265849"/>
                  </a:lnTo>
                  <a:lnTo>
                    <a:pt x="2829844" y="1261336"/>
                  </a:lnTo>
                  <a:lnTo>
                    <a:pt x="2831097" y="1256552"/>
                  </a:lnTo>
                  <a:lnTo>
                    <a:pt x="2832350" y="1251502"/>
                  </a:lnTo>
                  <a:lnTo>
                    <a:pt x="2833603" y="1246186"/>
                  </a:lnTo>
                  <a:lnTo>
                    <a:pt x="2834857" y="1240596"/>
                  </a:lnTo>
                  <a:lnTo>
                    <a:pt x="2836110" y="1234766"/>
                  </a:lnTo>
                  <a:lnTo>
                    <a:pt x="2837363" y="1228701"/>
                  </a:lnTo>
                  <a:lnTo>
                    <a:pt x="2838616" y="1222416"/>
                  </a:lnTo>
                  <a:lnTo>
                    <a:pt x="2839869" y="1215938"/>
                  </a:lnTo>
                  <a:lnTo>
                    <a:pt x="2841123" y="1209278"/>
                  </a:lnTo>
                  <a:lnTo>
                    <a:pt x="2842376" y="1202443"/>
                  </a:lnTo>
                  <a:lnTo>
                    <a:pt x="2843629" y="1195455"/>
                  </a:lnTo>
                  <a:lnTo>
                    <a:pt x="2844882" y="1188352"/>
                  </a:lnTo>
                  <a:lnTo>
                    <a:pt x="2846135" y="1181124"/>
                  </a:lnTo>
                  <a:lnTo>
                    <a:pt x="2847389" y="1173786"/>
                  </a:lnTo>
                  <a:lnTo>
                    <a:pt x="2848642" y="1166359"/>
                  </a:lnTo>
                  <a:lnTo>
                    <a:pt x="2849895" y="1158896"/>
                  </a:lnTo>
                  <a:lnTo>
                    <a:pt x="2851148" y="1151435"/>
                  </a:lnTo>
                  <a:lnTo>
                    <a:pt x="2852402" y="1144029"/>
                  </a:lnTo>
                  <a:lnTo>
                    <a:pt x="2853655" y="1136670"/>
                  </a:lnTo>
                  <a:lnTo>
                    <a:pt x="2854908" y="1129325"/>
                  </a:lnTo>
                  <a:lnTo>
                    <a:pt x="2856161" y="1121959"/>
                  </a:lnTo>
                  <a:lnTo>
                    <a:pt x="2857414" y="1114537"/>
                  </a:lnTo>
                  <a:lnTo>
                    <a:pt x="2858668" y="1107021"/>
                  </a:lnTo>
                  <a:lnTo>
                    <a:pt x="2859921" y="1099422"/>
                  </a:lnTo>
                  <a:lnTo>
                    <a:pt x="2861174" y="1091800"/>
                  </a:lnTo>
                  <a:lnTo>
                    <a:pt x="2862427" y="1084215"/>
                  </a:lnTo>
                  <a:lnTo>
                    <a:pt x="2863681" y="1076680"/>
                  </a:lnTo>
                  <a:lnTo>
                    <a:pt x="2864934" y="1069199"/>
                  </a:lnTo>
                  <a:lnTo>
                    <a:pt x="2866187" y="1061786"/>
                  </a:lnTo>
                  <a:lnTo>
                    <a:pt x="2867440" y="1054435"/>
                  </a:lnTo>
                  <a:lnTo>
                    <a:pt x="2868693" y="1047095"/>
                  </a:lnTo>
                  <a:lnTo>
                    <a:pt x="2869947" y="1039752"/>
                  </a:lnTo>
                  <a:lnTo>
                    <a:pt x="2871200" y="1032438"/>
                  </a:lnTo>
                  <a:lnTo>
                    <a:pt x="2872453" y="1025213"/>
                  </a:lnTo>
                  <a:lnTo>
                    <a:pt x="2873706" y="1018113"/>
                  </a:lnTo>
                  <a:lnTo>
                    <a:pt x="2874959" y="1011184"/>
                  </a:lnTo>
                  <a:lnTo>
                    <a:pt x="2876213" y="1004509"/>
                  </a:lnTo>
                  <a:lnTo>
                    <a:pt x="2877466" y="998140"/>
                  </a:lnTo>
                  <a:lnTo>
                    <a:pt x="2878719" y="992067"/>
                  </a:lnTo>
                  <a:lnTo>
                    <a:pt x="2879972" y="986267"/>
                  </a:lnTo>
                  <a:lnTo>
                    <a:pt x="2881226" y="980719"/>
                  </a:lnTo>
                  <a:lnTo>
                    <a:pt x="2882479" y="975433"/>
                  </a:lnTo>
                  <a:lnTo>
                    <a:pt x="2883732" y="970429"/>
                  </a:lnTo>
                  <a:lnTo>
                    <a:pt x="2884985" y="965726"/>
                  </a:lnTo>
                  <a:lnTo>
                    <a:pt x="2886238" y="961344"/>
                  </a:lnTo>
                  <a:lnTo>
                    <a:pt x="2887492" y="957289"/>
                  </a:lnTo>
                  <a:lnTo>
                    <a:pt x="2888745" y="953498"/>
                  </a:lnTo>
                  <a:lnTo>
                    <a:pt x="2889998" y="949951"/>
                  </a:lnTo>
                  <a:lnTo>
                    <a:pt x="2891251" y="946618"/>
                  </a:lnTo>
                  <a:lnTo>
                    <a:pt x="2892505" y="943505"/>
                  </a:lnTo>
                  <a:lnTo>
                    <a:pt x="2893758" y="940574"/>
                  </a:lnTo>
                  <a:lnTo>
                    <a:pt x="2895011" y="937744"/>
                  </a:lnTo>
                  <a:lnTo>
                    <a:pt x="2896264" y="934942"/>
                  </a:lnTo>
                  <a:lnTo>
                    <a:pt x="2897517" y="932153"/>
                  </a:lnTo>
                  <a:lnTo>
                    <a:pt x="2898771" y="929343"/>
                  </a:lnTo>
                  <a:lnTo>
                    <a:pt x="2900024" y="926452"/>
                  </a:lnTo>
                  <a:lnTo>
                    <a:pt x="2901277" y="923463"/>
                  </a:lnTo>
                  <a:lnTo>
                    <a:pt x="2902530" y="920354"/>
                  </a:lnTo>
                  <a:lnTo>
                    <a:pt x="2903783" y="917119"/>
                  </a:lnTo>
                  <a:lnTo>
                    <a:pt x="2905037" y="913776"/>
                  </a:lnTo>
                  <a:lnTo>
                    <a:pt x="2906290" y="910338"/>
                  </a:lnTo>
                  <a:lnTo>
                    <a:pt x="2907543" y="906845"/>
                  </a:lnTo>
                  <a:lnTo>
                    <a:pt x="2908796" y="903275"/>
                  </a:lnTo>
                  <a:lnTo>
                    <a:pt x="2910050" y="899614"/>
                  </a:lnTo>
                  <a:lnTo>
                    <a:pt x="2911303" y="895846"/>
                  </a:lnTo>
                  <a:lnTo>
                    <a:pt x="2912556" y="891939"/>
                  </a:lnTo>
                  <a:lnTo>
                    <a:pt x="2913809" y="887887"/>
                  </a:lnTo>
                  <a:lnTo>
                    <a:pt x="2915062" y="883713"/>
                  </a:lnTo>
                  <a:lnTo>
                    <a:pt x="2916316" y="879447"/>
                  </a:lnTo>
                  <a:lnTo>
                    <a:pt x="2917569" y="875156"/>
                  </a:lnTo>
                  <a:lnTo>
                    <a:pt x="2918822" y="870929"/>
                  </a:lnTo>
                  <a:lnTo>
                    <a:pt x="2920075" y="866816"/>
                  </a:lnTo>
                  <a:lnTo>
                    <a:pt x="2921329" y="862848"/>
                  </a:lnTo>
                  <a:lnTo>
                    <a:pt x="2922582" y="858996"/>
                  </a:lnTo>
                  <a:lnTo>
                    <a:pt x="2923835" y="855212"/>
                  </a:lnTo>
                  <a:lnTo>
                    <a:pt x="2925088" y="851467"/>
                  </a:lnTo>
                  <a:lnTo>
                    <a:pt x="2926341" y="847780"/>
                  </a:lnTo>
                  <a:lnTo>
                    <a:pt x="2927595" y="844184"/>
                  </a:lnTo>
                  <a:lnTo>
                    <a:pt x="2928848" y="840698"/>
                  </a:lnTo>
                  <a:lnTo>
                    <a:pt x="2930101" y="837323"/>
                  </a:lnTo>
                  <a:lnTo>
                    <a:pt x="2931354" y="834102"/>
                  </a:lnTo>
                  <a:lnTo>
                    <a:pt x="2932607" y="831069"/>
                  </a:lnTo>
                  <a:lnTo>
                    <a:pt x="2933861" y="828214"/>
                  </a:lnTo>
                  <a:lnTo>
                    <a:pt x="2935114" y="825479"/>
                  </a:lnTo>
                  <a:lnTo>
                    <a:pt x="2936367" y="822798"/>
                  </a:lnTo>
                  <a:lnTo>
                    <a:pt x="2937620" y="820140"/>
                  </a:lnTo>
                  <a:lnTo>
                    <a:pt x="2938874" y="817447"/>
                  </a:lnTo>
                  <a:lnTo>
                    <a:pt x="2940127" y="814677"/>
                  </a:lnTo>
                  <a:lnTo>
                    <a:pt x="2941380" y="811845"/>
                  </a:lnTo>
                  <a:lnTo>
                    <a:pt x="2942633" y="808980"/>
                  </a:lnTo>
                  <a:lnTo>
                    <a:pt x="2943886" y="806072"/>
                  </a:lnTo>
                  <a:lnTo>
                    <a:pt x="2945140" y="803077"/>
                  </a:lnTo>
                  <a:lnTo>
                    <a:pt x="2946393" y="799912"/>
                  </a:lnTo>
                  <a:lnTo>
                    <a:pt x="2947646" y="796526"/>
                  </a:lnTo>
                  <a:lnTo>
                    <a:pt x="2948899" y="792865"/>
                  </a:lnTo>
                  <a:lnTo>
                    <a:pt x="2950153" y="788891"/>
                  </a:lnTo>
                  <a:lnTo>
                    <a:pt x="2951406" y="784686"/>
                  </a:lnTo>
                  <a:lnTo>
                    <a:pt x="2952659" y="780319"/>
                  </a:lnTo>
                  <a:lnTo>
                    <a:pt x="2953912" y="775813"/>
                  </a:lnTo>
                  <a:lnTo>
                    <a:pt x="2955165" y="771182"/>
                  </a:lnTo>
                  <a:lnTo>
                    <a:pt x="2956419" y="766414"/>
                  </a:lnTo>
                  <a:lnTo>
                    <a:pt x="2957672" y="761546"/>
                  </a:lnTo>
                  <a:lnTo>
                    <a:pt x="2958925" y="756621"/>
                  </a:lnTo>
                  <a:lnTo>
                    <a:pt x="2960178" y="751655"/>
                  </a:lnTo>
                  <a:lnTo>
                    <a:pt x="2961431" y="746626"/>
                  </a:lnTo>
                  <a:lnTo>
                    <a:pt x="2962685" y="741625"/>
                  </a:lnTo>
                  <a:lnTo>
                    <a:pt x="2963938" y="736690"/>
                  </a:lnTo>
                  <a:lnTo>
                    <a:pt x="2965191" y="731877"/>
                  </a:lnTo>
                  <a:lnTo>
                    <a:pt x="2966444" y="727178"/>
                  </a:lnTo>
                  <a:lnTo>
                    <a:pt x="2967698" y="722570"/>
                  </a:lnTo>
                  <a:lnTo>
                    <a:pt x="2968951" y="718050"/>
                  </a:lnTo>
                  <a:lnTo>
                    <a:pt x="2970204" y="713533"/>
                  </a:lnTo>
                  <a:lnTo>
                    <a:pt x="2971457" y="708974"/>
                  </a:lnTo>
                  <a:lnTo>
                    <a:pt x="2972710" y="704387"/>
                  </a:lnTo>
                  <a:lnTo>
                    <a:pt x="2973964" y="699798"/>
                  </a:lnTo>
                  <a:lnTo>
                    <a:pt x="2975217" y="695235"/>
                  </a:lnTo>
                  <a:lnTo>
                    <a:pt x="2976470" y="690745"/>
                  </a:lnTo>
                  <a:lnTo>
                    <a:pt x="2977723" y="686339"/>
                  </a:lnTo>
                  <a:lnTo>
                    <a:pt x="2978977" y="682006"/>
                  </a:lnTo>
                  <a:lnTo>
                    <a:pt x="2980230" y="677711"/>
                  </a:lnTo>
                  <a:lnTo>
                    <a:pt x="2981483" y="673366"/>
                  </a:lnTo>
                  <a:lnTo>
                    <a:pt x="2982736" y="668900"/>
                  </a:lnTo>
                  <a:lnTo>
                    <a:pt x="2983989" y="664256"/>
                  </a:lnTo>
                  <a:lnTo>
                    <a:pt x="2985243" y="659481"/>
                  </a:lnTo>
                  <a:lnTo>
                    <a:pt x="2986496" y="654656"/>
                  </a:lnTo>
                  <a:lnTo>
                    <a:pt x="2987749" y="649813"/>
                  </a:lnTo>
                  <a:lnTo>
                    <a:pt x="2989002" y="644951"/>
                  </a:lnTo>
                  <a:lnTo>
                    <a:pt x="2990255" y="640056"/>
                  </a:lnTo>
                  <a:lnTo>
                    <a:pt x="2991509" y="635127"/>
                  </a:lnTo>
                  <a:lnTo>
                    <a:pt x="2992762" y="630155"/>
                  </a:lnTo>
                  <a:lnTo>
                    <a:pt x="2994015" y="625113"/>
                  </a:lnTo>
                  <a:lnTo>
                    <a:pt x="2995268" y="619945"/>
                  </a:lnTo>
                  <a:lnTo>
                    <a:pt x="2996522" y="614628"/>
                  </a:lnTo>
                  <a:lnTo>
                    <a:pt x="2997775" y="609184"/>
                  </a:lnTo>
                  <a:lnTo>
                    <a:pt x="2999028" y="603665"/>
                  </a:lnTo>
                  <a:lnTo>
                    <a:pt x="3000281" y="598105"/>
                  </a:lnTo>
                  <a:lnTo>
                    <a:pt x="3001534" y="592536"/>
                  </a:lnTo>
                  <a:lnTo>
                    <a:pt x="3002788" y="586969"/>
                  </a:lnTo>
                  <a:lnTo>
                    <a:pt x="3004041" y="581402"/>
                  </a:lnTo>
                  <a:lnTo>
                    <a:pt x="3005294" y="575789"/>
                  </a:lnTo>
                  <a:lnTo>
                    <a:pt x="3006547" y="570119"/>
                  </a:lnTo>
                  <a:lnTo>
                    <a:pt x="3007800" y="564406"/>
                  </a:lnTo>
                  <a:lnTo>
                    <a:pt x="3009054" y="558693"/>
                  </a:lnTo>
                  <a:lnTo>
                    <a:pt x="3010307" y="552996"/>
                  </a:lnTo>
                  <a:lnTo>
                    <a:pt x="3011560" y="547349"/>
                  </a:lnTo>
                  <a:lnTo>
                    <a:pt x="3012813" y="541786"/>
                  </a:lnTo>
                  <a:lnTo>
                    <a:pt x="3014067" y="536314"/>
                  </a:lnTo>
                  <a:lnTo>
                    <a:pt x="3015320" y="530851"/>
                  </a:lnTo>
                  <a:lnTo>
                    <a:pt x="3016573" y="525388"/>
                  </a:lnTo>
                  <a:lnTo>
                    <a:pt x="3017826" y="519891"/>
                  </a:lnTo>
                  <a:lnTo>
                    <a:pt x="3019079" y="514345"/>
                  </a:lnTo>
                  <a:lnTo>
                    <a:pt x="3020333" y="508733"/>
                  </a:lnTo>
                  <a:lnTo>
                    <a:pt x="3021586" y="503041"/>
                  </a:lnTo>
                  <a:lnTo>
                    <a:pt x="3022839" y="497249"/>
                  </a:lnTo>
                  <a:lnTo>
                    <a:pt x="3024092" y="491397"/>
                  </a:lnTo>
                  <a:lnTo>
                    <a:pt x="3025346" y="485462"/>
                  </a:lnTo>
                  <a:lnTo>
                    <a:pt x="3026599" y="479404"/>
                  </a:lnTo>
                  <a:lnTo>
                    <a:pt x="3027852" y="473208"/>
                  </a:lnTo>
                  <a:lnTo>
                    <a:pt x="3029105" y="466868"/>
                  </a:lnTo>
                  <a:lnTo>
                    <a:pt x="3030358" y="460413"/>
                  </a:lnTo>
                  <a:lnTo>
                    <a:pt x="3031612" y="453830"/>
                  </a:lnTo>
                  <a:lnTo>
                    <a:pt x="3032865" y="447131"/>
                  </a:lnTo>
                  <a:lnTo>
                    <a:pt x="3034118" y="440391"/>
                  </a:lnTo>
                  <a:lnTo>
                    <a:pt x="3035371" y="433609"/>
                  </a:lnTo>
                  <a:lnTo>
                    <a:pt x="3036624" y="426800"/>
                  </a:lnTo>
                  <a:lnTo>
                    <a:pt x="3037878" y="419970"/>
                  </a:lnTo>
                  <a:lnTo>
                    <a:pt x="3039131" y="413095"/>
                  </a:lnTo>
                  <a:lnTo>
                    <a:pt x="3040384" y="406152"/>
                  </a:lnTo>
                  <a:lnTo>
                    <a:pt x="3041637" y="399168"/>
                  </a:lnTo>
                  <a:lnTo>
                    <a:pt x="3042891" y="392153"/>
                  </a:lnTo>
                  <a:lnTo>
                    <a:pt x="3044144" y="385134"/>
                  </a:lnTo>
                  <a:lnTo>
                    <a:pt x="3045397" y="378172"/>
                  </a:lnTo>
                  <a:lnTo>
                    <a:pt x="3046650" y="371329"/>
                  </a:lnTo>
                  <a:lnTo>
                    <a:pt x="3047903" y="364630"/>
                  </a:lnTo>
                  <a:lnTo>
                    <a:pt x="3049157" y="358006"/>
                  </a:lnTo>
                  <a:lnTo>
                    <a:pt x="3050410" y="351461"/>
                  </a:lnTo>
                  <a:lnTo>
                    <a:pt x="3051663" y="344965"/>
                  </a:lnTo>
                  <a:lnTo>
                    <a:pt x="3052916" y="338495"/>
                  </a:lnTo>
                  <a:lnTo>
                    <a:pt x="3054170" y="332050"/>
                  </a:lnTo>
                  <a:lnTo>
                    <a:pt x="3055423" y="325623"/>
                  </a:lnTo>
                  <a:lnTo>
                    <a:pt x="3056676" y="319215"/>
                  </a:lnTo>
                  <a:lnTo>
                    <a:pt x="3057929" y="312881"/>
                  </a:lnTo>
                  <a:lnTo>
                    <a:pt x="3059182" y="306687"/>
                  </a:lnTo>
                  <a:lnTo>
                    <a:pt x="3060436" y="300654"/>
                  </a:lnTo>
                  <a:lnTo>
                    <a:pt x="3061689" y="294760"/>
                  </a:lnTo>
                  <a:lnTo>
                    <a:pt x="3062942" y="288975"/>
                  </a:lnTo>
                  <a:lnTo>
                    <a:pt x="3064195" y="283273"/>
                  </a:lnTo>
                  <a:lnTo>
                    <a:pt x="3065448" y="277641"/>
                  </a:lnTo>
                  <a:lnTo>
                    <a:pt x="3066702" y="272064"/>
                  </a:lnTo>
                  <a:lnTo>
                    <a:pt x="3067955" y="266555"/>
                  </a:lnTo>
                  <a:lnTo>
                    <a:pt x="3069208" y="261129"/>
                  </a:lnTo>
                  <a:lnTo>
                    <a:pt x="3070461" y="255817"/>
                  </a:lnTo>
                  <a:lnTo>
                    <a:pt x="3071715" y="250656"/>
                  </a:lnTo>
                  <a:lnTo>
                    <a:pt x="3072968" y="245651"/>
                  </a:lnTo>
                  <a:lnTo>
                    <a:pt x="3074221" y="240815"/>
                  </a:lnTo>
                  <a:lnTo>
                    <a:pt x="3075474" y="236138"/>
                  </a:lnTo>
                  <a:lnTo>
                    <a:pt x="3076727" y="231592"/>
                  </a:lnTo>
                  <a:lnTo>
                    <a:pt x="3077981" y="227170"/>
                  </a:lnTo>
                  <a:lnTo>
                    <a:pt x="3079234" y="222864"/>
                  </a:lnTo>
                  <a:lnTo>
                    <a:pt x="3080487" y="218684"/>
                  </a:lnTo>
                  <a:lnTo>
                    <a:pt x="3081740" y="214675"/>
                  </a:lnTo>
                  <a:lnTo>
                    <a:pt x="3082994" y="210859"/>
                  </a:lnTo>
                  <a:lnTo>
                    <a:pt x="3084247" y="207242"/>
                  </a:lnTo>
                  <a:lnTo>
                    <a:pt x="3085500" y="203850"/>
                  </a:lnTo>
                  <a:lnTo>
                    <a:pt x="3086753" y="200671"/>
                  </a:lnTo>
                  <a:lnTo>
                    <a:pt x="3088006" y="197682"/>
                  </a:lnTo>
                  <a:lnTo>
                    <a:pt x="3089260" y="194895"/>
                  </a:lnTo>
                  <a:lnTo>
                    <a:pt x="3090513" y="192290"/>
                  </a:lnTo>
                  <a:lnTo>
                    <a:pt x="3091766" y="189884"/>
                  </a:lnTo>
                  <a:lnTo>
                    <a:pt x="3093019" y="187650"/>
                  </a:lnTo>
                  <a:lnTo>
                    <a:pt x="3094272" y="185595"/>
                  </a:lnTo>
                  <a:lnTo>
                    <a:pt x="3095526" y="183732"/>
                  </a:lnTo>
                  <a:lnTo>
                    <a:pt x="3096779" y="182053"/>
                  </a:lnTo>
                  <a:lnTo>
                    <a:pt x="3098032" y="180564"/>
                  </a:lnTo>
                  <a:lnTo>
                    <a:pt x="3099285" y="179270"/>
                  </a:lnTo>
                  <a:lnTo>
                    <a:pt x="3100539" y="178143"/>
                  </a:lnTo>
                  <a:lnTo>
                    <a:pt x="3101792" y="177163"/>
                  </a:lnTo>
                  <a:lnTo>
                    <a:pt x="3103045" y="176329"/>
                  </a:lnTo>
                  <a:lnTo>
                    <a:pt x="3104298" y="175628"/>
                  </a:lnTo>
                  <a:lnTo>
                    <a:pt x="3105551" y="175058"/>
                  </a:lnTo>
                  <a:lnTo>
                    <a:pt x="3106805" y="174625"/>
                  </a:lnTo>
                  <a:lnTo>
                    <a:pt x="3108058" y="174318"/>
                  </a:lnTo>
                  <a:lnTo>
                    <a:pt x="3109311" y="174097"/>
                  </a:lnTo>
                  <a:lnTo>
                    <a:pt x="3110564" y="173917"/>
                  </a:lnTo>
                  <a:lnTo>
                    <a:pt x="3111818" y="173814"/>
                  </a:lnTo>
                  <a:lnTo>
                    <a:pt x="3113071" y="173788"/>
                  </a:lnTo>
                  <a:lnTo>
                    <a:pt x="3114324" y="173844"/>
                  </a:lnTo>
                  <a:lnTo>
                    <a:pt x="3115577" y="174030"/>
                  </a:lnTo>
                  <a:lnTo>
                    <a:pt x="3116830" y="174360"/>
                  </a:lnTo>
                  <a:lnTo>
                    <a:pt x="3118084" y="174807"/>
                  </a:lnTo>
                  <a:lnTo>
                    <a:pt x="3119337" y="175363"/>
                  </a:lnTo>
                  <a:lnTo>
                    <a:pt x="3120590" y="176011"/>
                  </a:lnTo>
                  <a:lnTo>
                    <a:pt x="3121843" y="176706"/>
                  </a:lnTo>
                  <a:lnTo>
                    <a:pt x="3123096" y="177404"/>
                  </a:lnTo>
                  <a:lnTo>
                    <a:pt x="3124350" y="178089"/>
                  </a:lnTo>
                  <a:lnTo>
                    <a:pt x="3125603" y="178775"/>
                  </a:lnTo>
                  <a:lnTo>
                    <a:pt x="3126856" y="179489"/>
                  </a:lnTo>
                  <a:lnTo>
                    <a:pt x="3128109" y="180281"/>
                  </a:lnTo>
                  <a:lnTo>
                    <a:pt x="3129363" y="181178"/>
                  </a:lnTo>
                  <a:lnTo>
                    <a:pt x="3130616" y="182193"/>
                  </a:lnTo>
                  <a:lnTo>
                    <a:pt x="3131869" y="183318"/>
                  </a:lnTo>
                  <a:lnTo>
                    <a:pt x="3133122" y="184517"/>
                  </a:lnTo>
                  <a:lnTo>
                    <a:pt x="3134375" y="185741"/>
                  </a:lnTo>
                  <a:lnTo>
                    <a:pt x="3135629" y="186974"/>
                  </a:lnTo>
                  <a:lnTo>
                    <a:pt x="3136882" y="188223"/>
                  </a:lnTo>
                  <a:lnTo>
                    <a:pt x="3138135" y="189510"/>
                  </a:lnTo>
                  <a:lnTo>
                    <a:pt x="3139388" y="190837"/>
                  </a:lnTo>
                  <a:lnTo>
                    <a:pt x="3140642" y="192219"/>
                  </a:lnTo>
                  <a:lnTo>
                    <a:pt x="3141895" y="193687"/>
                  </a:lnTo>
                  <a:lnTo>
                    <a:pt x="3143148" y="195261"/>
                  </a:lnTo>
                  <a:lnTo>
                    <a:pt x="3144401" y="196931"/>
                  </a:lnTo>
                  <a:lnTo>
                    <a:pt x="3145654" y="198669"/>
                  </a:lnTo>
                  <a:lnTo>
                    <a:pt x="3146908" y="200449"/>
                  </a:lnTo>
                  <a:lnTo>
                    <a:pt x="3148161" y="202264"/>
                  </a:lnTo>
                  <a:lnTo>
                    <a:pt x="3149414" y="204104"/>
                  </a:lnTo>
                  <a:lnTo>
                    <a:pt x="3150667" y="206001"/>
                  </a:lnTo>
                  <a:lnTo>
                    <a:pt x="3151920" y="207959"/>
                  </a:lnTo>
                  <a:lnTo>
                    <a:pt x="3153174" y="209986"/>
                  </a:lnTo>
                  <a:lnTo>
                    <a:pt x="3154427" y="212084"/>
                  </a:lnTo>
                  <a:lnTo>
                    <a:pt x="3155680" y="214233"/>
                  </a:lnTo>
                  <a:lnTo>
                    <a:pt x="3156933" y="216426"/>
                  </a:lnTo>
                  <a:lnTo>
                    <a:pt x="3158187" y="218678"/>
                  </a:lnTo>
                  <a:lnTo>
                    <a:pt x="3159440" y="221016"/>
                  </a:lnTo>
                  <a:lnTo>
                    <a:pt x="3160693" y="223436"/>
                  </a:lnTo>
                  <a:lnTo>
                    <a:pt x="3161946" y="225929"/>
                  </a:lnTo>
                  <a:lnTo>
                    <a:pt x="3163199" y="228496"/>
                  </a:lnTo>
                  <a:lnTo>
                    <a:pt x="3164453" y="231155"/>
                  </a:lnTo>
                  <a:lnTo>
                    <a:pt x="3165706" y="233925"/>
                  </a:lnTo>
                  <a:lnTo>
                    <a:pt x="3166959" y="236793"/>
                  </a:lnTo>
                  <a:lnTo>
                    <a:pt x="3168212" y="239778"/>
                  </a:lnTo>
                  <a:lnTo>
                    <a:pt x="3169465" y="242852"/>
                  </a:lnTo>
                  <a:lnTo>
                    <a:pt x="3170719" y="246017"/>
                  </a:lnTo>
                  <a:lnTo>
                    <a:pt x="3171972" y="249304"/>
                  </a:lnTo>
                  <a:lnTo>
                    <a:pt x="3173225" y="252747"/>
                  </a:lnTo>
                  <a:lnTo>
                    <a:pt x="3174478" y="256373"/>
                  </a:lnTo>
                  <a:lnTo>
                    <a:pt x="3175732" y="260151"/>
                  </a:lnTo>
                  <a:lnTo>
                    <a:pt x="3176985" y="264072"/>
                  </a:lnTo>
                  <a:lnTo>
                    <a:pt x="3178238" y="268055"/>
                  </a:lnTo>
                  <a:lnTo>
                    <a:pt x="3179491" y="272048"/>
                  </a:lnTo>
                  <a:lnTo>
                    <a:pt x="3180744" y="276072"/>
                  </a:lnTo>
                  <a:lnTo>
                    <a:pt x="3181998" y="280165"/>
                  </a:lnTo>
                  <a:lnTo>
                    <a:pt x="3183251" y="284350"/>
                  </a:lnTo>
                  <a:lnTo>
                    <a:pt x="3184504" y="288659"/>
                  </a:lnTo>
                  <a:lnTo>
                    <a:pt x="3185757" y="293144"/>
                  </a:lnTo>
                  <a:lnTo>
                    <a:pt x="3187011" y="297830"/>
                  </a:lnTo>
                  <a:lnTo>
                    <a:pt x="3188264" y="302720"/>
                  </a:lnTo>
                  <a:lnTo>
                    <a:pt x="3189517" y="307790"/>
                  </a:lnTo>
                  <a:lnTo>
                    <a:pt x="3190770" y="312959"/>
                  </a:lnTo>
                  <a:lnTo>
                    <a:pt x="3192023" y="318168"/>
                  </a:lnTo>
                  <a:lnTo>
                    <a:pt x="3193277" y="323365"/>
                  </a:lnTo>
                  <a:lnTo>
                    <a:pt x="3194530" y="328549"/>
                  </a:lnTo>
                  <a:lnTo>
                    <a:pt x="3195783" y="333721"/>
                  </a:lnTo>
                  <a:lnTo>
                    <a:pt x="3197036" y="338912"/>
                  </a:lnTo>
                  <a:lnTo>
                    <a:pt x="3198289" y="344121"/>
                  </a:lnTo>
                  <a:lnTo>
                    <a:pt x="3199543" y="349323"/>
                  </a:lnTo>
                  <a:lnTo>
                    <a:pt x="3200796" y="354502"/>
                  </a:lnTo>
                  <a:lnTo>
                    <a:pt x="3202049" y="359663"/>
                  </a:lnTo>
                  <a:lnTo>
                    <a:pt x="3203302" y="364819"/>
                  </a:lnTo>
                  <a:lnTo>
                    <a:pt x="3204556" y="369943"/>
                  </a:lnTo>
                  <a:lnTo>
                    <a:pt x="3205809" y="374986"/>
                  </a:lnTo>
                  <a:lnTo>
                    <a:pt x="3207062" y="379931"/>
                  </a:lnTo>
                  <a:lnTo>
                    <a:pt x="3208315" y="384800"/>
                  </a:lnTo>
                  <a:lnTo>
                    <a:pt x="3209568" y="389641"/>
                  </a:lnTo>
                  <a:lnTo>
                    <a:pt x="3210822" y="394481"/>
                  </a:lnTo>
                  <a:lnTo>
                    <a:pt x="3212075" y="399352"/>
                  </a:lnTo>
                  <a:lnTo>
                    <a:pt x="3213328" y="404260"/>
                  </a:lnTo>
                  <a:lnTo>
                    <a:pt x="3214581" y="409192"/>
                  </a:lnTo>
                  <a:lnTo>
                    <a:pt x="3215835" y="414159"/>
                  </a:lnTo>
                  <a:lnTo>
                    <a:pt x="3217088" y="419167"/>
                  </a:lnTo>
                  <a:lnTo>
                    <a:pt x="3218341" y="424208"/>
                  </a:lnTo>
                  <a:lnTo>
                    <a:pt x="3219594" y="429284"/>
                  </a:lnTo>
                  <a:lnTo>
                    <a:pt x="3220847" y="434364"/>
                  </a:lnTo>
                  <a:lnTo>
                    <a:pt x="3222101" y="439407"/>
                  </a:lnTo>
                  <a:lnTo>
                    <a:pt x="3223354" y="444402"/>
                  </a:lnTo>
                  <a:lnTo>
                    <a:pt x="3224607" y="449367"/>
                  </a:lnTo>
                  <a:lnTo>
                    <a:pt x="3225860" y="454307"/>
                  </a:lnTo>
                  <a:lnTo>
                    <a:pt x="3227113" y="459215"/>
                  </a:lnTo>
                  <a:lnTo>
                    <a:pt x="3228367" y="464048"/>
                  </a:lnTo>
                  <a:lnTo>
                    <a:pt x="3229620" y="468794"/>
                  </a:lnTo>
                  <a:lnTo>
                    <a:pt x="3230873" y="473417"/>
                  </a:lnTo>
                  <a:lnTo>
                    <a:pt x="3232126" y="477894"/>
                  </a:lnTo>
                  <a:lnTo>
                    <a:pt x="3233380" y="482213"/>
                  </a:lnTo>
                  <a:lnTo>
                    <a:pt x="3234633" y="486348"/>
                  </a:lnTo>
                  <a:lnTo>
                    <a:pt x="3235886" y="490290"/>
                  </a:lnTo>
                  <a:lnTo>
                    <a:pt x="3237139" y="494016"/>
                  </a:lnTo>
                  <a:lnTo>
                    <a:pt x="3238392" y="497543"/>
                  </a:lnTo>
                  <a:lnTo>
                    <a:pt x="3239646" y="500886"/>
                  </a:lnTo>
                  <a:lnTo>
                    <a:pt x="3240899" y="504098"/>
                  </a:lnTo>
                  <a:lnTo>
                    <a:pt x="3242152" y="507209"/>
                  </a:lnTo>
                  <a:lnTo>
                    <a:pt x="3243405" y="510207"/>
                  </a:lnTo>
                  <a:lnTo>
                    <a:pt x="3244659" y="513047"/>
                  </a:lnTo>
                  <a:lnTo>
                    <a:pt x="3245912" y="515688"/>
                  </a:lnTo>
                  <a:lnTo>
                    <a:pt x="3247165" y="518109"/>
                  </a:lnTo>
                  <a:lnTo>
                    <a:pt x="3248418" y="520267"/>
                  </a:lnTo>
                  <a:lnTo>
                    <a:pt x="3249671" y="522139"/>
                  </a:lnTo>
                  <a:lnTo>
                    <a:pt x="3250925" y="523734"/>
                  </a:lnTo>
                  <a:lnTo>
                    <a:pt x="3252178" y="525098"/>
                  </a:lnTo>
                  <a:lnTo>
                    <a:pt x="3253431" y="526288"/>
                  </a:lnTo>
                  <a:lnTo>
                    <a:pt x="3254684" y="527344"/>
                  </a:lnTo>
                  <a:lnTo>
                    <a:pt x="3255937" y="528300"/>
                  </a:lnTo>
                  <a:lnTo>
                    <a:pt x="3257191" y="529182"/>
                  </a:lnTo>
                  <a:lnTo>
                    <a:pt x="3258444" y="530010"/>
                  </a:lnTo>
                  <a:lnTo>
                    <a:pt x="3259697" y="530798"/>
                  </a:lnTo>
                  <a:lnTo>
                    <a:pt x="3260950" y="531582"/>
                  </a:lnTo>
                  <a:lnTo>
                    <a:pt x="3262204" y="532406"/>
                  </a:lnTo>
                  <a:lnTo>
                    <a:pt x="3263457" y="533294"/>
                  </a:lnTo>
                  <a:lnTo>
                    <a:pt x="3264710" y="534244"/>
                  </a:lnTo>
                  <a:lnTo>
                    <a:pt x="3265963" y="535256"/>
                  </a:lnTo>
                  <a:lnTo>
                    <a:pt x="3267216" y="536320"/>
                  </a:lnTo>
                  <a:lnTo>
                    <a:pt x="3268470" y="537478"/>
                  </a:lnTo>
                  <a:lnTo>
                    <a:pt x="3269723" y="538745"/>
                  </a:lnTo>
                  <a:lnTo>
                    <a:pt x="3270976" y="540116"/>
                  </a:lnTo>
                  <a:lnTo>
                    <a:pt x="3272229" y="541563"/>
                  </a:lnTo>
                  <a:lnTo>
                    <a:pt x="3273483" y="543071"/>
                  </a:lnTo>
                  <a:lnTo>
                    <a:pt x="3274736" y="544628"/>
                  </a:lnTo>
                  <a:lnTo>
                    <a:pt x="3275989" y="546179"/>
                  </a:lnTo>
                  <a:lnTo>
                    <a:pt x="3277242" y="547723"/>
                  </a:lnTo>
                  <a:lnTo>
                    <a:pt x="3278495" y="549251"/>
                  </a:lnTo>
                  <a:lnTo>
                    <a:pt x="3279749" y="550711"/>
                  </a:lnTo>
                  <a:lnTo>
                    <a:pt x="3281002" y="552094"/>
                  </a:lnTo>
                  <a:lnTo>
                    <a:pt x="3282255" y="553404"/>
                  </a:lnTo>
                  <a:lnTo>
                    <a:pt x="3283508" y="554665"/>
                  </a:lnTo>
                  <a:lnTo>
                    <a:pt x="3284761" y="555904"/>
                  </a:lnTo>
                  <a:lnTo>
                    <a:pt x="3286015" y="557134"/>
                  </a:lnTo>
                  <a:lnTo>
                    <a:pt x="3287268" y="558315"/>
                  </a:lnTo>
                  <a:lnTo>
                    <a:pt x="3288521" y="559418"/>
                  </a:lnTo>
                  <a:lnTo>
                    <a:pt x="3289774" y="560404"/>
                  </a:lnTo>
                  <a:lnTo>
                    <a:pt x="3291028" y="561261"/>
                  </a:lnTo>
                  <a:lnTo>
                    <a:pt x="3292281" y="561987"/>
                  </a:lnTo>
                  <a:lnTo>
                    <a:pt x="3293534" y="562564"/>
                  </a:lnTo>
                  <a:lnTo>
                    <a:pt x="3294787" y="563048"/>
                  </a:lnTo>
                  <a:lnTo>
                    <a:pt x="3296040" y="563455"/>
                  </a:lnTo>
                  <a:lnTo>
                    <a:pt x="3297294" y="563780"/>
                  </a:lnTo>
                  <a:lnTo>
                    <a:pt x="3298547" y="564012"/>
                  </a:lnTo>
                  <a:lnTo>
                    <a:pt x="3299800" y="564126"/>
                  </a:lnTo>
                  <a:lnTo>
                    <a:pt x="3301053" y="564090"/>
                  </a:lnTo>
                  <a:lnTo>
                    <a:pt x="3302307" y="563809"/>
                  </a:lnTo>
                  <a:lnTo>
                    <a:pt x="3303560" y="563255"/>
                  </a:lnTo>
                  <a:lnTo>
                    <a:pt x="3304813" y="562401"/>
                  </a:lnTo>
                  <a:lnTo>
                    <a:pt x="3306066" y="561304"/>
                  </a:lnTo>
                  <a:lnTo>
                    <a:pt x="3307319" y="560033"/>
                  </a:lnTo>
                  <a:lnTo>
                    <a:pt x="3308573" y="558642"/>
                  </a:lnTo>
                  <a:lnTo>
                    <a:pt x="3309826" y="557160"/>
                  </a:lnTo>
                  <a:lnTo>
                    <a:pt x="3311079" y="555627"/>
                  </a:lnTo>
                  <a:lnTo>
                    <a:pt x="3312332" y="554075"/>
                  </a:lnTo>
                  <a:lnTo>
                    <a:pt x="3313585" y="552463"/>
                  </a:lnTo>
                  <a:lnTo>
                    <a:pt x="3314839" y="550741"/>
                  </a:lnTo>
                  <a:lnTo>
                    <a:pt x="3316092" y="548855"/>
                  </a:lnTo>
                  <a:lnTo>
                    <a:pt x="3317345" y="546793"/>
                  </a:lnTo>
                  <a:lnTo>
                    <a:pt x="3318598" y="544606"/>
                  </a:lnTo>
                  <a:lnTo>
                    <a:pt x="3319852" y="542301"/>
                  </a:lnTo>
                  <a:lnTo>
                    <a:pt x="3321105" y="539924"/>
                  </a:lnTo>
                  <a:lnTo>
                    <a:pt x="3322358" y="537474"/>
                  </a:lnTo>
                  <a:lnTo>
                    <a:pt x="3323611" y="534939"/>
                  </a:lnTo>
                  <a:lnTo>
                    <a:pt x="3324864" y="532271"/>
                  </a:lnTo>
                  <a:lnTo>
                    <a:pt x="3326118" y="529415"/>
                  </a:lnTo>
                  <a:lnTo>
                    <a:pt x="3327371" y="526363"/>
                  </a:lnTo>
                  <a:lnTo>
                    <a:pt x="3328624" y="523093"/>
                  </a:lnTo>
                  <a:lnTo>
                    <a:pt x="3329877" y="519597"/>
                  </a:lnTo>
                  <a:lnTo>
                    <a:pt x="3331130" y="515882"/>
                  </a:lnTo>
                  <a:lnTo>
                    <a:pt x="3332384" y="511960"/>
                  </a:lnTo>
                  <a:lnTo>
                    <a:pt x="3333637" y="507861"/>
                  </a:lnTo>
                  <a:lnTo>
                    <a:pt x="3334890" y="503611"/>
                  </a:lnTo>
                  <a:lnTo>
                    <a:pt x="3336143" y="499203"/>
                  </a:lnTo>
                  <a:lnTo>
                    <a:pt x="3337397" y="494601"/>
                  </a:lnTo>
                  <a:lnTo>
                    <a:pt x="3338650" y="489813"/>
                  </a:lnTo>
                  <a:lnTo>
                    <a:pt x="3339903" y="484863"/>
                  </a:lnTo>
                  <a:lnTo>
                    <a:pt x="3341156" y="479732"/>
                  </a:lnTo>
                  <a:lnTo>
                    <a:pt x="3342409" y="474463"/>
                  </a:lnTo>
                  <a:lnTo>
                    <a:pt x="3343663" y="469119"/>
                  </a:lnTo>
                  <a:lnTo>
                    <a:pt x="3344916" y="463718"/>
                  </a:lnTo>
                  <a:lnTo>
                    <a:pt x="3346169" y="458263"/>
                  </a:lnTo>
                  <a:lnTo>
                    <a:pt x="3347422" y="452744"/>
                  </a:lnTo>
                  <a:lnTo>
                    <a:pt x="3348676" y="447144"/>
                  </a:lnTo>
                  <a:lnTo>
                    <a:pt x="3349929" y="441462"/>
                  </a:lnTo>
                  <a:lnTo>
                    <a:pt x="3351182" y="435711"/>
                  </a:lnTo>
                  <a:lnTo>
                    <a:pt x="3352435" y="429920"/>
                  </a:lnTo>
                  <a:lnTo>
                    <a:pt x="3353688" y="424126"/>
                  </a:lnTo>
                  <a:lnTo>
                    <a:pt x="3354942" y="418364"/>
                  </a:lnTo>
                  <a:lnTo>
                    <a:pt x="3356195" y="412677"/>
                  </a:lnTo>
                  <a:lnTo>
                    <a:pt x="3357448" y="407069"/>
                  </a:lnTo>
                  <a:lnTo>
                    <a:pt x="3358701" y="401504"/>
                  </a:lnTo>
                  <a:lnTo>
                    <a:pt x="3359954" y="395982"/>
                  </a:lnTo>
                  <a:lnTo>
                    <a:pt x="3361208" y="390517"/>
                  </a:lnTo>
                  <a:lnTo>
                    <a:pt x="3362461" y="385115"/>
                  </a:lnTo>
                  <a:lnTo>
                    <a:pt x="3363714" y="379782"/>
                  </a:lnTo>
                  <a:lnTo>
                    <a:pt x="3364967" y="374615"/>
                  </a:lnTo>
                  <a:lnTo>
                    <a:pt x="3366221" y="369681"/>
                  </a:lnTo>
                  <a:lnTo>
                    <a:pt x="3367474" y="365023"/>
                  </a:lnTo>
                  <a:lnTo>
                    <a:pt x="3368727" y="360648"/>
                  </a:lnTo>
                  <a:lnTo>
                    <a:pt x="3369980" y="356520"/>
                  </a:lnTo>
                  <a:lnTo>
                    <a:pt x="3371233" y="352595"/>
                  </a:lnTo>
                  <a:lnTo>
                    <a:pt x="3372487" y="348846"/>
                  </a:lnTo>
                  <a:lnTo>
                    <a:pt x="3373740" y="345222"/>
                  </a:lnTo>
                  <a:lnTo>
                    <a:pt x="3374993" y="341686"/>
                  </a:lnTo>
                  <a:lnTo>
                    <a:pt x="3376246" y="338256"/>
                  </a:lnTo>
                  <a:lnTo>
                    <a:pt x="3377500" y="334984"/>
                  </a:lnTo>
                  <a:lnTo>
                    <a:pt x="3378753" y="331932"/>
                  </a:lnTo>
                  <a:lnTo>
                    <a:pt x="3380006" y="329117"/>
                  </a:lnTo>
                  <a:lnTo>
                    <a:pt x="3381259" y="326511"/>
                  </a:lnTo>
                  <a:lnTo>
                    <a:pt x="3382512" y="324081"/>
                  </a:lnTo>
                  <a:lnTo>
                    <a:pt x="3383766" y="321780"/>
                  </a:lnTo>
                  <a:lnTo>
                    <a:pt x="3385019" y="319544"/>
                  </a:lnTo>
                  <a:lnTo>
                    <a:pt x="3386272" y="317344"/>
                  </a:lnTo>
                  <a:lnTo>
                    <a:pt x="3387525" y="315167"/>
                  </a:lnTo>
                  <a:lnTo>
                    <a:pt x="3388778" y="313037"/>
                  </a:lnTo>
                  <a:lnTo>
                    <a:pt x="3390032" y="310986"/>
                  </a:lnTo>
                  <a:lnTo>
                    <a:pt x="3391285" y="309031"/>
                  </a:lnTo>
                  <a:lnTo>
                    <a:pt x="3392538" y="307233"/>
                  </a:lnTo>
                  <a:lnTo>
                    <a:pt x="3393791" y="305602"/>
                  </a:lnTo>
                  <a:lnTo>
                    <a:pt x="3395045" y="304110"/>
                  </a:lnTo>
                  <a:lnTo>
                    <a:pt x="3396298" y="302727"/>
                  </a:lnTo>
                  <a:lnTo>
                    <a:pt x="3397551" y="301412"/>
                  </a:lnTo>
                  <a:lnTo>
                    <a:pt x="3398804" y="300142"/>
                  </a:lnTo>
                  <a:lnTo>
                    <a:pt x="3400057" y="298942"/>
                  </a:lnTo>
                  <a:lnTo>
                    <a:pt x="3401311" y="297838"/>
                  </a:lnTo>
                  <a:lnTo>
                    <a:pt x="3402564" y="296820"/>
                  </a:lnTo>
                  <a:lnTo>
                    <a:pt x="3403817" y="295909"/>
                  </a:lnTo>
                  <a:lnTo>
                    <a:pt x="3405070" y="295124"/>
                  </a:lnTo>
                  <a:lnTo>
                    <a:pt x="3406324" y="294446"/>
                  </a:lnTo>
                  <a:lnTo>
                    <a:pt x="3407577" y="293859"/>
                  </a:lnTo>
                  <a:lnTo>
                    <a:pt x="3408830" y="293358"/>
                  </a:lnTo>
                  <a:lnTo>
                    <a:pt x="3410083" y="292940"/>
                  </a:lnTo>
                  <a:lnTo>
                    <a:pt x="3411336" y="292609"/>
                  </a:lnTo>
                  <a:lnTo>
                    <a:pt x="3412590" y="292378"/>
                  </a:lnTo>
                  <a:lnTo>
                    <a:pt x="3413843" y="292265"/>
                  </a:lnTo>
                  <a:lnTo>
                    <a:pt x="3415096" y="292279"/>
                  </a:lnTo>
                  <a:lnTo>
                    <a:pt x="3416349" y="292416"/>
                  </a:lnTo>
                  <a:lnTo>
                    <a:pt x="3417602" y="292664"/>
                  </a:lnTo>
                  <a:lnTo>
                    <a:pt x="3418856" y="293001"/>
                  </a:lnTo>
                  <a:lnTo>
                    <a:pt x="3420109" y="293418"/>
                  </a:lnTo>
                  <a:lnTo>
                    <a:pt x="3421362" y="293924"/>
                  </a:lnTo>
                  <a:lnTo>
                    <a:pt x="3422615" y="294528"/>
                  </a:lnTo>
                  <a:lnTo>
                    <a:pt x="3423869" y="295210"/>
                  </a:lnTo>
                  <a:lnTo>
                    <a:pt x="3425122" y="295959"/>
                  </a:lnTo>
                  <a:lnTo>
                    <a:pt x="3426375" y="296794"/>
                  </a:lnTo>
                  <a:lnTo>
                    <a:pt x="3427628" y="297695"/>
                  </a:lnTo>
                  <a:lnTo>
                    <a:pt x="3428881" y="298591"/>
                  </a:lnTo>
                  <a:lnTo>
                    <a:pt x="3430135" y="299469"/>
                  </a:lnTo>
                  <a:lnTo>
                    <a:pt x="3431388" y="300282"/>
                  </a:lnTo>
                  <a:lnTo>
                    <a:pt x="3432641" y="301007"/>
                  </a:lnTo>
                  <a:lnTo>
                    <a:pt x="3433894" y="301628"/>
                  </a:lnTo>
                  <a:lnTo>
                    <a:pt x="3435148" y="302150"/>
                  </a:lnTo>
                  <a:lnTo>
                    <a:pt x="3436401" y="302585"/>
                  </a:lnTo>
                  <a:lnTo>
                    <a:pt x="3437654" y="302968"/>
                  </a:lnTo>
                  <a:lnTo>
                    <a:pt x="3438907" y="303295"/>
                  </a:lnTo>
                  <a:lnTo>
                    <a:pt x="3440160" y="303530"/>
                  </a:lnTo>
                  <a:lnTo>
                    <a:pt x="3441414" y="303638"/>
                  </a:lnTo>
                  <a:lnTo>
                    <a:pt x="3442667" y="303619"/>
                  </a:lnTo>
                  <a:lnTo>
                    <a:pt x="3443920" y="303484"/>
                  </a:lnTo>
                  <a:lnTo>
                    <a:pt x="3445173" y="303226"/>
                  </a:lnTo>
                  <a:lnTo>
                    <a:pt x="3446426" y="302856"/>
                  </a:lnTo>
                  <a:lnTo>
                    <a:pt x="3447680" y="302425"/>
                  </a:lnTo>
                  <a:lnTo>
                    <a:pt x="3448933" y="301964"/>
                  </a:lnTo>
                  <a:lnTo>
                    <a:pt x="3450186" y="301509"/>
                  </a:lnTo>
                  <a:lnTo>
                    <a:pt x="3451439" y="301087"/>
                  </a:lnTo>
                  <a:lnTo>
                    <a:pt x="3452693" y="300716"/>
                  </a:lnTo>
                  <a:lnTo>
                    <a:pt x="3453946" y="300426"/>
                  </a:lnTo>
                  <a:lnTo>
                    <a:pt x="3455199" y="300184"/>
                  </a:lnTo>
                  <a:lnTo>
                    <a:pt x="3456452" y="299963"/>
                  </a:lnTo>
                  <a:lnTo>
                    <a:pt x="3457705" y="299782"/>
                  </a:lnTo>
                  <a:lnTo>
                    <a:pt x="3458959" y="299648"/>
                  </a:lnTo>
                  <a:lnTo>
                    <a:pt x="3460212" y="299558"/>
                  </a:lnTo>
                  <a:lnTo>
                    <a:pt x="3461465" y="299542"/>
                  </a:lnTo>
                  <a:lnTo>
                    <a:pt x="3462718" y="299621"/>
                  </a:lnTo>
                  <a:lnTo>
                    <a:pt x="3463972" y="299819"/>
                  </a:lnTo>
                  <a:lnTo>
                    <a:pt x="3465225" y="300157"/>
                  </a:lnTo>
                  <a:lnTo>
                    <a:pt x="3466478" y="300636"/>
                  </a:lnTo>
                  <a:lnTo>
                    <a:pt x="3467731" y="301249"/>
                  </a:lnTo>
                  <a:lnTo>
                    <a:pt x="3468984" y="301981"/>
                  </a:lnTo>
                  <a:lnTo>
                    <a:pt x="3470238" y="302816"/>
                  </a:lnTo>
                  <a:lnTo>
                    <a:pt x="3471491" y="303737"/>
                  </a:lnTo>
                  <a:lnTo>
                    <a:pt x="3472744" y="304741"/>
                  </a:lnTo>
                  <a:lnTo>
                    <a:pt x="3473997" y="305850"/>
                  </a:lnTo>
                  <a:lnTo>
                    <a:pt x="3475250" y="307075"/>
                  </a:lnTo>
                  <a:lnTo>
                    <a:pt x="3476504" y="308414"/>
                  </a:lnTo>
                  <a:lnTo>
                    <a:pt x="3477757" y="309867"/>
                  </a:lnTo>
                  <a:lnTo>
                    <a:pt x="3479010" y="311447"/>
                  </a:lnTo>
                  <a:lnTo>
                    <a:pt x="3480263" y="313141"/>
                  </a:lnTo>
                  <a:lnTo>
                    <a:pt x="3481517" y="314948"/>
                  </a:lnTo>
                  <a:lnTo>
                    <a:pt x="3482770" y="316862"/>
                  </a:lnTo>
                  <a:lnTo>
                    <a:pt x="3484023" y="318858"/>
                  </a:lnTo>
                  <a:lnTo>
                    <a:pt x="3485276" y="320908"/>
                  </a:lnTo>
                  <a:lnTo>
                    <a:pt x="3486529" y="323008"/>
                  </a:lnTo>
                  <a:lnTo>
                    <a:pt x="3487783" y="325172"/>
                  </a:lnTo>
                  <a:lnTo>
                    <a:pt x="3489036" y="327389"/>
                  </a:lnTo>
                  <a:lnTo>
                    <a:pt x="3490289" y="329662"/>
                  </a:lnTo>
                  <a:lnTo>
                    <a:pt x="3491542" y="332004"/>
                  </a:lnTo>
                  <a:lnTo>
                    <a:pt x="3492795" y="334408"/>
                  </a:lnTo>
                  <a:lnTo>
                    <a:pt x="3494049" y="336863"/>
                  </a:lnTo>
                  <a:lnTo>
                    <a:pt x="3495302" y="339388"/>
                  </a:lnTo>
                  <a:lnTo>
                    <a:pt x="3496555" y="341988"/>
                  </a:lnTo>
                  <a:lnTo>
                    <a:pt x="3497808" y="344651"/>
                  </a:lnTo>
                  <a:lnTo>
                    <a:pt x="3499062" y="347374"/>
                  </a:lnTo>
                  <a:lnTo>
                    <a:pt x="3500315" y="350129"/>
                  </a:lnTo>
                  <a:lnTo>
                    <a:pt x="3501568" y="352903"/>
                  </a:lnTo>
                  <a:lnTo>
                    <a:pt x="3502821" y="355713"/>
                  </a:lnTo>
                  <a:lnTo>
                    <a:pt x="3504074" y="358578"/>
                  </a:lnTo>
                  <a:lnTo>
                    <a:pt x="3505328" y="361496"/>
                  </a:lnTo>
                  <a:lnTo>
                    <a:pt x="3506581" y="364418"/>
                  </a:lnTo>
                  <a:lnTo>
                    <a:pt x="3507834" y="367341"/>
                  </a:lnTo>
                  <a:lnTo>
                    <a:pt x="3509087" y="370236"/>
                  </a:lnTo>
                  <a:lnTo>
                    <a:pt x="3510341" y="373093"/>
                  </a:lnTo>
                  <a:lnTo>
                    <a:pt x="3511594" y="375895"/>
                  </a:lnTo>
                  <a:lnTo>
                    <a:pt x="3512847" y="378625"/>
                  </a:lnTo>
                  <a:lnTo>
                    <a:pt x="3514100" y="381250"/>
                  </a:lnTo>
                  <a:lnTo>
                    <a:pt x="3515353" y="383742"/>
                  </a:lnTo>
                  <a:lnTo>
                    <a:pt x="3516607" y="386045"/>
                  </a:lnTo>
                  <a:lnTo>
                    <a:pt x="3517860" y="388119"/>
                  </a:lnTo>
                  <a:lnTo>
                    <a:pt x="3519113" y="389960"/>
                  </a:lnTo>
                  <a:lnTo>
                    <a:pt x="3520366" y="391538"/>
                  </a:lnTo>
                  <a:lnTo>
                    <a:pt x="3521619" y="392824"/>
                  </a:lnTo>
                  <a:lnTo>
                    <a:pt x="3522873" y="393851"/>
                  </a:lnTo>
                  <a:lnTo>
                    <a:pt x="3524126" y="394640"/>
                  </a:lnTo>
                  <a:lnTo>
                    <a:pt x="3525379" y="395182"/>
                  </a:lnTo>
                  <a:lnTo>
                    <a:pt x="3526632" y="395440"/>
                  </a:lnTo>
                  <a:lnTo>
                    <a:pt x="3527886" y="395362"/>
                  </a:lnTo>
                  <a:lnTo>
                    <a:pt x="3529139" y="394926"/>
                  </a:lnTo>
                  <a:lnTo>
                    <a:pt x="3530392" y="394124"/>
                  </a:lnTo>
                  <a:lnTo>
                    <a:pt x="3531645" y="392951"/>
                  </a:lnTo>
                  <a:lnTo>
                    <a:pt x="3532898" y="391431"/>
                  </a:lnTo>
                  <a:lnTo>
                    <a:pt x="3534152" y="389576"/>
                  </a:lnTo>
                  <a:lnTo>
                    <a:pt x="3535405" y="387407"/>
                  </a:lnTo>
                  <a:lnTo>
                    <a:pt x="3536658" y="384914"/>
                  </a:lnTo>
                  <a:lnTo>
                    <a:pt x="3537911" y="382089"/>
                  </a:lnTo>
                  <a:lnTo>
                    <a:pt x="3539165" y="378925"/>
                  </a:lnTo>
                  <a:lnTo>
                    <a:pt x="3540418" y="375449"/>
                  </a:lnTo>
                  <a:lnTo>
                    <a:pt x="3541671" y="371639"/>
                  </a:lnTo>
                  <a:lnTo>
                    <a:pt x="3542924" y="367486"/>
                  </a:lnTo>
                  <a:lnTo>
                    <a:pt x="3544177" y="362995"/>
                  </a:lnTo>
                  <a:lnTo>
                    <a:pt x="3545431" y="358190"/>
                  </a:lnTo>
                  <a:lnTo>
                    <a:pt x="3546684" y="353140"/>
                  </a:lnTo>
                  <a:lnTo>
                    <a:pt x="3547937" y="347927"/>
                  </a:lnTo>
                  <a:lnTo>
                    <a:pt x="3549190" y="342618"/>
                  </a:lnTo>
                  <a:lnTo>
                    <a:pt x="3550443" y="337248"/>
                  </a:lnTo>
                  <a:lnTo>
                    <a:pt x="3551697" y="331846"/>
                  </a:lnTo>
                  <a:lnTo>
                    <a:pt x="3552950" y="326457"/>
                  </a:lnTo>
                  <a:lnTo>
                    <a:pt x="3554203" y="321089"/>
                  </a:lnTo>
                  <a:lnTo>
                    <a:pt x="3555456" y="315753"/>
                  </a:lnTo>
                  <a:lnTo>
                    <a:pt x="3556710" y="310473"/>
                  </a:lnTo>
                  <a:lnTo>
                    <a:pt x="3557963" y="305282"/>
                  </a:lnTo>
                  <a:lnTo>
                    <a:pt x="3559216" y="300191"/>
                  </a:lnTo>
                  <a:lnTo>
                    <a:pt x="3560469" y="295226"/>
                  </a:lnTo>
                  <a:lnTo>
                    <a:pt x="3561722" y="290433"/>
                  </a:lnTo>
                  <a:lnTo>
                    <a:pt x="3562976" y="285851"/>
                  </a:lnTo>
                  <a:lnTo>
                    <a:pt x="3564229" y="281519"/>
                  </a:lnTo>
                  <a:lnTo>
                    <a:pt x="3565482" y="277441"/>
                  </a:lnTo>
                  <a:lnTo>
                    <a:pt x="3566735" y="273579"/>
                  </a:lnTo>
                  <a:lnTo>
                    <a:pt x="3567989" y="269914"/>
                  </a:lnTo>
                  <a:lnTo>
                    <a:pt x="3569242" y="266457"/>
                  </a:lnTo>
                  <a:lnTo>
                    <a:pt x="3570495" y="263204"/>
                  </a:lnTo>
                  <a:lnTo>
                    <a:pt x="3571748" y="260170"/>
                  </a:lnTo>
                  <a:lnTo>
                    <a:pt x="3573001" y="257390"/>
                  </a:lnTo>
                  <a:lnTo>
                    <a:pt x="3574255" y="254900"/>
                  </a:lnTo>
                  <a:lnTo>
                    <a:pt x="3575508" y="252723"/>
                  </a:lnTo>
                  <a:lnTo>
                    <a:pt x="3576761" y="250909"/>
                  </a:lnTo>
                  <a:lnTo>
                    <a:pt x="3578014" y="249471"/>
                  </a:lnTo>
                  <a:lnTo>
                    <a:pt x="3579267" y="248422"/>
                  </a:lnTo>
                  <a:lnTo>
                    <a:pt x="3580521" y="247780"/>
                  </a:lnTo>
                  <a:lnTo>
                    <a:pt x="3581774" y="247529"/>
                  </a:lnTo>
                  <a:lnTo>
                    <a:pt x="3583027" y="247688"/>
                  </a:lnTo>
                  <a:lnTo>
                    <a:pt x="3584280" y="248308"/>
                  </a:lnTo>
                  <a:lnTo>
                    <a:pt x="3585534" y="249403"/>
                  </a:lnTo>
                  <a:lnTo>
                    <a:pt x="3586787" y="250914"/>
                  </a:lnTo>
                  <a:lnTo>
                    <a:pt x="3588040" y="252816"/>
                  </a:lnTo>
                  <a:lnTo>
                    <a:pt x="3589293" y="255126"/>
                  </a:lnTo>
                  <a:lnTo>
                    <a:pt x="3590546" y="257876"/>
                  </a:lnTo>
                  <a:lnTo>
                    <a:pt x="3591800" y="261085"/>
                  </a:lnTo>
                  <a:lnTo>
                    <a:pt x="3593053" y="264743"/>
                  </a:lnTo>
                  <a:lnTo>
                    <a:pt x="3594306" y="268859"/>
                  </a:lnTo>
                  <a:lnTo>
                    <a:pt x="3595559" y="273413"/>
                  </a:lnTo>
                  <a:lnTo>
                    <a:pt x="3596813" y="278391"/>
                  </a:lnTo>
                  <a:lnTo>
                    <a:pt x="3598066" y="283762"/>
                  </a:lnTo>
                  <a:lnTo>
                    <a:pt x="3599319" y="289510"/>
                  </a:lnTo>
                  <a:lnTo>
                    <a:pt x="3600572" y="295625"/>
                  </a:lnTo>
                  <a:lnTo>
                    <a:pt x="3601825" y="302088"/>
                  </a:lnTo>
                  <a:lnTo>
                    <a:pt x="3603079" y="308860"/>
                  </a:lnTo>
                  <a:lnTo>
                    <a:pt x="3604332" y="315930"/>
                  </a:lnTo>
                  <a:lnTo>
                    <a:pt x="3605585" y="323336"/>
                  </a:lnTo>
                  <a:lnTo>
                    <a:pt x="3606838" y="331105"/>
                  </a:lnTo>
                  <a:lnTo>
                    <a:pt x="3608091" y="339234"/>
                  </a:lnTo>
                  <a:lnTo>
                    <a:pt x="3609345" y="347679"/>
                  </a:lnTo>
                  <a:lnTo>
                    <a:pt x="3610598" y="356377"/>
                  </a:lnTo>
                  <a:lnTo>
                    <a:pt x="3611851" y="365264"/>
                  </a:lnTo>
                  <a:lnTo>
                    <a:pt x="3613104" y="374288"/>
                  </a:lnTo>
                  <a:lnTo>
                    <a:pt x="3614358" y="383422"/>
                  </a:lnTo>
                  <a:lnTo>
                    <a:pt x="3615611" y="392640"/>
                  </a:lnTo>
                  <a:lnTo>
                    <a:pt x="3616864" y="401971"/>
                  </a:lnTo>
                  <a:lnTo>
                    <a:pt x="3618117" y="411427"/>
                  </a:lnTo>
                  <a:lnTo>
                    <a:pt x="3619370" y="421026"/>
                  </a:lnTo>
                  <a:lnTo>
                    <a:pt x="3620624" y="430772"/>
                  </a:lnTo>
                  <a:lnTo>
                    <a:pt x="3621877" y="440648"/>
                  </a:lnTo>
                  <a:lnTo>
                    <a:pt x="3623130" y="450612"/>
                  </a:lnTo>
                  <a:lnTo>
                    <a:pt x="3624383" y="460627"/>
                  </a:lnTo>
                  <a:lnTo>
                    <a:pt x="3625637" y="470654"/>
                  </a:lnTo>
                  <a:lnTo>
                    <a:pt x="3626890" y="480644"/>
                  </a:lnTo>
                  <a:lnTo>
                    <a:pt x="3628143" y="490535"/>
                  </a:lnTo>
                  <a:lnTo>
                    <a:pt x="3629396" y="500328"/>
                  </a:lnTo>
                  <a:lnTo>
                    <a:pt x="3630649" y="510044"/>
                  </a:lnTo>
                  <a:lnTo>
                    <a:pt x="3631903" y="519699"/>
                  </a:lnTo>
                  <a:lnTo>
                    <a:pt x="3633156" y="529315"/>
                  </a:lnTo>
                  <a:lnTo>
                    <a:pt x="3634409" y="538914"/>
                  </a:lnTo>
                  <a:lnTo>
                    <a:pt x="3635662" y="548445"/>
                  </a:lnTo>
                  <a:lnTo>
                    <a:pt x="3636915" y="557876"/>
                  </a:lnTo>
                  <a:lnTo>
                    <a:pt x="3638169" y="567149"/>
                  </a:lnTo>
                  <a:lnTo>
                    <a:pt x="3639422" y="576192"/>
                  </a:lnTo>
                  <a:lnTo>
                    <a:pt x="3640675" y="584937"/>
                  </a:lnTo>
                  <a:lnTo>
                    <a:pt x="3641928" y="593371"/>
                  </a:lnTo>
                  <a:lnTo>
                    <a:pt x="3643182" y="601480"/>
                  </a:lnTo>
                  <a:lnTo>
                    <a:pt x="3644435" y="609272"/>
                  </a:lnTo>
                  <a:lnTo>
                    <a:pt x="3645688" y="616764"/>
                  </a:lnTo>
                  <a:lnTo>
                    <a:pt x="3646941" y="623922"/>
                  </a:lnTo>
                  <a:lnTo>
                    <a:pt x="3648194" y="630689"/>
                  </a:lnTo>
                  <a:lnTo>
                    <a:pt x="3649448" y="637059"/>
                  </a:lnTo>
                  <a:lnTo>
                    <a:pt x="3650701" y="643066"/>
                  </a:lnTo>
                  <a:lnTo>
                    <a:pt x="3651954" y="648704"/>
                  </a:lnTo>
                  <a:lnTo>
                    <a:pt x="3653207" y="653956"/>
                  </a:lnTo>
                  <a:lnTo>
                    <a:pt x="3654460" y="658806"/>
                  </a:lnTo>
                  <a:lnTo>
                    <a:pt x="3655714" y="663238"/>
                  </a:lnTo>
                  <a:lnTo>
                    <a:pt x="3656967" y="667247"/>
                  </a:lnTo>
                  <a:lnTo>
                    <a:pt x="3658220" y="670840"/>
                  </a:lnTo>
                  <a:lnTo>
                    <a:pt x="3659473" y="674050"/>
                  </a:lnTo>
                  <a:lnTo>
                    <a:pt x="3660727" y="676895"/>
                  </a:lnTo>
                  <a:lnTo>
                    <a:pt x="3661980" y="679416"/>
                  </a:lnTo>
                  <a:lnTo>
                    <a:pt x="3663233" y="681634"/>
                  </a:lnTo>
                  <a:lnTo>
                    <a:pt x="3664486" y="683591"/>
                  </a:lnTo>
                  <a:lnTo>
                    <a:pt x="3665739" y="685312"/>
                  </a:lnTo>
                  <a:lnTo>
                    <a:pt x="3666993" y="686819"/>
                  </a:lnTo>
                  <a:lnTo>
                    <a:pt x="3668246" y="688093"/>
                  </a:lnTo>
                  <a:lnTo>
                    <a:pt x="3669499" y="689065"/>
                  </a:lnTo>
                  <a:lnTo>
                    <a:pt x="3670752" y="689681"/>
                  </a:lnTo>
                  <a:lnTo>
                    <a:pt x="3672006" y="689929"/>
                  </a:lnTo>
                  <a:lnTo>
                    <a:pt x="3673259" y="689838"/>
                  </a:lnTo>
                  <a:lnTo>
                    <a:pt x="3674512" y="689434"/>
                  </a:lnTo>
                  <a:lnTo>
                    <a:pt x="3675765" y="688748"/>
                  </a:lnTo>
                  <a:lnTo>
                    <a:pt x="3677018" y="687776"/>
                  </a:lnTo>
                  <a:lnTo>
                    <a:pt x="3678272" y="686491"/>
                  </a:lnTo>
                  <a:lnTo>
                    <a:pt x="3679525" y="684859"/>
                  </a:lnTo>
                  <a:lnTo>
                    <a:pt x="3680778" y="682813"/>
                  </a:lnTo>
                  <a:lnTo>
                    <a:pt x="3682031" y="680301"/>
                  </a:lnTo>
                  <a:lnTo>
                    <a:pt x="3683284" y="677267"/>
                  </a:lnTo>
                  <a:lnTo>
                    <a:pt x="3684538" y="673701"/>
                  </a:lnTo>
                  <a:lnTo>
                    <a:pt x="3685791" y="669649"/>
                  </a:lnTo>
                  <a:lnTo>
                    <a:pt x="3687044" y="665143"/>
                  </a:lnTo>
                  <a:lnTo>
                    <a:pt x="3688297" y="660227"/>
                  </a:lnTo>
                  <a:lnTo>
                    <a:pt x="3689551" y="654959"/>
                  </a:lnTo>
                  <a:lnTo>
                    <a:pt x="3690804" y="649416"/>
                  </a:lnTo>
                  <a:lnTo>
                    <a:pt x="3692057" y="643655"/>
                  </a:lnTo>
                  <a:lnTo>
                    <a:pt x="3693310" y="637680"/>
                  </a:lnTo>
                  <a:lnTo>
                    <a:pt x="3694563" y="631507"/>
                  </a:lnTo>
                  <a:lnTo>
                    <a:pt x="3695817" y="625144"/>
                  </a:lnTo>
                  <a:lnTo>
                    <a:pt x="3697070" y="618562"/>
                  </a:lnTo>
                  <a:lnTo>
                    <a:pt x="3698323" y="611757"/>
                  </a:lnTo>
                  <a:lnTo>
                    <a:pt x="3699576" y="604753"/>
                  </a:lnTo>
                  <a:lnTo>
                    <a:pt x="3700830" y="597602"/>
                  </a:lnTo>
                  <a:lnTo>
                    <a:pt x="3702083" y="590353"/>
                  </a:lnTo>
                  <a:lnTo>
                    <a:pt x="3703336" y="583082"/>
                  </a:lnTo>
                  <a:lnTo>
                    <a:pt x="3704589" y="575824"/>
                  </a:lnTo>
                  <a:lnTo>
                    <a:pt x="3705842" y="568630"/>
                  </a:lnTo>
                  <a:lnTo>
                    <a:pt x="3707096" y="561546"/>
                  </a:lnTo>
                  <a:lnTo>
                    <a:pt x="3708349" y="554569"/>
                  </a:lnTo>
                  <a:lnTo>
                    <a:pt x="3709602" y="547707"/>
                  </a:lnTo>
                  <a:lnTo>
                    <a:pt x="3710855" y="540995"/>
                  </a:lnTo>
                  <a:lnTo>
                    <a:pt x="3712108" y="534495"/>
                  </a:lnTo>
                  <a:lnTo>
                    <a:pt x="3713362" y="528202"/>
                  </a:lnTo>
                  <a:lnTo>
                    <a:pt x="3714615" y="522125"/>
                  </a:lnTo>
                  <a:lnTo>
                    <a:pt x="3715868" y="516305"/>
                  </a:lnTo>
                  <a:lnTo>
                    <a:pt x="3717121" y="510774"/>
                  </a:lnTo>
                  <a:lnTo>
                    <a:pt x="3718375" y="505557"/>
                  </a:lnTo>
                  <a:lnTo>
                    <a:pt x="3719628" y="500658"/>
                  </a:lnTo>
                  <a:lnTo>
                    <a:pt x="3720881" y="496083"/>
                  </a:lnTo>
                  <a:lnTo>
                    <a:pt x="3722134" y="491799"/>
                  </a:lnTo>
                  <a:lnTo>
                    <a:pt x="3723387" y="487791"/>
                  </a:lnTo>
                  <a:lnTo>
                    <a:pt x="3724641" y="484035"/>
                  </a:lnTo>
                  <a:lnTo>
                    <a:pt x="3725894" y="480513"/>
                  </a:lnTo>
                  <a:lnTo>
                    <a:pt x="3727147" y="477211"/>
                  </a:lnTo>
                  <a:lnTo>
                    <a:pt x="3728400" y="474079"/>
                  </a:lnTo>
                  <a:lnTo>
                    <a:pt x="3729654" y="471122"/>
                  </a:lnTo>
                  <a:lnTo>
                    <a:pt x="3730907" y="468322"/>
                  </a:lnTo>
                  <a:lnTo>
                    <a:pt x="3732160" y="465709"/>
                  </a:lnTo>
                  <a:lnTo>
                    <a:pt x="3733413" y="463348"/>
                  </a:lnTo>
                  <a:lnTo>
                    <a:pt x="3734666" y="461267"/>
                  </a:lnTo>
                  <a:lnTo>
                    <a:pt x="3735920" y="459468"/>
                  </a:lnTo>
                  <a:lnTo>
                    <a:pt x="3737173" y="457925"/>
                  </a:lnTo>
                  <a:lnTo>
                    <a:pt x="3738426" y="456609"/>
                  </a:lnTo>
                  <a:lnTo>
                    <a:pt x="3739679" y="455506"/>
                  </a:lnTo>
                  <a:lnTo>
                    <a:pt x="3740932" y="454656"/>
                  </a:lnTo>
                  <a:lnTo>
                    <a:pt x="3742186" y="454086"/>
                  </a:lnTo>
                  <a:lnTo>
                    <a:pt x="3743439" y="453834"/>
                  </a:lnTo>
                  <a:lnTo>
                    <a:pt x="3744692" y="453931"/>
                  </a:lnTo>
                  <a:lnTo>
                    <a:pt x="3745945" y="454410"/>
                  </a:lnTo>
                  <a:lnTo>
                    <a:pt x="3747199" y="455335"/>
                  </a:lnTo>
                  <a:lnTo>
                    <a:pt x="3748452" y="456689"/>
                  </a:lnTo>
                  <a:lnTo>
                    <a:pt x="3749705" y="458439"/>
                  </a:lnTo>
                  <a:lnTo>
                    <a:pt x="3750958" y="460551"/>
                  </a:lnTo>
                  <a:lnTo>
                    <a:pt x="3752211" y="462949"/>
                  </a:lnTo>
                  <a:lnTo>
                    <a:pt x="3753465" y="465586"/>
                  </a:lnTo>
                  <a:lnTo>
                    <a:pt x="3754718" y="468380"/>
                  </a:lnTo>
                  <a:lnTo>
                    <a:pt x="3755971" y="471314"/>
                  </a:lnTo>
                  <a:lnTo>
                    <a:pt x="3757224" y="474406"/>
                  </a:lnTo>
                  <a:lnTo>
                    <a:pt x="3758478" y="477648"/>
                  </a:lnTo>
                  <a:lnTo>
                    <a:pt x="3759731" y="481041"/>
                  </a:lnTo>
                  <a:lnTo>
                    <a:pt x="3760984" y="484605"/>
                  </a:lnTo>
                  <a:lnTo>
                    <a:pt x="3762237" y="488342"/>
                  </a:lnTo>
                  <a:lnTo>
                    <a:pt x="3763490" y="492245"/>
                  </a:lnTo>
                  <a:lnTo>
                    <a:pt x="3764744" y="496292"/>
                  </a:lnTo>
                  <a:lnTo>
                    <a:pt x="3765997" y="500459"/>
                  </a:lnTo>
                  <a:lnTo>
                    <a:pt x="3767250" y="504718"/>
                  </a:lnTo>
                  <a:lnTo>
                    <a:pt x="3768503" y="509063"/>
                  </a:lnTo>
                  <a:lnTo>
                    <a:pt x="3769756" y="513475"/>
                  </a:lnTo>
                  <a:lnTo>
                    <a:pt x="3771010" y="517958"/>
                  </a:lnTo>
                  <a:lnTo>
                    <a:pt x="3772263" y="522539"/>
                  </a:lnTo>
                  <a:lnTo>
                    <a:pt x="3773516" y="527258"/>
                  </a:lnTo>
                  <a:lnTo>
                    <a:pt x="3774769" y="532117"/>
                  </a:lnTo>
                  <a:lnTo>
                    <a:pt x="3776023" y="537094"/>
                  </a:lnTo>
                  <a:lnTo>
                    <a:pt x="3777276" y="542183"/>
                  </a:lnTo>
                  <a:lnTo>
                    <a:pt x="3778529" y="547358"/>
                  </a:lnTo>
                  <a:lnTo>
                    <a:pt x="3779782" y="552611"/>
                  </a:lnTo>
                  <a:lnTo>
                    <a:pt x="3781035" y="557931"/>
                  </a:lnTo>
                  <a:lnTo>
                    <a:pt x="3782289" y="563322"/>
                  </a:lnTo>
                  <a:lnTo>
                    <a:pt x="3783542" y="568785"/>
                  </a:lnTo>
                  <a:lnTo>
                    <a:pt x="3784795" y="574353"/>
                  </a:lnTo>
                  <a:lnTo>
                    <a:pt x="3786048" y="580058"/>
                  </a:lnTo>
                  <a:lnTo>
                    <a:pt x="3787302" y="585899"/>
                  </a:lnTo>
                  <a:lnTo>
                    <a:pt x="3788555" y="591868"/>
                  </a:lnTo>
                  <a:lnTo>
                    <a:pt x="3789808" y="597929"/>
                  </a:lnTo>
                  <a:lnTo>
                    <a:pt x="3791061" y="604091"/>
                  </a:lnTo>
                  <a:lnTo>
                    <a:pt x="3792314" y="610385"/>
                  </a:lnTo>
                  <a:lnTo>
                    <a:pt x="3793568" y="616832"/>
                  </a:lnTo>
                  <a:lnTo>
                    <a:pt x="3794821" y="623461"/>
                  </a:lnTo>
                  <a:lnTo>
                    <a:pt x="3796074" y="630251"/>
                  </a:lnTo>
                  <a:lnTo>
                    <a:pt x="3797327" y="637173"/>
                  </a:lnTo>
                  <a:lnTo>
                    <a:pt x="3798580" y="644175"/>
                  </a:lnTo>
                  <a:lnTo>
                    <a:pt x="3799834" y="651234"/>
                  </a:lnTo>
                  <a:lnTo>
                    <a:pt x="3801087" y="658307"/>
                  </a:lnTo>
                  <a:lnTo>
                    <a:pt x="3802340" y="665387"/>
                  </a:lnTo>
                  <a:lnTo>
                    <a:pt x="3803593" y="672444"/>
                  </a:lnTo>
                  <a:lnTo>
                    <a:pt x="3804847" y="679423"/>
                  </a:lnTo>
                  <a:lnTo>
                    <a:pt x="3806100" y="686318"/>
                  </a:lnTo>
                  <a:lnTo>
                    <a:pt x="3807353" y="693111"/>
                  </a:lnTo>
                  <a:lnTo>
                    <a:pt x="3808606" y="699797"/>
                  </a:lnTo>
                  <a:lnTo>
                    <a:pt x="3809859" y="706331"/>
                  </a:lnTo>
                  <a:lnTo>
                    <a:pt x="3811113" y="712638"/>
                  </a:lnTo>
                  <a:lnTo>
                    <a:pt x="3812366" y="718684"/>
                  </a:lnTo>
                  <a:lnTo>
                    <a:pt x="3813619" y="724453"/>
                  </a:lnTo>
                  <a:lnTo>
                    <a:pt x="3814872" y="729960"/>
                  </a:lnTo>
                  <a:lnTo>
                    <a:pt x="3816125" y="735212"/>
                  </a:lnTo>
                  <a:lnTo>
                    <a:pt x="3817379" y="740237"/>
                  </a:lnTo>
                  <a:lnTo>
                    <a:pt x="3818632" y="745061"/>
                  </a:lnTo>
                  <a:lnTo>
                    <a:pt x="3819885" y="749680"/>
                  </a:lnTo>
                  <a:lnTo>
                    <a:pt x="3821138" y="754076"/>
                  </a:lnTo>
                  <a:lnTo>
                    <a:pt x="3822392" y="758248"/>
                  </a:lnTo>
                  <a:lnTo>
                    <a:pt x="3823645" y="762207"/>
                  </a:lnTo>
                  <a:lnTo>
                    <a:pt x="3824898" y="765926"/>
                  </a:lnTo>
                  <a:lnTo>
                    <a:pt x="3826151" y="769400"/>
                  </a:lnTo>
                  <a:lnTo>
                    <a:pt x="3827404" y="772632"/>
                  </a:lnTo>
                  <a:lnTo>
                    <a:pt x="3828658" y="775610"/>
                  </a:lnTo>
                  <a:lnTo>
                    <a:pt x="3829911" y="778336"/>
                  </a:lnTo>
                  <a:lnTo>
                    <a:pt x="3831164" y="780831"/>
                  </a:lnTo>
                  <a:lnTo>
                    <a:pt x="3832417" y="783068"/>
                  </a:lnTo>
                  <a:lnTo>
                    <a:pt x="3833671" y="785023"/>
                  </a:lnTo>
                  <a:lnTo>
                    <a:pt x="3834924" y="786686"/>
                  </a:lnTo>
                  <a:lnTo>
                    <a:pt x="3836177" y="788034"/>
                  </a:lnTo>
                  <a:lnTo>
                    <a:pt x="3837430" y="789027"/>
                  </a:lnTo>
                  <a:lnTo>
                    <a:pt x="3838683" y="789663"/>
                  </a:lnTo>
                  <a:lnTo>
                    <a:pt x="3839937" y="789945"/>
                  </a:lnTo>
                  <a:lnTo>
                    <a:pt x="3841190" y="789892"/>
                  </a:lnTo>
                  <a:lnTo>
                    <a:pt x="3842443" y="789512"/>
                  </a:lnTo>
                  <a:lnTo>
                    <a:pt x="3843696" y="788826"/>
                  </a:lnTo>
                  <a:lnTo>
                    <a:pt x="3844949" y="787856"/>
                  </a:lnTo>
                  <a:lnTo>
                    <a:pt x="3846203" y="786620"/>
                  </a:lnTo>
                  <a:lnTo>
                    <a:pt x="3847456" y="785141"/>
                  </a:lnTo>
                  <a:lnTo>
                    <a:pt x="3848709" y="783382"/>
                  </a:lnTo>
                  <a:lnTo>
                    <a:pt x="3849962" y="781331"/>
                  </a:lnTo>
                  <a:lnTo>
                    <a:pt x="3851216" y="779008"/>
                  </a:lnTo>
                  <a:lnTo>
                    <a:pt x="3852469" y="776460"/>
                  </a:lnTo>
                  <a:lnTo>
                    <a:pt x="3853722" y="773732"/>
                  </a:lnTo>
                  <a:lnTo>
                    <a:pt x="3854975" y="770788"/>
                  </a:lnTo>
                  <a:lnTo>
                    <a:pt x="3856228" y="767589"/>
                  </a:lnTo>
                  <a:lnTo>
                    <a:pt x="3857482" y="764081"/>
                  </a:lnTo>
                  <a:lnTo>
                    <a:pt x="3858735" y="760257"/>
                  </a:lnTo>
                  <a:lnTo>
                    <a:pt x="3859988" y="756147"/>
                  </a:lnTo>
                  <a:lnTo>
                    <a:pt x="3861241" y="751764"/>
                  </a:lnTo>
                  <a:lnTo>
                    <a:pt x="3862495" y="747166"/>
                  </a:lnTo>
                  <a:lnTo>
                    <a:pt x="3863748" y="742430"/>
                  </a:lnTo>
                  <a:lnTo>
                    <a:pt x="3865001" y="737631"/>
                  </a:lnTo>
                  <a:lnTo>
                    <a:pt x="3866254" y="732766"/>
                  </a:lnTo>
                  <a:lnTo>
                    <a:pt x="3867507" y="727885"/>
                  </a:lnTo>
                  <a:lnTo>
                    <a:pt x="3868761" y="723029"/>
                  </a:lnTo>
                  <a:lnTo>
                    <a:pt x="3870014" y="718229"/>
                  </a:lnTo>
                  <a:lnTo>
                    <a:pt x="3871267" y="713485"/>
                  </a:lnTo>
                  <a:lnTo>
                    <a:pt x="3872520" y="708779"/>
                  </a:lnTo>
                  <a:lnTo>
                    <a:pt x="3873773" y="704168"/>
                  </a:lnTo>
                  <a:lnTo>
                    <a:pt x="3875027" y="699724"/>
                  </a:lnTo>
                  <a:lnTo>
                    <a:pt x="3876280" y="695479"/>
                  </a:lnTo>
                  <a:lnTo>
                    <a:pt x="3877533" y="691465"/>
                  </a:lnTo>
                  <a:lnTo>
                    <a:pt x="3878786" y="687712"/>
                  </a:lnTo>
                  <a:lnTo>
                    <a:pt x="3880040" y="684282"/>
                  </a:lnTo>
                  <a:lnTo>
                    <a:pt x="3881293" y="681165"/>
                  </a:lnTo>
                  <a:lnTo>
                    <a:pt x="3882546" y="678334"/>
                  </a:lnTo>
                  <a:lnTo>
                    <a:pt x="3883799" y="675785"/>
                  </a:lnTo>
                  <a:lnTo>
                    <a:pt x="3885052" y="673533"/>
                  </a:lnTo>
                  <a:lnTo>
                    <a:pt x="3886306" y="671580"/>
                  </a:lnTo>
                  <a:lnTo>
                    <a:pt x="3887559" y="669931"/>
                  </a:lnTo>
                  <a:lnTo>
                    <a:pt x="3888812" y="668571"/>
                  </a:lnTo>
                  <a:lnTo>
                    <a:pt x="3890065" y="667493"/>
                  </a:lnTo>
                  <a:lnTo>
                    <a:pt x="3891319" y="666708"/>
                  </a:lnTo>
                  <a:lnTo>
                    <a:pt x="3892572" y="666239"/>
                  </a:lnTo>
                  <a:lnTo>
                    <a:pt x="3893825" y="666082"/>
                  </a:lnTo>
                  <a:lnTo>
                    <a:pt x="3895078" y="666243"/>
                  </a:lnTo>
                  <a:lnTo>
                    <a:pt x="3896331" y="666722"/>
                  </a:lnTo>
                  <a:lnTo>
                    <a:pt x="3897585" y="667495"/>
                  </a:lnTo>
                  <a:lnTo>
                    <a:pt x="3898838" y="668491"/>
                  </a:lnTo>
                  <a:lnTo>
                    <a:pt x="3900091" y="669688"/>
                  </a:lnTo>
                  <a:lnTo>
                    <a:pt x="3901344" y="671072"/>
                  </a:lnTo>
                  <a:lnTo>
                    <a:pt x="3902597" y="672627"/>
                  </a:lnTo>
                  <a:lnTo>
                    <a:pt x="3903851" y="674328"/>
                  </a:lnTo>
                  <a:lnTo>
                    <a:pt x="3905104" y="676143"/>
                  </a:lnTo>
                  <a:lnTo>
                    <a:pt x="3906357" y="678025"/>
                  </a:lnTo>
                  <a:lnTo>
                    <a:pt x="3907610" y="679917"/>
                  </a:lnTo>
                  <a:lnTo>
                    <a:pt x="3908864" y="681778"/>
                  </a:lnTo>
                  <a:lnTo>
                    <a:pt x="3910117" y="683551"/>
                  </a:lnTo>
                  <a:lnTo>
                    <a:pt x="3911370" y="685248"/>
                  </a:lnTo>
                  <a:lnTo>
                    <a:pt x="3912623" y="686846"/>
                  </a:lnTo>
                  <a:lnTo>
                    <a:pt x="3913876" y="688314"/>
                  </a:lnTo>
                  <a:lnTo>
                    <a:pt x="3915130" y="689601"/>
                  </a:lnTo>
                  <a:lnTo>
                    <a:pt x="3916383" y="690645"/>
                  </a:lnTo>
                  <a:lnTo>
                    <a:pt x="3917636" y="691447"/>
                  </a:lnTo>
                  <a:lnTo>
                    <a:pt x="3918889" y="692024"/>
                  </a:lnTo>
                  <a:lnTo>
                    <a:pt x="3920143" y="692412"/>
                  </a:lnTo>
                  <a:lnTo>
                    <a:pt x="3921396" y="692626"/>
                  </a:lnTo>
                  <a:lnTo>
                    <a:pt x="3922649" y="692661"/>
                  </a:lnTo>
                  <a:lnTo>
                    <a:pt x="3923902" y="692527"/>
                  </a:lnTo>
                  <a:lnTo>
                    <a:pt x="3925155" y="692237"/>
                  </a:lnTo>
                  <a:lnTo>
                    <a:pt x="3926409" y="691781"/>
                  </a:lnTo>
                  <a:lnTo>
                    <a:pt x="3927662" y="691121"/>
                  </a:lnTo>
                  <a:lnTo>
                    <a:pt x="3928915" y="690259"/>
                  </a:lnTo>
                  <a:lnTo>
                    <a:pt x="3930168" y="689213"/>
                  </a:lnTo>
                  <a:lnTo>
                    <a:pt x="3931421" y="687951"/>
                  </a:lnTo>
                  <a:lnTo>
                    <a:pt x="3932675" y="686488"/>
                  </a:lnTo>
                  <a:lnTo>
                    <a:pt x="3933928" y="684835"/>
                  </a:lnTo>
                  <a:lnTo>
                    <a:pt x="3935181" y="683048"/>
                  </a:lnTo>
                  <a:lnTo>
                    <a:pt x="3936434" y="681172"/>
                  </a:lnTo>
                  <a:lnTo>
                    <a:pt x="3937688" y="679211"/>
                  </a:lnTo>
                  <a:lnTo>
                    <a:pt x="3938941" y="677172"/>
                  </a:lnTo>
                  <a:lnTo>
                    <a:pt x="3940194" y="675051"/>
                  </a:lnTo>
                  <a:lnTo>
                    <a:pt x="3941447" y="672800"/>
                  </a:lnTo>
                  <a:lnTo>
                    <a:pt x="3942700" y="670367"/>
                  </a:lnTo>
                  <a:lnTo>
                    <a:pt x="3943954" y="667710"/>
                  </a:lnTo>
                  <a:lnTo>
                    <a:pt x="3945207" y="664813"/>
                  </a:lnTo>
                  <a:lnTo>
                    <a:pt x="3946460" y="661708"/>
                  </a:lnTo>
                  <a:lnTo>
                    <a:pt x="3947713" y="658416"/>
                  </a:lnTo>
                  <a:lnTo>
                    <a:pt x="3948967" y="654917"/>
                  </a:lnTo>
                  <a:lnTo>
                    <a:pt x="3950220" y="651236"/>
                  </a:lnTo>
                  <a:lnTo>
                    <a:pt x="3951473" y="647388"/>
                  </a:lnTo>
                  <a:lnTo>
                    <a:pt x="3952726" y="643434"/>
                  </a:lnTo>
                  <a:lnTo>
                    <a:pt x="3953979" y="639402"/>
                  </a:lnTo>
                  <a:lnTo>
                    <a:pt x="3955233" y="635266"/>
                  </a:lnTo>
                  <a:lnTo>
                    <a:pt x="3956486" y="630980"/>
                  </a:lnTo>
                  <a:lnTo>
                    <a:pt x="3957739" y="626533"/>
                  </a:lnTo>
                  <a:lnTo>
                    <a:pt x="3958992" y="621924"/>
                  </a:lnTo>
                  <a:lnTo>
                    <a:pt x="3960245" y="617198"/>
                  </a:lnTo>
                  <a:lnTo>
                    <a:pt x="3961499" y="612430"/>
                  </a:lnTo>
                  <a:lnTo>
                    <a:pt x="3962752" y="607672"/>
                  </a:lnTo>
                  <a:lnTo>
                    <a:pt x="3964005" y="602934"/>
                  </a:lnTo>
                  <a:lnTo>
                    <a:pt x="3965258" y="598212"/>
                  </a:lnTo>
                  <a:lnTo>
                    <a:pt x="3966512" y="593502"/>
                  </a:lnTo>
                  <a:lnTo>
                    <a:pt x="3967765" y="588803"/>
                  </a:lnTo>
                  <a:lnTo>
                    <a:pt x="3969018" y="584134"/>
                  </a:lnTo>
                  <a:lnTo>
                    <a:pt x="3970271" y="579530"/>
                  </a:lnTo>
                  <a:lnTo>
                    <a:pt x="3971524" y="574997"/>
                  </a:lnTo>
                  <a:lnTo>
                    <a:pt x="3972778" y="570532"/>
                  </a:lnTo>
                  <a:lnTo>
                    <a:pt x="3974031" y="566142"/>
                  </a:lnTo>
                  <a:lnTo>
                    <a:pt x="3975284" y="561846"/>
                  </a:lnTo>
                  <a:lnTo>
                    <a:pt x="3976537" y="557701"/>
                  </a:lnTo>
                  <a:lnTo>
                    <a:pt x="3977790" y="553766"/>
                  </a:lnTo>
                  <a:lnTo>
                    <a:pt x="3979044" y="550102"/>
                  </a:lnTo>
                  <a:lnTo>
                    <a:pt x="3980297" y="546736"/>
                  </a:lnTo>
                  <a:lnTo>
                    <a:pt x="3981550" y="543695"/>
                  </a:lnTo>
                  <a:lnTo>
                    <a:pt x="3982803" y="541022"/>
                  </a:lnTo>
                  <a:lnTo>
                    <a:pt x="3984057" y="538745"/>
                  </a:lnTo>
                  <a:lnTo>
                    <a:pt x="3985310" y="536875"/>
                  </a:lnTo>
                  <a:lnTo>
                    <a:pt x="3986563" y="535442"/>
                  </a:lnTo>
                  <a:lnTo>
                    <a:pt x="3987816" y="534417"/>
                  </a:lnTo>
                  <a:lnTo>
                    <a:pt x="3989069" y="533772"/>
                  </a:lnTo>
                  <a:lnTo>
                    <a:pt x="3990323" y="533512"/>
                  </a:lnTo>
                  <a:lnTo>
                    <a:pt x="3991576" y="533633"/>
                  </a:lnTo>
                  <a:lnTo>
                    <a:pt x="3992829" y="534112"/>
                  </a:lnTo>
                  <a:lnTo>
                    <a:pt x="3994082" y="534949"/>
                  </a:lnTo>
                  <a:lnTo>
                    <a:pt x="3995336" y="536122"/>
                  </a:lnTo>
                  <a:lnTo>
                    <a:pt x="3996589" y="537611"/>
                  </a:lnTo>
                  <a:lnTo>
                    <a:pt x="3997842" y="539359"/>
                  </a:lnTo>
                  <a:lnTo>
                    <a:pt x="3999095" y="541314"/>
                  </a:lnTo>
                  <a:lnTo>
                    <a:pt x="4000348" y="543432"/>
                  </a:lnTo>
                  <a:lnTo>
                    <a:pt x="4001602" y="545663"/>
                  </a:lnTo>
                  <a:lnTo>
                    <a:pt x="4002855" y="547952"/>
                  </a:lnTo>
                  <a:lnTo>
                    <a:pt x="4004108" y="550306"/>
                  </a:lnTo>
                  <a:lnTo>
                    <a:pt x="4005361" y="552763"/>
                  </a:lnTo>
                  <a:lnTo>
                    <a:pt x="4006614" y="555381"/>
                  </a:lnTo>
                  <a:lnTo>
                    <a:pt x="4007868" y="558202"/>
                  </a:lnTo>
                  <a:lnTo>
                    <a:pt x="4009121" y="561223"/>
                  </a:lnTo>
                  <a:lnTo>
                    <a:pt x="4010374" y="564424"/>
                  </a:lnTo>
                  <a:lnTo>
                    <a:pt x="4011627" y="567801"/>
                  </a:lnTo>
                  <a:lnTo>
                    <a:pt x="4012881" y="571326"/>
                  </a:lnTo>
                  <a:lnTo>
                    <a:pt x="4014134" y="574964"/>
                  </a:lnTo>
                  <a:lnTo>
                    <a:pt x="4015387" y="578655"/>
                  </a:lnTo>
                  <a:lnTo>
                    <a:pt x="4016640" y="582356"/>
                  </a:lnTo>
                  <a:lnTo>
                    <a:pt x="4017893" y="586039"/>
                  </a:lnTo>
                  <a:lnTo>
                    <a:pt x="4019147" y="589716"/>
                  </a:lnTo>
                  <a:lnTo>
                    <a:pt x="4020400" y="593390"/>
                  </a:lnTo>
                  <a:lnTo>
                    <a:pt x="4021653" y="597080"/>
                  </a:lnTo>
                  <a:lnTo>
                    <a:pt x="4022906" y="600766"/>
                  </a:lnTo>
                  <a:lnTo>
                    <a:pt x="4024160" y="604380"/>
                  </a:lnTo>
                  <a:lnTo>
                    <a:pt x="4025413" y="607873"/>
                  </a:lnTo>
                  <a:lnTo>
                    <a:pt x="4026666" y="611262"/>
                  </a:lnTo>
                  <a:lnTo>
                    <a:pt x="4027919" y="614558"/>
                  </a:lnTo>
                  <a:lnTo>
                    <a:pt x="4029172" y="617799"/>
                  </a:lnTo>
                  <a:lnTo>
                    <a:pt x="4030426" y="621002"/>
                  </a:lnTo>
                  <a:lnTo>
                    <a:pt x="4031679" y="624173"/>
                  </a:lnTo>
                  <a:lnTo>
                    <a:pt x="4032932" y="627312"/>
                  </a:lnTo>
                  <a:lnTo>
                    <a:pt x="4034185" y="630432"/>
                  </a:lnTo>
                  <a:lnTo>
                    <a:pt x="4035438" y="633532"/>
                  </a:lnTo>
                  <a:lnTo>
                    <a:pt x="4036692" y="636595"/>
                  </a:lnTo>
                  <a:lnTo>
                    <a:pt x="4037945" y="639625"/>
                  </a:lnTo>
                  <a:lnTo>
                    <a:pt x="4039198" y="642592"/>
                  </a:lnTo>
                  <a:lnTo>
                    <a:pt x="4040451" y="645476"/>
                  </a:lnTo>
                  <a:lnTo>
                    <a:pt x="4041705" y="648243"/>
                  </a:lnTo>
                  <a:lnTo>
                    <a:pt x="4042958" y="650882"/>
                  </a:lnTo>
                  <a:lnTo>
                    <a:pt x="4044211" y="653379"/>
                  </a:lnTo>
                  <a:lnTo>
                    <a:pt x="4045464" y="655661"/>
                  </a:lnTo>
                  <a:lnTo>
                    <a:pt x="4046717" y="657656"/>
                  </a:lnTo>
                  <a:lnTo>
                    <a:pt x="4047971" y="659295"/>
                  </a:lnTo>
                  <a:lnTo>
                    <a:pt x="4049224" y="660532"/>
                  </a:lnTo>
                  <a:lnTo>
                    <a:pt x="4050477" y="661340"/>
                  </a:lnTo>
                  <a:lnTo>
                    <a:pt x="4051730" y="661723"/>
                  </a:lnTo>
                  <a:lnTo>
                    <a:pt x="4052984" y="661692"/>
                  </a:lnTo>
                  <a:lnTo>
                    <a:pt x="4054237" y="661260"/>
                  </a:lnTo>
                  <a:lnTo>
                    <a:pt x="4055490" y="660433"/>
                  </a:lnTo>
                  <a:lnTo>
                    <a:pt x="4056743" y="659208"/>
                  </a:lnTo>
                  <a:lnTo>
                    <a:pt x="4057996" y="657555"/>
                  </a:lnTo>
                  <a:lnTo>
                    <a:pt x="4059250" y="655450"/>
                  </a:lnTo>
                  <a:lnTo>
                    <a:pt x="4060503" y="652886"/>
                  </a:lnTo>
                  <a:lnTo>
                    <a:pt x="4061756" y="649872"/>
                  </a:lnTo>
                  <a:lnTo>
                    <a:pt x="4063009" y="646409"/>
                  </a:lnTo>
                  <a:lnTo>
                    <a:pt x="4064262" y="642536"/>
                  </a:lnTo>
                  <a:lnTo>
                    <a:pt x="4065516" y="638320"/>
                  </a:lnTo>
                  <a:lnTo>
                    <a:pt x="4066769" y="633827"/>
                  </a:lnTo>
                  <a:lnTo>
                    <a:pt x="4068022" y="629067"/>
                  </a:lnTo>
                  <a:lnTo>
                    <a:pt x="4069275" y="624015"/>
                  </a:lnTo>
                  <a:lnTo>
                    <a:pt x="4070529" y="618652"/>
                  </a:lnTo>
                  <a:lnTo>
                    <a:pt x="4071782" y="612962"/>
                  </a:lnTo>
                  <a:lnTo>
                    <a:pt x="4073035" y="606955"/>
                  </a:lnTo>
                  <a:lnTo>
                    <a:pt x="4074288" y="600643"/>
                  </a:lnTo>
                  <a:lnTo>
                    <a:pt x="4075541" y="594050"/>
                  </a:lnTo>
                  <a:lnTo>
                    <a:pt x="4076795" y="587241"/>
                  </a:lnTo>
                  <a:lnTo>
                    <a:pt x="4078048" y="580266"/>
                  </a:lnTo>
                  <a:lnTo>
                    <a:pt x="4079301" y="573155"/>
                  </a:lnTo>
                  <a:lnTo>
                    <a:pt x="4080554" y="565942"/>
                  </a:lnTo>
                  <a:lnTo>
                    <a:pt x="4081808" y="558653"/>
                  </a:lnTo>
                  <a:lnTo>
                    <a:pt x="4083061" y="551325"/>
                  </a:lnTo>
                  <a:lnTo>
                    <a:pt x="4084314" y="543985"/>
                  </a:lnTo>
                  <a:lnTo>
                    <a:pt x="4085567" y="536612"/>
                  </a:lnTo>
                  <a:lnTo>
                    <a:pt x="4086820" y="529252"/>
                  </a:lnTo>
                  <a:lnTo>
                    <a:pt x="4088074" y="521970"/>
                  </a:lnTo>
                  <a:lnTo>
                    <a:pt x="4089327" y="514752"/>
                  </a:lnTo>
                  <a:lnTo>
                    <a:pt x="4090580" y="507600"/>
                  </a:lnTo>
                  <a:lnTo>
                    <a:pt x="4091833" y="500494"/>
                  </a:lnTo>
                  <a:lnTo>
                    <a:pt x="4093086" y="493409"/>
                  </a:lnTo>
                  <a:lnTo>
                    <a:pt x="4094340" y="486333"/>
                  </a:lnTo>
                  <a:lnTo>
                    <a:pt x="4095593" y="479260"/>
                  </a:lnTo>
                  <a:lnTo>
                    <a:pt x="4096846" y="472168"/>
                  </a:lnTo>
                  <a:lnTo>
                    <a:pt x="4098099" y="465074"/>
                  </a:lnTo>
                  <a:lnTo>
                    <a:pt x="4099353" y="457999"/>
                  </a:lnTo>
                  <a:lnTo>
                    <a:pt x="4100606" y="450958"/>
                  </a:lnTo>
                  <a:lnTo>
                    <a:pt x="4101859" y="443950"/>
                  </a:lnTo>
                  <a:lnTo>
                    <a:pt x="4103112" y="436959"/>
                  </a:lnTo>
                  <a:lnTo>
                    <a:pt x="4104365" y="429994"/>
                  </a:lnTo>
                  <a:lnTo>
                    <a:pt x="4105619" y="423051"/>
                  </a:lnTo>
                  <a:lnTo>
                    <a:pt x="4106872" y="416103"/>
                  </a:lnTo>
                  <a:lnTo>
                    <a:pt x="4108125" y="409182"/>
                  </a:lnTo>
                  <a:lnTo>
                    <a:pt x="4109378" y="402311"/>
                  </a:lnTo>
                  <a:lnTo>
                    <a:pt x="4110632" y="395548"/>
                  </a:lnTo>
                  <a:lnTo>
                    <a:pt x="4111885" y="388947"/>
                  </a:lnTo>
                  <a:lnTo>
                    <a:pt x="4113138" y="382545"/>
                  </a:lnTo>
                  <a:lnTo>
                    <a:pt x="4114391" y="376328"/>
                  </a:lnTo>
                  <a:lnTo>
                    <a:pt x="4115644" y="370272"/>
                  </a:lnTo>
                  <a:lnTo>
                    <a:pt x="4116898" y="364361"/>
                  </a:lnTo>
                  <a:lnTo>
                    <a:pt x="4118151" y="358575"/>
                  </a:lnTo>
                  <a:lnTo>
                    <a:pt x="4119404" y="352930"/>
                  </a:lnTo>
                  <a:lnTo>
                    <a:pt x="4120657" y="347456"/>
                  </a:lnTo>
                  <a:lnTo>
                    <a:pt x="4121910" y="342197"/>
                  </a:lnTo>
                  <a:lnTo>
                    <a:pt x="4123164" y="337191"/>
                  </a:lnTo>
                  <a:lnTo>
                    <a:pt x="4124417" y="332434"/>
                  </a:lnTo>
                  <a:lnTo>
                    <a:pt x="4125670" y="327938"/>
                  </a:lnTo>
                  <a:lnTo>
                    <a:pt x="4126923" y="323691"/>
                  </a:lnTo>
                  <a:lnTo>
                    <a:pt x="4128177" y="319680"/>
                  </a:lnTo>
                  <a:lnTo>
                    <a:pt x="4129430" y="315880"/>
                  </a:lnTo>
                  <a:lnTo>
                    <a:pt x="4130683" y="312244"/>
                  </a:lnTo>
                  <a:lnTo>
                    <a:pt x="4131936" y="308765"/>
                  </a:lnTo>
                  <a:lnTo>
                    <a:pt x="4133189" y="305443"/>
                  </a:lnTo>
                  <a:lnTo>
                    <a:pt x="4134443" y="302275"/>
                  </a:lnTo>
                  <a:lnTo>
                    <a:pt x="4135696" y="299242"/>
                  </a:lnTo>
                  <a:lnTo>
                    <a:pt x="4136949" y="296332"/>
                  </a:lnTo>
                  <a:lnTo>
                    <a:pt x="4138202" y="293501"/>
                  </a:lnTo>
                  <a:lnTo>
                    <a:pt x="4139455" y="290691"/>
                  </a:lnTo>
                  <a:lnTo>
                    <a:pt x="4140709" y="287841"/>
                  </a:lnTo>
                  <a:lnTo>
                    <a:pt x="4141962" y="284905"/>
                  </a:lnTo>
                  <a:lnTo>
                    <a:pt x="4143215" y="281882"/>
                  </a:lnTo>
                  <a:lnTo>
                    <a:pt x="4144468" y="278753"/>
                  </a:lnTo>
                  <a:lnTo>
                    <a:pt x="4145722" y="275500"/>
                  </a:lnTo>
                  <a:lnTo>
                    <a:pt x="4146975" y="272070"/>
                  </a:lnTo>
                  <a:lnTo>
                    <a:pt x="4148228" y="268444"/>
                  </a:lnTo>
                  <a:lnTo>
                    <a:pt x="4149481" y="264612"/>
                  </a:lnTo>
                  <a:lnTo>
                    <a:pt x="4150734" y="260519"/>
                  </a:lnTo>
                  <a:lnTo>
                    <a:pt x="4151988" y="256164"/>
                  </a:lnTo>
                  <a:lnTo>
                    <a:pt x="4153241" y="251575"/>
                  </a:lnTo>
                  <a:lnTo>
                    <a:pt x="4154494" y="246775"/>
                  </a:lnTo>
                  <a:lnTo>
                    <a:pt x="4155747" y="241806"/>
                  </a:lnTo>
                  <a:lnTo>
                    <a:pt x="4157001" y="236718"/>
                  </a:lnTo>
                  <a:lnTo>
                    <a:pt x="4158254" y="231549"/>
                  </a:lnTo>
                  <a:lnTo>
                    <a:pt x="4159507" y="226351"/>
                  </a:lnTo>
                  <a:lnTo>
                    <a:pt x="4160760" y="221164"/>
                  </a:lnTo>
                  <a:lnTo>
                    <a:pt x="4162013" y="216006"/>
                  </a:lnTo>
                  <a:lnTo>
                    <a:pt x="4163267" y="210888"/>
                  </a:lnTo>
                  <a:lnTo>
                    <a:pt x="4164520" y="205810"/>
                  </a:lnTo>
                  <a:lnTo>
                    <a:pt x="4165773" y="200816"/>
                  </a:lnTo>
                  <a:lnTo>
                    <a:pt x="4167026" y="195937"/>
                  </a:lnTo>
                  <a:lnTo>
                    <a:pt x="4168279" y="191170"/>
                  </a:lnTo>
                  <a:lnTo>
                    <a:pt x="4169533" y="186562"/>
                  </a:lnTo>
                  <a:lnTo>
                    <a:pt x="4170786" y="182145"/>
                  </a:lnTo>
                  <a:lnTo>
                    <a:pt x="4172039" y="177906"/>
                  </a:lnTo>
                  <a:lnTo>
                    <a:pt x="4173292" y="173840"/>
                  </a:lnTo>
                  <a:lnTo>
                    <a:pt x="4174546" y="169921"/>
                  </a:lnTo>
                  <a:lnTo>
                    <a:pt x="4175799" y="166130"/>
                  </a:lnTo>
                  <a:lnTo>
                    <a:pt x="4177052" y="162482"/>
                  </a:lnTo>
                  <a:lnTo>
                    <a:pt x="4178305" y="158997"/>
                  </a:lnTo>
                  <a:lnTo>
                    <a:pt x="4179558" y="155700"/>
                  </a:lnTo>
                  <a:lnTo>
                    <a:pt x="4180812" y="152618"/>
                  </a:lnTo>
                  <a:lnTo>
                    <a:pt x="4182065" y="149748"/>
                  </a:lnTo>
                  <a:lnTo>
                    <a:pt x="4183318" y="147062"/>
                  </a:lnTo>
                  <a:lnTo>
                    <a:pt x="4184571" y="144506"/>
                  </a:lnTo>
                  <a:lnTo>
                    <a:pt x="4185825" y="142071"/>
                  </a:lnTo>
                  <a:lnTo>
                    <a:pt x="4187078" y="139784"/>
                  </a:lnTo>
                  <a:lnTo>
                    <a:pt x="4188331" y="137639"/>
                  </a:lnTo>
                  <a:lnTo>
                    <a:pt x="4189584" y="135644"/>
                  </a:lnTo>
                  <a:lnTo>
                    <a:pt x="4190837" y="133813"/>
                  </a:lnTo>
                  <a:lnTo>
                    <a:pt x="4192091" y="132121"/>
                  </a:lnTo>
                  <a:lnTo>
                    <a:pt x="4193344" y="130567"/>
                  </a:lnTo>
                  <a:lnTo>
                    <a:pt x="4194597" y="129147"/>
                  </a:lnTo>
                  <a:lnTo>
                    <a:pt x="4195850" y="127865"/>
                  </a:lnTo>
                  <a:lnTo>
                    <a:pt x="4197103" y="126717"/>
                  </a:lnTo>
                  <a:lnTo>
                    <a:pt x="4198357" y="125699"/>
                  </a:lnTo>
                  <a:lnTo>
                    <a:pt x="4199610" y="124813"/>
                  </a:lnTo>
                  <a:lnTo>
                    <a:pt x="4200863" y="124085"/>
                  </a:lnTo>
                  <a:lnTo>
                    <a:pt x="4202116" y="123555"/>
                  </a:lnTo>
                  <a:lnTo>
                    <a:pt x="4203370" y="123266"/>
                  </a:lnTo>
                  <a:lnTo>
                    <a:pt x="4204623" y="123239"/>
                  </a:lnTo>
                  <a:lnTo>
                    <a:pt x="4205876" y="123465"/>
                  </a:lnTo>
                  <a:lnTo>
                    <a:pt x="4207129" y="123944"/>
                  </a:lnTo>
                  <a:lnTo>
                    <a:pt x="4208382" y="124668"/>
                  </a:lnTo>
                  <a:lnTo>
                    <a:pt x="4209636" y="125658"/>
                  </a:lnTo>
                  <a:lnTo>
                    <a:pt x="4210889" y="126958"/>
                  </a:lnTo>
                  <a:lnTo>
                    <a:pt x="4212142" y="128585"/>
                  </a:lnTo>
                  <a:lnTo>
                    <a:pt x="4213395" y="130566"/>
                  </a:lnTo>
                  <a:lnTo>
                    <a:pt x="4214649" y="132893"/>
                  </a:lnTo>
                  <a:lnTo>
                    <a:pt x="4215902" y="135524"/>
                  </a:lnTo>
                  <a:lnTo>
                    <a:pt x="4217155" y="138438"/>
                  </a:lnTo>
                  <a:lnTo>
                    <a:pt x="4218408" y="141596"/>
                  </a:lnTo>
                  <a:lnTo>
                    <a:pt x="4219661" y="144954"/>
                  </a:lnTo>
                  <a:lnTo>
                    <a:pt x="4220915" y="148465"/>
                  </a:lnTo>
                  <a:lnTo>
                    <a:pt x="4222168" y="152081"/>
                  </a:lnTo>
                  <a:lnTo>
                    <a:pt x="4223421" y="155765"/>
                  </a:lnTo>
                  <a:lnTo>
                    <a:pt x="4224674" y="159490"/>
                  </a:lnTo>
                  <a:lnTo>
                    <a:pt x="4225927" y="163226"/>
                  </a:lnTo>
                  <a:lnTo>
                    <a:pt x="4227181" y="166956"/>
                  </a:lnTo>
                  <a:lnTo>
                    <a:pt x="4228434" y="170643"/>
                  </a:lnTo>
                  <a:lnTo>
                    <a:pt x="4229687" y="174221"/>
                  </a:lnTo>
                  <a:lnTo>
                    <a:pt x="4230940" y="177656"/>
                  </a:lnTo>
                  <a:lnTo>
                    <a:pt x="4232194" y="180924"/>
                  </a:lnTo>
                  <a:lnTo>
                    <a:pt x="4233447" y="183989"/>
                  </a:lnTo>
                  <a:lnTo>
                    <a:pt x="4234700" y="186868"/>
                  </a:lnTo>
                  <a:lnTo>
                    <a:pt x="4235953" y="189591"/>
                  </a:lnTo>
                  <a:lnTo>
                    <a:pt x="4237206" y="192180"/>
                  </a:lnTo>
                  <a:lnTo>
                    <a:pt x="4238460" y="194648"/>
                  </a:lnTo>
                  <a:lnTo>
                    <a:pt x="4239713" y="197005"/>
                  </a:lnTo>
                  <a:lnTo>
                    <a:pt x="4240966" y="199225"/>
                  </a:lnTo>
                  <a:lnTo>
                    <a:pt x="4242219" y="201305"/>
                  </a:lnTo>
                  <a:lnTo>
                    <a:pt x="4243473" y="203221"/>
                  </a:lnTo>
                  <a:lnTo>
                    <a:pt x="4244726" y="204963"/>
                  </a:lnTo>
                  <a:lnTo>
                    <a:pt x="4245979" y="206553"/>
                  </a:lnTo>
                  <a:lnTo>
                    <a:pt x="4247232" y="208044"/>
                  </a:lnTo>
                  <a:lnTo>
                    <a:pt x="4248485" y="209484"/>
                  </a:lnTo>
                  <a:lnTo>
                    <a:pt x="4249739" y="210864"/>
                  </a:lnTo>
                  <a:lnTo>
                    <a:pt x="4250992" y="212212"/>
                  </a:lnTo>
                  <a:lnTo>
                    <a:pt x="4252245" y="213556"/>
                  </a:lnTo>
                  <a:lnTo>
                    <a:pt x="4253498" y="214878"/>
                  </a:lnTo>
                  <a:lnTo>
                    <a:pt x="4254751" y="216151"/>
                  </a:lnTo>
                  <a:lnTo>
                    <a:pt x="4256005" y="217397"/>
                  </a:lnTo>
                  <a:lnTo>
                    <a:pt x="4257258" y="218627"/>
                  </a:lnTo>
                  <a:lnTo>
                    <a:pt x="4258511" y="219880"/>
                  </a:lnTo>
                  <a:lnTo>
                    <a:pt x="4259764" y="221198"/>
                  </a:lnTo>
                  <a:lnTo>
                    <a:pt x="4261018" y="222605"/>
                  </a:lnTo>
                  <a:lnTo>
                    <a:pt x="4262271" y="224134"/>
                  </a:lnTo>
                  <a:lnTo>
                    <a:pt x="4263524" y="225816"/>
                  </a:lnTo>
                  <a:lnTo>
                    <a:pt x="4264777" y="227669"/>
                  </a:lnTo>
                  <a:lnTo>
                    <a:pt x="4266030" y="229690"/>
                  </a:lnTo>
                  <a:lnTo>
                    <a:pt x="4267284" y="231874"/>
                  </a:lnTo>
                  <a:lnTo>
                    <a:pt x="4268537" y="234245"/>
                  </a:lnTo>
                  <a:lnTo>
                    <a:pt x="4269790" y="236816"/>
                  </a:lnTo>
                  <a:lnTo>
                    <a:pt x="4271043" y="239586"/>
                  </a:lnTo>
                  <a:lnTo>
                    <a:pt x="4272297" y="242554"/>
                  </a:lnTo>
                  <a:lnTo>
                    <a:pt x="4273550" y="245753"/>
                  </a:lnTo>
                  <a:lnTo>
                    <a:pt x="4274803" y="249190"/>
                  </a:lnTo>
                  <a:lnTo>
                    <a:pt x="4276056" y="252885"/>
                  </a:lnTo>
                  <a:lnTo>
                    <a:pt x="4277309" y="256872"/>
                  </a:lnTo>
                  <a:lnTo>
                    <a:pt x="4278563" y="261178"/>
                  </a:lnTo>
                  <a:lnTo>
                    <a:pt x="4279816" y="265822"/>
                  </a:lnTo>
                  <a:lnTo>
                    <a:pt x="4281069" y="270834"/>
                  </a:lnTo>
                  <a:lnTo>
                    <a:pt x="4282322" y="276212"/>
                  </a:lnTo>
                  <a:lnTo>
                    <a:pt x="4283575" y="281964"/>
                  </a:lnTo>
                  <a:lnTo>
                    <a:pt x="4284829" y="288083"/>
                  </a:lnTo>
                  <a:lnTo>
                    <a:pt x="4286082" y="294555"/>
                  </a:lnTo>
                  <a:lnTo>
                    <a:pt x="4287335" y="301367"/>
                  </a:lnTo>
                  <a:lnTo>
                    <a:pt x="4288588" y="308521"/>
                  </a:lnTo>
                  <a:lnTo>
                    <a:pt x="4289842" y="316018"/>
                  </a:lnTo>
                  <a:lnTo>
                    <a:pt x="4291095" y="323889"/>
                  </a:lnTo>
                  <a:lnTo>
                    <a:pt x="4292348" y="332179"/>
                  </a:lnTo>
                  <a:lnTo>
                    <a:pt x="4293601" y="340913"/>
                  </a:lnTo>
                  <a:lnTo>
                    <a:pt x="4294854" y="350067"/>
                  </a:lnTo>
                  <a:lnTo>
                    <a:pt x="4296108" y="359594"/>
                  </a:lnTo>
                  <a:lnTo>
                    <a:pt x="4297361" y="369437"/>
                  </a:lnTo>
                  <a:lnTo>
                    <a:pt x="4298614" y="379523"/>
                  </a:lnTo>
                  <a:lnTo>
                    <a:pt x="4299867" y="389786"/>
                  </a:lnTo>
                  <a:lnTo>
                    <a:pt x="4301120" y="400205"/>
                  </a:lnTo>
                  <a:lnTo>
                    <a:pt x="4302374" y="410751"/>
                  </a:lnTo>
                  <a:lnTo>
                    <a:pt x="4303627" y="421423"/>
                  </a:lnTo>
                  <a:lnTo>
                    <a:pt x="4304880" y="432237"/>
                  </a:lnTo>
                  <a:lnTo>
                    <a:pt x="4306133" y="443191"/>
                  </a:lnTo>
                  <a:lnTo>
                    <a:pt x="4307387" y="454274"/>
                  </a:lnTo>
                  <a:lnTo>
                    <a:pt x="4308640" y="465436"/>
                  </a:lnTo>
                  <a:lnTo>
                    <a:pt x="4309893" y="476632"/>
                  </a:lnTo>
                  <a:lnTo>
                    <a:pt x="4311146" y="487795"/>
                  </a:lnTo>
                  <a:lnTo>
                    <a:pt x="4312399" y="498898"/>
                  </a:lnTo>
                  <a:lnTo>
                    <a:pt x="4313653" y="509922"/>
                  </a:lnTo>
                  <a:lnTo>
                    <a:pt x="4314906" y="520822"/>
                  </a:lnTo>
                  <a:lnTo>
                    <a:pt x="4316159" y="531597"/>
                  </a:lnTo>
                  <a:lnTo>
                    <a:pt x="4317412" y="542266"/>
                  </a:lnTo>
                  <a:lnTo>
                    <a:pt x="4318666" y="552848"/>
                  </a:lnTo>
                  <a:lnTo>
                    <a:pt x="4319919" y="563329"/>
                  </a:lnTo>
                  <a:lnTo>
                    <a:pt x="4321172" y="573642"/>
                  </a:lnTo>
                  <a:lnTo>
                    <a:pt x="4322425" y="583730"/>
                  </a:lnTo>
                  <a:lnTo>
                    <a:pt x="4323678" y="593543"/>
                  </a:lnTo>
                  <a:lnTo>
                    <a:pt x="4324932" y="603033"/>
                  </a:lnTo>
                  <a:lnTo>
                    <a:pt x="4326185" y="612163"/>
                  </a:lnTo>
                  <a:lnTo>
                    <a:pt x="4327438" y="620904"/>
                  </a:lnTo>
                  <a:lnTo>
                    <a:pt x="4328691" y="629233"/>
                  </a:lnTo>
                  <a:lnTo>
                    <a:pt x="4329944" y="637172"/>
                  </a:lnTo>
                  <a:lnTo>
                    <a:pt x="4331198" y="644711"/>
                  </a:lnTo>
                  <a:lnTo>
                    <a:pt x="4332451" y="651819"/>
                  </a:lnTo>
                  <a:lnTo>
                    <a:pt x="4333704" y="658482"/>
                  </a:lnTo>
                  <a:lnTo>
                    <a:pt x="4334957" y="664686"/>
                  </a:lnTo>
                  <a:lnTo>
                    <a:pt x="4336211" y="670402"/>
                  </a:lnTo>
                  <a:lnTo>
                    <a:pt x="4337464" y="675565"/>
                  </a:lnTo>
                  <a:lnTo>
                    <a:pt x="4338717" y="680138"/>
                  </a:lnTo>
                  <a:lnTo>
                    <a:pt x="4339970" y="684107"/>
                  </a:lnTo>
                  <a:lnTo>
                    <a:pt x="4341223" y="687449"/>
                  </a:lnTo>
                  <a:lnTo>
                    <a:pt x="4342477" y="690148"/>
                  </a:lnTo>
                  <a:lnTo>
                    <a:pt x="4343730" y="692161"/>
                  </a:lnTo>
                  <a:lnTo>
                    <a:pt x="4344983" y="693455"/>
                  </a:lnTo>
                  <a:lnTo>
                    <a:pt x="4346236" y="694010"/>
                  </a:lnTo>
                  <a:lnTo>
                    <a:pt x="4347490" y="693835"/>
                  </a:lnTo>
                  <a:lnTo>
                    <a:pt x="4348743" y="692950"/>
                  </a:lnTo>
                  <a:lnTo>
                    <a:pt x="4349996" y="691389"/>
                  </a:lnTo>
                  <a:lnTo>
                    <a:pt x="4351249" y="689166"/>
                  </a:lnTo>
                  <a:lnTo>
                    <a:pt x="4352502" y="686312"/>
                  </a:lnTo>
                  <a:lnTo>
                    <a:pt x="4353756" y="682815"/>
                  </a:lnTo>
                  <a:lnTo>
                    <a:pt x="4355009" y="678631"/>
                  </a:lnTo>
                  <a:lnTo>
                    <a:pt x="4356262" y="673744"/>
                  </a:lnTo>
                  <a:lnTo>
                    <a:pt x="4357515" y="668173"/>
                  </a:lnTo>
                  <a:lnTo>
                    <a:pt x="4358768" y="661987"/>
                  </a:lnTo>
                  <a:lnTo>
                    <a:pt x="4360022" y="655293"/>
                  </a:lnTo>
                  <a:lnTo>
                    <a:pt x="4361275" y="648202"/>
                  </a:lnTo>
                  <a:lnTo>
                    <a:pt x="4362528" y="640803"/>
                  </a:lnTo>
                  <a:lnTo>
                    <a:pt x="4363781" y="633167"/>
                  </a:lnTo>
                  <a:lnTo>
                    <a:pt x="4365035" y="625363"/>
                  </a:lnTo>
                  <a:lnTo>
                    <a:pt x="4366288" y="617432"/>
                  </a:lnTo>
                  <a:lnTo>
                    <a:pt x="4367541" y="609357"/>
                  </a:lnTo>
                  <a:lnTo>
                    <a:pt x="4368794" y="601117"/>
                  </a:lnTo>
                  <a:lnTo>
                    <a:pt x="4370047" y="592718"/>
                  </a:lnTo>
                  <a:lnTo>
                    <a:pt x="4371301" y="584190"/>
                  </a:lnTo>
                  <a:lnTo>
                    <a:pt x="4372554" y="575586"/>
                  </a:lnTo>
                  <a:lnTo>
                    <a:pt x="4373807" y="566950"/>
                  </a:lnTo>
                  <a:lnTo>
                    <a:pt x="4375060" y="558317"/>
                  </a:lnTo>
                  <a:lnTo>
                    <a:pt x="4376314" y="549703"/>
                  </a:lnTo>
                  <a:lnTo>
                    <a:pt x="4377567" y="541114"/>
                  </a:lnTo>
                  <a:lnTo>
                    <a:pt x="4378820" y="532538"/>
                  </a:lnTo>
                  <a:lnTo>
                    <a:pt x="4380073" y="523979"/>
                  </a:lnTo>
                  <a:lnTo>
                    <a:pt x="4381326" y="515445"/>
                  </a:lnTo>
                  <a:lnTo>
                    <a:pt x="4382580" y="506937"/>
                  </a:lnTo>
                  <a:lnTo>
                    <a:pt x="4383833" y="498475"/>
                  </a:lnTo>
                  <a:lnTo>
                    <a:pt x="4385086" y="490106"/>
                  </a:lnTo>
                  <a:lnTo>
                    <a:pt x="4386339" y="481879"/>
                  </a:lnTo>
                  <a:lnTo>
                    <a:pt x="4387592" y="473860"/>
                  </a:lnTo>
                  <a:lnTo>
                    <a:pt x="4388846" y="466103"/>
                  </a:lnTo>
                  <a:lnTo>
                    <a:pt x="4390099" y="458646"/>
                  </a:lnTo>
                  <a:lnTo>
                    <a:pt x="4391352" y="451512"/>
                  </a:lnTo>
                  <a:lnTo>
                    <a:pt x="4392605" y="444684"/>
                  </a:lnTo>
                  <a:lnTo>
                    <a:pt x="4393859" y="438163"/>
                  </a:lnTo>
                  <a:lnTo>
                    <a:pt x="4395112" y="431939"/>
                  </a:lnTo>
                  <a:lnTo>
                    <a:pt x="4396365" y="426049"/>
                  </a:lnTo>
                  <a:lnTo>
                    <a:pt x="4397618" y="420509"/>
                  </a:lnTo>
                  <a:lnTo>
                    <a:pt x="4398871" y="415310"/>
                  </a:lnTo>
                  <a:lnTo>
                    <a:pt x="4400125" y="410491"/>
                  </a:lnTo>
                  <a:lnTo>
                    <a:pt x="4401378" y="406080"/>
                  </a:lnTo>
                  <a:lnTo>
                    <a:pt x="4402631" y="402084"/>
                  </a:lnTo>
                  <a:lnTo>
                    <a:pt x="4403884" y="398493"/>
                  </a:lnTo>
                  <a:lnTo>
                    <a:pt x="4405138" y="395296"/>
                  </a:lnTo>
                  <a:lnTo>
                    <a:pt x="4406391" y="392501"/>
                  </a:lnTo>
                  <a:lnTo>
                    <a:pt x="4407644" y="390179"/>
                  </a:lnTo>
                  <a:lnTo>
                    <a:pt x="4408897" y="388382"/>
                  </a:lnTo>
                  <a:lnTo>
                    <a:pt x="4410150" y="387195"/>
                  </a:lnTo>
                  <a:lnTo>
                    <a:pt x="4411404" y="386652"/>
                  </a:lnTo>
                  <a:lnTo>
                    <a:pt x="4412657" y="386750"/>
                  </a:lnTo>
                  <a:lnTo>
                    <a:pt x="4413910" y="387478"/>
                  </a:lnTo>
                  <a:lnTo>
                    <a:pt x="4415163" y="388808"/>
                  </a:lnTo>
                  <a:lnTo>
                    <a:pt x="4416416" y="390717"/>
                  </a:lnTo>
                  <a:lnTo>
                    <a:pt x="4417670" y="393226"/>
                  </a:lnTo>
                  <a:lnTo>
                    <a:pt x="4418923" y="396367"/>
                  </a:lnTo>
                  <a:lnTo>
                    <a:pt x="4420176" y="400170"/>
                  </a:lnTo>
                  <a:lnTo>
                    <a:pt x="4421429" y="404631"/>
                  </a:lnTo>
                  <a:lnTo>
                    <a:pt x="4422683" y="409677"/>
                  </a:lnTo>
                  <a:lnTo>
                    <a:pt x="4423936" y="415223"/>
                  </a:lnTo>
                  <a:lnTo>
                    <a:pt x="4425189" y="421211"/>
                  </a:lnTo>
                  <a:lnTo>
                    <a:pt x="4426442" y="427563"/>
                  </a:lnTo>
                  <a:lnTo>
                    <a:pt x="4427695" y="434212"/>
                  </a:lnTo>
                  <a:lnTo>
                    <a:pt x="4428949" y="441078"/>
                  </a:lnTo>
                  <a:lnTo>
                    <a:pt x="4430202" y="448163"/>
                  </a:lnTo>
                  <a:lnTo>
                    <a:pt x="4431455" y="455502"/>
                  </a:lnTo>
                  <a:lnTo>
                    <a:pt x="4432708" y="463126"/>
                  </a:lnTo>
                  <a:lnTo>
                    <a:pt x="4433962" y="471040"/>
                  </a:lnTo>
                  <a:lnTo>
                    <a:pt x="4435215" y="479242"/>
                  </a:lnTo>
                  <a:lnTo>
                    <a:pt x="4436468" y="487724"/>
                  </a:lnTo>
                  <a:lnTo>
                    <a:pt x="4437721" y="496472"/>
                  </a:lnTo>
                  <a:lnTo>
                    <a:pt x="4438974" y="505472"/>
                  </a:lnTo>
                  <a:lnTo>
                    <a:pt x="4440228" y="514735"/>
                  </a:lnTo>
                  <a:lnTo>
                    <a:pt x="4441481" y="524290"/>
                  </a:lnTo>
                  <a:lnTo>
                    <a:pt x="4442734" y="534167"/>
                  </a:lnTo>
                  <a:lnTo>
                    <a:pt x="4443987" y="544334"/>
                  </a:lnTo>
                  <a:lnTo>
                    <a:pt x="4445240" y="554786"/>
                  </a:lnTo>
                  <a:lnTo>
                    <a:pt x="4446494" y="565543"/>
                  </a:lnTo>
                  <a:lnTo>
                    <a:pt x="4447747" y="576604"/>
                  </a:lnTo>
                  <a:lnTo>
                    <a:pt x="4449000" y="587947"/>
                  </a:lnTo>
                  <a:lnTo>
                    <a:pt x="4450253" y="599514"/>
                  </a:lnTo>
                  <a:lnTo>
                    <a:pt x="4451507" y="611244"/>
                  </a:lnTo>
                  <a:lnTo>
                    <a:pt x="4452760" y="623071"/>
                  </a:lnTo>
                  <a:lnTo>
                    <a:pt x="4454013" y="634938"/>
                  </a:lnTo>
                  <a:lnTo>
                    <a:pt x="4455266" y="646839"/>
                  </a:lnTo>
                  <a:lnTo>
                    <a:pt x="4456519" y="658753"/>
                  </a:lnTo>
                  <a:lnTo>
                    <a:pt x="4457773" y="670666"/>
                  </a:lnTo>
                  <a:lnTo>
                    <a:pt x="4459026" y="682559"/>
                  </a:lnTo>
                  <a:lnTo>
                    <a:pt x="4460279" y="694401"/>
                  </a:lnTo>
                  <a:lnTo>
                    <a:pt x="4461532" y="706191"/>
                  </a:lnTo>
                  <a:lnTo>
                    <a:pt x="4462785" y="717933"/>
                  </a:lnTo>
                  <a:lnTo>
                    <a:pt x="4464039" y="729594"/>
                  </a:lnTo>
                  <a:lnTo>
                    <a:pt x="4465292" y="741135"/>
                  </a:lnTo>
                  <a:lnTo>
                    <a:pt x="4466545" y="752548"/>
                  </a:lnTo>
                  <a:lnTo>
                    <a:pt x="4467798" y="763823"/>
                  </a:lnTo>
                  <a:lnTo>
                    <a:pt x="4469052" y="774978"/>
                  </a:lnTo>
                  <a:lnTo>
                    <a:pt x="4470305" y="785997"/>
                  </a:lnTo>
                  <a:lnTo>
                    <a:pt x="4471558" y="796851"/>
                  </a:lnTo>
                  <a:lnTo>
                    <a:pt x="4472811" y="807449"/>
                  </a:lnTo>
                  <a:lnTo>
                    <a:pt x="4474064" y="817699"/>
                  </a:lnTo>
                  <a:lnTo>
                    <a:pt x="4475318" y="827565"/>
                  </a:lnTo>
                  <a:lnTo>
                    <a:pt x="4476571" y="837060"/>
                  </a:lnTo>
                  <a:lnTo>
                    <a:pt x="4477824" y="846197"/>
                  </a:lnTo>
                  <a:lnTo>
                    <a:pt x="4479077" y="855014"/>
                  </a:lnTo>
                  <a:lnTo>
                    <a:pt x="4480331" y="863511"/>
                  </a:lnTo>
                  <a:lnTo>
                    <a:pt x="4481584" y="871669"/>
                  </a:lnTo>
                  <a:lnTo>
                    <a:pt x="4482837" y="879482"/>
                  </a:lnTo>
                  <a:lnTo>
                    <a:pt x="4484090" y="886933"/>
                  </a:lnTo>
                  <a:lnTo>
                    <a:pt x="4485343" y="894032"/>
                  </a:lnTo>
                  <a:lnTo>
                    <a:pt x="4486597" y="900824"/>
                  </a:lnTo>
                  <a:lnTo>
                    <a:pt x="4487850" y="907335"/>
                  </a:lnTo>
                  <a:lnTo>
                    <a:pt x="4489103" y="913573"/>
                  </a:lnTo>
                  <a:lnTo>
                    <a:pt x="4490356" y="919567"/>
                  </a:lnTo>
                  <a:lnTo>
                    <a:pt x="4491609" y="925391"/>
                  </a:lnTo>
                  <a:lnTo>
                    <a:pt x="4492863" y="931073"/>
                  </a:lnTo>
                  <a:lnTo>
                    <a:pt x="4494116" y="936583"/>
                  </a:lnTo>
                  <a:lnTo>
                    <a:pt x="4495369" y="941905"/>
                  </a:lnTo>
                  <a:lnTo>
                    <a:pt x="4496622" y="947039"/>
                  </a:lnTo>
                  <a:lnTo>
                    <a:pt x="4497876" y="951991"/>
                  </a:lnTo>
                  <a:lnTo>
                    <a:pt x="4499129" y="956760"/>
                  </a:lnTo>
                  <a:lnTo>
                    <a:pt x="4500382" y="961367"/>
                  </a:lnTo>
                  <a:lnTo>
                    <a:pt x="4501635" y="965810"/>
                  </a:lnTo>
                  <a:lnTo>
                    <a:pt x="4502888" y="970084"/>
                  </a:lnTo>
                  <a:lnTo>
                    <a:pt x="4504142" y="974213"/>
                  </a:lnTo>
                  <a:lnTo>
                    <a:pt x="4505395" y="978174"/>
                  </a:lnTo>
                  <a:lnTo>
                    <a:pt x="4506648" y="981953"/>
                  </a:lnTo>
                  <a:lnTo>
                    <a:pt x="4507901" y="985564"/>
                  </a:lnTo>
                  <a:lnTo>
                    <a:pt x="4509155" y="988987"/>
                  </a:lnTo>
                  <a:lnTo>
                    <a:pt x="4510408" y="992166"/>
                  </a:lnTo>
                  <a:lnTo>
                    <a:pt x="4511661" y="995077"/>
                  </a:lnTo>
                  <a:lnTo>
                    <a:pt x="4512914" y="997717"/>
                  </a:lnTo>
                  <a:lnTo>
                    <a:pt x="4514167" y="1000107"/>
                  </a:lnTo>
                  <a:lnTo>
                    <a:pt x="4515421" y="1002280"/>
                  </a:lnTo>
                  <a:lnTo>
                    <a:pt x="4516674" y="1004271"/>
                  </a:lnTo>
                  <a:lnTo>
                    <a:pt x="4517927" y="1006093"/>
                  </a:lnTo>
                  <a:lnTo>
                    <a:pt x="4519180" y="1007744"/>
                  </a:lnTo>
                  <a:lnTo>
                    <a:pt x="4520433" y="1009267"/>
                  </a:lnTo>
                  <a:lnTo>
                    <a:pt x="4521687" y="1010668"/>
                  </a:lnTo>
                  <a:lnTo>
                    <a:pt x="4522940" y="1011941"/>
                  </a:lnTo>
                  <a:lnTo>
                    <a:pt x="4524193" y="1013098"/>
                  </a:lnTo>
                  <a:lnTo>
                    <a:pt x="4525446" y="1014149"/>
                  </a:lnTo>
                  <a:lnTo>
                    <a:pt x="4526700" y="1015121"/>
                  </a:lnTo>
                  <a:lnTo>
                    <a:pt x="4527953" y="1016053"/>
                  </a:lnTo>
                  <a:lnTo>
                    <a:pt x="4529206" y="1016997"/>
                  </a:lnTo>
                  <a:lnTo>
                    <a:pt x="4530459" y="1017981"/>
                  </a:lnTo>
                  <a:lnTo>
                    <a:pt x="4531712" y="1019031"/>
                  </a:lnTo>
                  <a:lnTo>
                    <a:pt x="4532966" y="1020115"/>
                  </a:lnTo>
                  <a:lnTo>
                    <a:pt x="4534219" y="1021247"/>
                  </a:lnTo>
                  <a:lnTo>
                    <a:pt x="4535472" y="1022397"/>
                  </a:lnTo>
                  <a:lnTo>
                    <a:pt x="4536725" y="1023603"/>
                  </a:lnTo>
                  <a:lnTo>
                    <a:pt x="4537979" y="1024896"/>
                  </a:lnTo>
                  <a:lnTo>
                    <a:pt x="4539232" y="1026248"/>
                  </a:lnTo>
                  <a:lnTo>
                    <a:pt x="4540485" y="1027658"/>
                  </a:lnTo>
                  <a:lnTo>
                    <a:pt x="4541738" y="1029130"/>
                  </a:lnTo>
                  <a:lnTo>
                    <a:pt x="4542991" y="1030642"/>
                  </a:lnTo>
                  <a:lnTo>
                    <a:pt x="4544245" y="1032196"/>
                  </a:lnTo>
                  <a:lnTo>
                    <a:pt x="4545498" y="1033777"/>
                  </a:lnTo>
                  <a:lnTo>
                    <a:pt x="4546751" y="1035366"/>
                  </a:lnTo>
                  <a:lnTo>
                    <a:pt x="4548004" y="1036968"/>
                  </a:lnTo>
                  <a:lnTo>
                    <a:pt x="4549257" y="1038574"/>
                  </a:lnTo>
                  <a:lnTo>
                    <a:pt x="4550511" y="1040168"/>
                  </a:lnTo>
                  <a:lnTo>
                    <a:pt x="4551764" y="1041779"/>
                  </a:lnTo>
                  <a:lnTo>
                    <a:pt x="4553017" y="1043399"/>
                  </a:lnTo>
                  <a:lnTo>
                    <a:pt x="4554270" y="1045035"/>
                  </a:lnTo>
                  <a:lnTo>
                    <a:pt x="4555524" y="1046672"/>
                  </a:lnTo>
                  <a:lnTo>
                    <a:pt x="4556777" y="1048314"/>
                  </a:lnTo>
                  <a:lnTo>
                    <a:pt x="4558030" y="1049989"/>
                  </a:lnTo>
                  <a:lnTo>
                    <a:pt x="4559283" y="1051702"/>
                  </a:lnTo>
                  <a:lnTo>
                    <a:pt x="4560536" y="1053440"/>
                  </a:lnTo>
                  <a:lnTo>
                    <a:pt x="4561790" y="1055199"/>
                  </a:lnTo>
                  <a:lnTo>
                    <a:pt x="4563043" y="1056960"/>
                  </a:lnTo>
                  <a:lnTo>
                    <a:pt x="4564296" y="1058714"/>
                  </a:lnTo>
                  <a:lnTo>
                    <a:pt x="4565549" y="1060476"/>
                  </a:lnTo>
                  <a:lnTo>
                    <a:pt x="4566803" y="1062210"/>
                  </a:lnTo>
                  <a:lnTo>
                    <a:pt x="4568056" y="1063874"/>
                  </a:lnTo>
                  <a:lnTo>
                    <a:pt x="4569309" y="1065476"/>
                  </a:lnTo>
                  <a:lnTo>
                    <a:pt x="4570562" y="1066980"/>
                  </a:lnTo>
                  <a:lnTo>
                    <a:pt x="4571815" y="1068382"/>
                  </a:lnTo>
                  <a:lnTo>
                    <a:pt x="4573069" y="1069719"/>
                  </a:lnTo>
                  <a:lnTo>
                    <a:pt x="4574322" y="1071039"/>
                  </a:lnTo>
                  <a:lnTo>
                    <a:pt x="4575575" y="1072373"/>
                  </a:lnTo>
                  <a:lnTo>
                    <a:pt x="4576828" y="1073745"/>
                  </a:lnTo>
                  <a:lnTo>
                    <a:pt x="4578081" y="1075138"/>
                  </a:lnTo>
                  <a:lnTo>
                    <a:pt x="4579335" y="1076534"/>
                  </a:lnTo>
                  <a:lnTo>
                    <a:pt x="4580588" y="1077936"/>
                  </a:lnTo>
                  <a:lnTo>
                    <a:pt x="4581841" y="1079378"/>
                  </a:lnTo>
                  <a:lnTo>
                    <a:pt x="4583094" y="1080871"/>
                  </a:lnTo>
                  <a:lnTo>
                    <a:pt x="4584348" y="1082383"/>
                  </a:lnTo>
                  <a:lnTo>
                    <a:pt x="4585601" y="1083957"/>
                  </a:lnTo>
                  <a:lnTo>
                    <a:pt x="4586854" y="1085622"/>
                  </a:lnTo>
                  <a:lnTo>
                    <a:pt x="4588107" y="1087376"/>
                  </a:lnTo>
                  <a:lnTo>
                    <a:pt x="4589360" y="1089240"/>
                  </a:lnTo>
                  <a:lnTo>
                    <a:pt x="4590614" y="1091208"/>
                  </a:lnTo>
                  <a:lnTo>
                    <a:pt x="4591867" y="1093255"/>
                  </a:lnTo>
                  <a:lnTo>
                    <a:pt x="4593120" y="1095352"/>
                  </a:lnTo>
                  <a:lnTo>
                    <a:pt x="4594373" y="1097473"/>
                  </a:lnTo>
                  <a:lnTo>
                    <a:pt x="4595627" y="1099565"/>
                  </a:lnTo>
                  <a:lnTo>
                    <a:pt x="4596880" y="1101633"/>
                  </a:lnTo>
                  <a:lnTo>
                    <a:pt x="4598133" y="1103719"/>
                  </a:lnTo>
                  <a:lnTo>
                    <a:pt x="4599386" y="1105879"/>
                  </a:lnTo>
                  <a:lnTo>
                    <a:pt x="4600639" y="1108131"/>
                  </a:lnTo>
                  <a:lnTo>
                    <a:pt x="4601893" y="1110472"/>
                  </a:lnTo>
                  <a:lnTo>
                    <a:pt x="4603146" y="1112940"/>
                  </a:lnTo>
                  <a:lnTo>
                    <a:pt x="4604399" y="1115506"/>
                  </a:lnTo>
                  <a:lnTo>
                    <a:pt x="4605652" y="1118176"/>
                  </a:lnTo>
                  <a:lnTo>
                    <a:pt x="4606905" y="1120954"/>
                  </a:lnTo>
                  <a:lnTo>
                    <a:pt x="4608159" y="1123851"/>
                  </a:lnTo>
                  <a:lnTo>
                    <a:pt x="4609412" y="1126888"/>
                  </a:lnTo>
                  <a:lnTo>
                    <a:pt x="4610665" y="1130083"/>
                  </a:lnTo>
                  <a:lnTo>
                    <a:pt x="4611918" y="1133423"/>
                  </a:lnTo>
                  <a:lnTo>
                    <a:pt x="4613172" y="1136907"/>
                  </a:lnTo>
                  <a:lnTo>
                    <a:pt x="4614425" y="1140567"/>
                  </a:lnTo>
                  <a:lnTo>
                    <a:pt x="4615678" y="1144394"/>
                  </a:lnTo>
                  <a:lnTo>
                    <a:pt x="4616931" y="1148336"/>
                  </a:lnTo>
                  <a:lnTo>
                    <a:pt x="4618184" y="1152322"/>
                  </a:lnTo>
                  <a:lnTo>
                    <a:pt x="4619438" y="1156321"/>
                  </a:lnTo>
                  <a:lnTo>
                    <a:pt x="4620691" y="1160331"/>
                  </a:lnTo>
                  <a:lnTo>
                    <a:pt x="4621944" y="1164325"/>
                  </a:lnTo>
                  <a:lnTo>
                    <a:pt x="4623197" y="1168274"/>
                  </a:lnTo>
                  <a:lnTo>
                    <a:pt x="4624450" y="1172141"/>
                  </a:lnTo>
                  <a:lnTo>
                    <a:pt x="4625704" y="1175913"/>
                  </a:lnTo>
                  <a:lnTo>
                    <a:pt x="4626957" y="1179591"/>
                  </a:lnTo>
                  <a:lnTo>
                    <a:pt x="4628210" y="1183130"/>
                  </a:lnTo>
                  <a:lnTo>
                    <a:pt x="4629463" y="1186515"/>
                  </a:lnTo>
                  <a:lnTo>
                    <a:pt x="4630717" y="1189785"/>
                  </a:lnTo>
                  <a:lnTo>
                    <a:pt x="4631970" y="1192911"/>
                  </a:lnTo>
                  <a:lnTo>
                    <a:pt x="4633223" y="1195911"/>
                  </a:lnTo>
                  <a:lnTo>
                    <a:pt x="4634476" y="1198815"/>
                  </a:lnTo>
                  <a:lnTo>
                    <a:pt x="4635729" y="1201638"/>
                  </a:lnTo>
                  <a:lnTo>
                    <a:pt x="4636983" y="1204364"/>
                  </a:lnTo>
                  <a:lnTo>
                    <a:pt x="4638236" y="1206984"/>
                  </a:lnTo>
                  <a:lnTo>
                    <a:pt x="4639489" y="1209471"/>
                  </a:lnTo>
                  <a:lnTo>
                    <a:pt x="4640742" y="1211823"/>
                  </a:lnTo>
                  <a:lnTo>
                    <a:pt x="4641996" y="1214078"/>
                  </a:lnTo>
                  <a:lnTo>
                    <a:pt x="4643249" y="1216234"/>
                  </a:lnTo>
                  <a:lnTo>
                    <a:pt x="4644502" y="1218248"/>
                  </a:lnTo>
                  <a:lnTo>
                    <a:pt x="4645755" y="1220075"/>
                  </a:lnTo>
                  <a:lnTo>
                    <a:pt x="4647008" y="1221748"/>
                  </a:lnTo>
                  <a:lnTo>
                    <a:pt x="4648262" y="1223281"/>
                  </a:lnTo>
                  <a:lnTo>
                    <a:pt x="4649515" y="1224606"/>
                  </a:lnTo>
                  <a:lnTo>
                    <a:pt x="4650768" y="1225756"/>
                  </a:lnTo>
                  <a:lnTo>
                    <a:pt x="4652021" y="1226727"/>
                  </a:lnTo>
                  <a:lnTo>
                    <a:pt x="4653274" y="1227487"/>
                  </a:lnTo>
                  <a:lnTo>
                    <a:pt x="4654528" y="1228031"/>
                  </a:lnTo>
                  <a:lnTo>
                    <a:pt x="4655781" y="1228374"/>
                  </a:lnTo>
                  <a:lnTo>
                    <a:pt x="4657034" y="1228525"/>
                  </a:lnTo>
                  <a:lnTo>
                    <a:pt x="4658287" y="1228556"/>
                  </a:lnTo>
                  <a:lnTo>
                    <a:pt x="4659541" y="1228507"/>
                  </a:lnTo>
                  <a:lnTo>
                    <a:pt x="4660794" y="1228388"/>
                  </a:lnTo>
                  <a:lnTo>
                    <a:pt x="4662047" y="1228173"/>
                  </a:lnTo>
                  <a:lnTo>
                    <a:pt x="4663300" y="1227876"/>
                  </a:lnTo>
                  <a:lnTo>
                    <a:pt x="4664553" y="1227543"/>
                  </a:lnTo>
                  <a:lnTo>
                    <a:pt x="4665807" y="1227155"/>
                  </a:lnTo>
                  <a:lnTo>
                    <a:pt x="4667060" y="1226697"/>
                  </a:lnTo>
                  <a:lnTo>
                    <a:pt x="4668313" y="1226225"/>
                  </a:lnTo>
                  <a:lnTo>
                    <a:pt x="4669566" y="1225733"/>
                  </a:lnTo>
                  <a:lnTo>
                    <a:pt x="4670820" y="1225216"/>
                  </a:lnTo>
                  <a:lnTo>
                    <a:pt x="4672073" y="1224672"/>
                  </a:lnTo>
                  <a:lnTo>
                    <a:pt x="4673326" y="1224075"/>
                  </a:lnTo>
                  <a:lnTo>
                    <a:pt x="4674579" y="1223412"/>
                  </a:lnTo>
                  <a:lnTo>
                    <a:pt x="4675832" y="1222681"/>
                  </a:lnTo>
                  <a:lnTo>
                    <a:pt x="4677086" y="1221827"/>
                  </a:lnTo>
                  <a:lnTo>
                    <a:pt x="4678339" y="1220813"/>
                  </a:lnTo>
                  <a:lnTo>
                    <a:pt x="4679592" y="1219657"/>
                  </a:lnTo>
                  <a:lnTo>
                    <a:pt x="4680845" y="1218427"/>
                  </a:lnTo>
                  <a:lnTo>
                    <a:pt x="4682098" y="1217170"/>
                  </a:lnTo>
                  <a:lnTo>
                    <a:pt x="4683352" y="1215839"/>
                  </a:lnTo>
                  <a:lnTo>
                    <a:pt x="4684605" y="1214436"/>
                  </a:lnTo>
                  <a:lnTo>
                    <a:pt x="4685858" y="1212975"/>
                  </a:lnTo>
                  <a:lnTo>
                    <a:pt x="4687111" y="1211494"/>
                  </a:lnTo>
                  <a:lnTo>
                    <a:pt x="4688365" y="1210023"/>
                  </a:lnTo>
                  <a:lnTo>
                    <a:pt x="4689618" y="1208571"/>
                  </a:lnTo>
                  <a:lnTo>
                    <a:pt x="4690871" y="1207155"/>
                  </a:lnTo>
                  <a:lnTo>
                    <a:pt x="4692124" y="1205818"/>
                  </a:lnTo>
                  <a:lnTo>
                    <a:pt x="4693377" y="1204572"/>
                  </a:lnTo>
                  <a:lnTo>
                    <a:pt x="4694631" y="1203457"/>
                  </a:lnTo>
                  <a:lnTo>
                    <a:pt x="4695884" y="1202532"/>
                  </a:lnTo>
                  <a:lnTo>
                    <a:pt x="4697137" y="1201787"/>
                  </a:lnTo>
                  <a:lnTo>
                    <a:pt x="4698390" y="1201209"/>
                  </a:lnTo>
                  <a:lnTo>
                    <a:pt x="4699644" y="1200783"/>
                  </a:lnTo>
                  <a:lnTo>
                    <a:pt x="4700897" y="1200489"/>
                  </a:lnTo>
                  <a:lnTo>
                    <a:pt x="4702150" y="1200344"/>
                  </a:lnTo>
                  <a:lnTo>
                    <a:pt x="4703403" y="1200354"/>
                  </a:lnTo>
                  <a:lnTo>
                    <a:pt x="4704656" y="1200510"/>
                  </a:lnTo>
                  <a:lnTo>
                    <a:pt x="4705910" y="1200804"/>
                  </a:lnTo>
                  <a:lnTo>
                    <a:pt x="4707163" y="1201266"/>
                  </a:lnTo>
                  <a:lnTo>
                    <a:pt x="4708416" y="1201957"/>
                  </a:lnTo>
                  <a:lnTo>
                    <a:pt x="4709669" y="1202905"/>
                  </a:lnTo>
                  <a:lnTo>
                    <a:pt x="4710922" y="1204080"/>
                  </a:lnTo>
                  <a:lnTo>
                    <a:pt x="4712176" y="1205496"/>
                  </a:lnTo>
                  <a:lnTo>
                    <a:pt x="4713429" y="1207139"/>
                  </a:lnTo>
                  <a:lnTo>
                    <a:pt x="4714682" y="1208951"/>
                  </a:lnTo>
                  <a:lnTo>
                    <a:pt x="4715935" y="1210939"/>
                  </a:lnTo>
                  <a:lnTo>
                    <a:pt x="4717189" y="1213105"/>
                  </a:lnTo>
                  <a:lnTo>
                    <a:pt x="4718442" y="1215445"/>
                  </a:lnTo>
                  <a:lnTo>
                    <a:pt x="4719695" y="1217985"/>
                  </a:lnTo>
                  <a:lnTo>
                    <a:pt x="4720948" y="1220732"/>
                  </a:lnTo>
                  <a:lnTo>
                    <a:pt x="4722201" y="1223633"/>
                  </a:lnTo>
                  <a:lnTo>
                    <a:pt x="4723455" y="1226681"/>
                  </a:lnTo>
                  <a:lnTo>
                    <a:pt x="4724708" y="1229862"/>
                  </a:lnTo>
                  <a:lnTo>
                    <a:pt x="4725961" y="1233120"/>
                  </a:lnTo>
                  <a:lnTo>
                    <a:pt x="4727214" y="1236388"/>
                  </a:lnTo>
                  <a:lnTo>
                    <a:pt x="4728468" y="1239618"/>
                  </a:lnTo>
                  <a:lnTo>
                    <a:pt x="4729721" y="1242830"/>
                  </a:lnTo>
                  <a:lnTo>
                    <a:pt x="4730974" y="1245990"/>
                  </a:lnTo>
                  <a:lnTo>
                    <a:pt x="4732227" y="1249064"/>
                  </a:lnTo>
                  <a:lnTo>
                    <a:pt x="4733480" y="1252049"/>
                  </a:lnTo>
                  <a:lnTo>
                    <a:pt x="4734734" y="1254946"/>
                  </a:lnTo>
                  <a:lnTo>
                    <a:pt x="4735987" y="1257771"/>
                  </a:lnTo>
                  <a:lnTo>
                    <a:pt x="4737240" y="1260561"/>
                  </a:lnTo>
                  <a:lnTo>
                    <a:pt x="4738493" y="1263326"/>
                  </a:lnTo>
                  <a:lnTo>
                    <a:pt x="4739746" y="1266070"/>
                  </a:lnTo>
                  <a:lnTo>
                    <a:pt x="4741000" y="1268843"/>
                  </a:lnTo>
                  <a:lnTo>
                    <a:pt x="4742253" y="1271652"/>
                  </a:lnTo>
                  <a:lnTo>
                    <a:pt x="4743506" y="1274477"/>
                  </a:lnTo>
                  <a:lnTo>
                    <a:pt x="4744759" y="1277315"/>
                  </a:lnTo>
                  <a:lnTo>
                    <a:pt x="4746013" y="1280195"/>
                  </a:lnTo>
                  <a:lnTo>
                    <a:pt x="4747266" y="1283167"/>
                  </a:lnTo>
                  <a:lnTo>
                    <a:pt x="4748519" y="1286233"/>
                  </a:lnTo>
                  <a:lnTo>
                    <a:pt x="4749772" y="1289378"/>
                  </a:lnTo>
                  <a:lnTo>
                    <a:pt x="4751025" y="1292586"/>
                  </a:lnTo>
                  <a:lnTo>
                    <a:pt x="4752279" y="1295856"/>
                  </a:lnTo>
                  <a:lnTo>
                    <a:pt x="4753532" y="1299197"/>
                  </a:lnTo>
                  <a:lnTo>
                    <a:pt x="4754785" y="1302598"/>
                  </a:lnTo>
                  <a:lnTo>
                    <a:pt x="4756038" y="1306044"/>
                  </a:lnTo>
                  <a:lnTo>
                    <a:pt x="4757292" y="1309526"/>
                  </a:lnTo>
                  <a:lnTo>
                    <a:pt x="4758545" y="1313003"/>
                  </a:lnTo>
                  <a:lnTo>
                    <a:pt x="4759798" y="1316455"/>
                  </a:lnTo>
                  <a:lnTo>
                    <a:pt x="4761051" y="1319881"/>
                  </a:lnTo>
                  <a:lnTo>
                    <a:pt x="4762304" y="1323292"/>
                  </a:lnTo>
                  <a:lnTo>
                    <a:pt x="4763558" y="1326705"/>
                  </a:lnTo>
                  <a:lnTo>
                    <a:pt x="4764811" y="1330122"/>
                  </a:lnTo>
                  <a:lnTo>
                    <a:pt x="4766064" y="1333525"/>
                  </a:lnTo>
                  <a:lnTo>
                    <a:pt x="4767317" y="1336916"/>
                  </a:lnTo>
                  <a:lnTo>
                    <a:pt x="4768570" y="1340303"/>
                  </a:lnTo>
                  <a:lnTo>
                    <a:pt x="4769824" y="1343685"/>
                  </a:lnTo>
                  <a:lnTo>
                    <a:pt x="4771077" y="1347033"/>
                  </a:lnTo>
                  <a:lnTo>
                    <a:pt x="4772330" y="1350315"/>
                  </a:lnTo>
                  <a:lnTo>
                    <a:pt x="4773583" y="1353519"/>
                  </a:lnTo>
                  <a:lnTo>
                    <a:pt x="4774837" y="1356629"/>
                  </a:lnTo>
                  <a:lnTo>
                    <a:pt x="4776090" y="1359628"/>
                  </a:lnTo>
                  <a:lnTo>
                    <a:pt x="4777343" y="1362549"/>
                  </a:lnTo>
                  <a:lnTo>
                    <a:pt x="4778596" y="1365413"/>
                  </a:lnTo>
                  <a:lnTo>
                    <a:pt x="4779849" y="1368222"/>
                  </a:lnTo>
                  <a:lnTo>
                    <a:pt x="4781103" y="1370976"/>
                  </a:lnTo>
                  <a:lnTo>
                    <a:pt x="4782356" y="1373650"/>
                  </a:lnTo>
                  <a:lnTo>
                    <a:pt x="4783609" y="1376208"/>
                  </a:lnTo>
                  <a:lnTo>
                    <a:pt x="4784862" y="1378640"/>
                  </a:lnTo>
                  <a:lnTo>
                    <a:pt x="4786115" y="1380948"/>
                  </a:lnTo>
                  <a:lnTo>
                    <a:pt x="4787369" y="1383133"/>
                  </a:lnTo>
                  <a:lnTo>
                    <a:pt x="4788622" y="1385209"/>
                  </a:lnTo>
                  <a:lnTo>
                    <a:pt x="4789875" y="1387217"/>
                  </a:lnTo>
                  <a:lnTo>
                    <a:pt x="4791128" y="1389183"/>
                  </a:lnTo>
                  <a:lnTo>
                    <a:pt x="4792382" y="1391108"/>
                  </a:lnTo>
                  <a:lnTo>
                    <a:pt x="4793635" y="1392991"/>
                  </a:lnTo>
                  <a:lnTo>
                    <a:pt x="4794888" y="1394867"/>
                  </a:lnTo>
                  <a:lnTo>
                    <a:pt x="4796141" y="1396736"/>
                  </a:lnTo>
                  <a:lnTo>
                    <a:pt x="4797394" y="1398597"/>
                  </a:lnTo>
                  <a:lnTo>
                    <a:pt x="4798648" y="1400451"/>
                  </a:lnTo>
                  <a:lnTo>
                    <a:pt x="4799901" y="1402279"/>
                  </a:lnTo>
                  <a:lnTo>
                    <a:pt x="4801154" y="1404068"/>
                  </a:lnTo>
                  <a:lnTo>
                    <a:pt x="4802407" y="1405820"/>
                  </a:lnTo>
                  <a:lnTo>
                    <a:pt x="4803661" y="1407535"/>
                  </a:lnTo>
                  <a:lnTo>
                    <a:pt x="4804914" y="1409212"/>
                  </a:lnTo>
                  <a:lnTo>
                    <a:pt x="4806167" y="1410852"/>
                  </a:lnTo>
                  <a:lnTo>
                    <a:pt x="4807420" y="1412453"/>
                  </a:lnTo>
                  <a:lnTo>
                    <a:pt x="4808673" y="1414009"/>
                  </a:lnTo>
                  <a:lnTo>
                    <a:pt x="4809927" y="1415498"/>
                  </a:lnTo>
                  <a:lnTo>
                    <a:pt x="4811180" y="1416922"/>
                  </a:lnTo>
                  <a:lnTo>
                    <a:pt x="4812433" y="1418282"/>
                  </a:lnTo>
                  <a:lnTo>
                    <a:pt x="4813686" y="1419579"/>
                  </a:lnTo>
                  <a:lnTo>
                    <a:pt x="4814939" y="1420813"/>
                  </a:lnTo>
                  <a:lnTo>
                    <a:pt x="4816193" y="1421989"/>
                  </a:lnTo>
                  <a:lnTo>
                    <a:pt x="4817446" y="1423090"/>
                  </a:lnTo>
                  <a:lnTo>
                    <a:pt x="4818699" y="1424120"/>
                  </a:lnTo>
                  <a:lnTo>
                    <a:pt x="4819952" y="1425089"/>
                  </a:lnTo>
                  <a:lnTo>
                    <a:pt x="4821206" y="1425996"/>
                  </a:lnTo>
                  <a:lnTo>
                    <a:pt x="4822459" y="1426840"/>
                  </a:lnTo>
                  <a:lnTo>
                    <a:pt x="4823712" y="1427622"/>
                  </a:lnTo>
                  <a:lnTo>
                    <a:pt x="4824965" y="1428342"/>
                  </a:lnTo>
                  <a:lnTo>
                    <a:pt x="4826218" y="1429001"/>
                  </a:lnTo>
                  <a:lnTo>
                    <a:pt x="4827472" y="1429586"/>
                  </a:lnTo>
                  <a:lnTo>
                    <a:pt x="4828725" y="1430111"/>
                  </a:lnTo>
                  <a:lnTo>
                    <a:pt x="4829978" y="1430573"/>
                  </a:lnTo>
                  <a:lnTo>
                    <a:pt x="4831231" y="1430973"/>
                  </a:lnTo>
                  <a:lnTo>
                    <a:pt x="4832485" y="1431311"/>
                  </a:lnTo>
                  <a:lnTo>
                    <a:pt x="4833738" y="1431586"/>
                  </a:lnTo>
                  <a:lnTo>
                    <a:pt x="4834991" y="1431798"/>
                  </a:lnTo>
                  <a:lnTo>
                    <a:pt x="4836244" y="1431962"/>
                  </a:lnTo>
                  <a:lnTo>
                    <a:pt x="4837497" y="1432093"/>
                  </a:lnTo>
                  <a:lnTo>
                    <a:pt x="4838751" y="1432192"/>
                  </a:lnTo>
                  <a:lnTo>
                    <a:pt x="4840004" y="1432258"/>
                  </a:lnTo>
                  <a:lnTo>
                    <a:pt x="4841257" y="1432292"/>
                  </a:lnTo>
                  <a:lnTo>
                    <a:pt x="4842510" y="1432293"/>
                  </a:lnTo>
                  <a:lnTo>
                    <a:pt x="4843763" y="1432264"/>
                  </a:lnTo>
                  <a:lnTo>
                    <a:pt x="4845017" y="1432202"/>
                  </a:lnTo>
                  <a:lnTo>
                    <a:pt x="4846270" y="1432133"/>
                  </a:lnTo>
                  <a:lnTo>
                    <a:pt x="4847523" y="1432068"/>
                  </a:lnTo>
                  <a:lnTo>
                    <a:pt x="4848776" y="1432006"/>
                  </a:lnTo>
                  <a:lnTo>
                    <a:pt x="4850030" y="1431946"/>
                  </a:lnTo>
                  <a:lnTo>
                    <a:pt x="4851283" y="1431889"/>
                  </a:lnTo>
                  <a:lnTo>
                    <a:pt x="4852536" y="1431835"/>
                  </a:lnTo>
                  <a:lnTo>
                    <a:pt x="4853789" y="1431783"/>
                  </a:lnTo>
                  <a:lnTo>
                    <a:pt x="4855042" y="1431736"/>
                  </a:lnTo>
                  <a:lnTo>
                    <a:pt x="4856296" y="1431691"/>
                  </a:lnTo>
                  <a:lnTo>
                    <a:pt x="4857549" y="1431650"/>
                  </a:lnTo>
                  <a:lnTo>
                    <a:pt x="4858802" y="1431613"/>
                  </a:lnTo>
                  <a:lnTo>
                    <a:pt x="4860055" y="1431581"/>
                  </a:lnTo>
                  <a:lnTo>
                    <a:pt x="4861309" y="1431553"/>
                  </a:lnTo>
                  <a:lnTo>
                    <a:pt x="4862562" y="1431528"/>
                  </a:lnTo>
                  <a:lnTo>
                    <a:pt x="4863815" y="1431507"/>
                  </a:lnTo>
                  <a:lnTo>
                    <a:pt x="4865068" y="1431489"/>
                  </a:lnTo>
                  <a:lnTo>
                    <a:pt x="4866321" y="1431472"/>
                  </a:lnTo>
                  <a:lnTo>
                    <a:pt x="4867575" y="1431458"/>
                  </a:lnTo>
                  <a:lnTo>
                    <a:pt x="4868828" y="1431447"/>
                  </a:lnTo>
                  <a:lnTo>
                    <a:pt x="4870081" y="1431438"/>
                  </a:lnTo>
                  <a:lnTo>
                    <a:pt x="4871334" y="1431431"/>
                  </a:lnTo>
                  <a:lnTo>
                    <a:pt x="4872587" y="1431425"/>
                  </a:lnTo>
                  <a:lnTo>
                    <a:pt x="4873841" y="1431421"/>
                  </a:lnTo>
                  <a:lnTo>
                    <a:pt x="4875094" y="1431418"/>
                  </a:lnTo>
                  <a:lnTo>
                    <a:pt x="4876347" y="1431417"/>
                  </a:lnTo>
                  <a:lnTo>
                    <a:pt x="4877600" y="1431417"/>
                  </a:lnTo>
                  <a:lnTo>
                    <a:pt x="4878854" y="1431417"/>
                  </a:lnTo>
                  <a:lnTo>
                    <a:pt x="4880107" y="1431417"/>
                  </a:lnTo>
                  <a:lnTo>
                    <a:pt x="4881360" y="1431417"/>
                  </a:lnTo>
                  <a:lnTo>
                    <a:pt x="4882613" y="1431417"/>
                  </a:lnTo>
                  <a:lnTo>
                    <a:pt x="4883866" y="1431417"/>
                  </a:lnTo>
                  <a:lnTo>
                    <a:pt x="4885120" y="1431417"/>
                  </a:lnTo>
                  <a:lnTo>
                    <a:pt x="4886373" y="1431417"/>
                  </a:lnTo>
                  <a:lnTo>
                    <a:pt x="4887626" y="1431417"/>
                  </a:lnTo>
                  <a:lnTo>
                    <a:pt x="4888879" y="1431417"/>
                  </a:lnTo>
                  <a:lnTo>
                    <a:pt x="4890133" y="1431417"/>
                  </a:lnTo>
                  <a:lnTo>
                    <a:pt x="4891386" y="1431417"/>
                  </a:lnTo>
                  <a:lnTo>
                    <a:pt x="4892639" y="1431417"/>
                  </a:lnTo>
                  <a:lnTo>
                    <a:pt x="4893892" y="1431417"/>
                  </a:lnTo>
                  <a:lnTo>
                    <a:pt x="4895145" y="1431417"/>
                  </a:lnTo>
                  <a:lnTo>
                    <a:pt x="4896399" y="1431417"/>
                  </a:lnTo>
                  <a:lnTo>
                    <a:pt x="4897652" y="1431417"/>
                  </a:lnTo>
                  <a:lnTo>
                    <a:pt x="4898905" y="1431417"/>
                  </a:lnTo>
                  <a:lnTo>
                    <a:pt x="4900158" y="1431417"/>
                  </a:lnTo>
                  <a:lnTo>
                    <a:pt x="4901411" y="1431417"/>
                  </a:lnTo>
                  <a:lnTo>
                    <a:pt x="4902665" y="1431417"/>
                  </a:lnTo>
                  <a:lnTo>
                    <a:pt x="4903918" y="1431417"/>
                  </a:lnTo>
                  <a:lnTo>
                    <a:pt x="4905171" y="1431417"/>
                  </a:lnTo>
                  <a:lnTo>
                    <a:pt x="4906424" y="1431417"/>
                  </a:lnTo>
                  <a:lnTo>
                    <a:pt x="4907678" y="1431417"/>
                  </a:lnTo>
                  <a:lnTo>
                    <a:pt x="4908931" y="1431417"/>
                  </a:lnTo>
                  <a:lnTo>
                    <a:pt x="4910184" y="1431417"/>
                  </a:lnTo>
                  <a:lnTo>
                    <a:pt x="4911437" y="1431417"/>
                  </a:lnTo>
                  <a:lnTo>
                    <a:pt x="4912690" y="1431417"/>
                  </a:lnTo>
                  <a:lnTo>
                    <a:pt x="4913944" y="1431417"/>
                  </a:lnTo>
                  <a:lnTo>
                    <a:pt x="4915197" y="1431417"/>
                  </a:lnTo>
                  <a:lnTo>
                    <a:pt x="4916450" y="1431417"/>
                  </a:lnTo>
                  <a:lnTo>
                    <a:pt x="4917703" y="1431417"/>
                  </a:lnTo>
                  <a:lnTo>
                    <a:pt x="4918957" y="1431417"/>
                  </a:lnTo>
                  <a:lnTo>
                    <a:pt x="4920210" y="1431417"/>
                  </a:lnTo>
                  <a:lnTo>
                    <a:pt x="4921463" y="1431417"/>
                  </a:lnTo>
                  <a:lnTo>
                    <a:pt x="4922716" y="1431417"/>
                  </a:lnTo>
                  <a:lnTo>
                    <a:pt x="4923969" y="1431417"/>
                  </a:lnTo>
                  <a:lnTo>
                    <a:pt x="4925223" y="1431417"/>
                  </a:lnTo>
                  <a:lnTo>
                    <a:pt x="4926476" y="1431417"/>
                  </a:lnTo>
                  <a:lnTo>
                    <a:pt x="4927729" y="1431417"/>
                  </a:lnTo>
                  <a:lnTo>
                    <a:pt x="4928982" y="1431417"/>
                  </a:lnTo>
                  <a:lnTo>
                    <a:pt x="4930235" y="1431417"/>
                  </a:lnTo>
                  <a:lnTo>
                    <a:pt x="4931489" y="1431417"/>
                  </a:lnTo>
                  <a:lnTo>
                    <a:pt x="4932742" y="1431417"/>
                  </a:lnTo>
                  <a:lnTo>
                    <a:pt x="4933995" y="1431417"/>
                  </a:lnTo>
                  <a:lnTo>
                    <a:pt x="4935248" y="1431417"/>
                  </a:lnTo>
                  <a:lnTo>
                    <a:pt x="4936502" y="1431417"/>
                  </a:lnTo>
                  <a:lnTo>
                    <a:pt x="4937755" y="1431417"/>
                  </a:lnTo>
                  <a:lnTo>
                    <a:pt x="4939008" y="1431417"/>
                  </a:lnTo>
                  <a:lnTo>
                    <a:pt x="4940261" y="1431417"/>
                  </a:lnTo>
                  <a:lnTo>
                    <a:pt x="4941514" y="1431417"/>
                  </a:lnTo>
                  <a:lnTo>
                    <a:pt x="4942768" y="1431417"/>
                  </a:lnTo>
                  <a:lnTo>
                    <a:pt x="4944021" y="1431417"/>
                  </a:lnTo>
                  <a:lnTo>
                    <a:pt x="4945274" y="1431417"/>
                  </a:lnTo>
                  <a:lnTo>
                    <a:pt x="4946527" y="1431417"/>
                  </a:lnTo>
                  <a:lnTo>
                    <a:pt x="4947780" y="1431417"/>
                  </a:lnTo>
                  <a:lnTo>
                    <a:pt x="4949034" y="1431417"/>
                  </a:lnTo>
                  <a:lnTo>
                    <a:pt x="4950287" y="1431417"/>
                  </a:lnTo>
                  <a:lnTo>
                    <a:pt x="4951540" y="1431417"/>
                  </a:lnTo>
                  <a:lnTo>
                    <a:pt x="4952793" y="1431417"/>
                  </a:lnTo>
                  <a:lnTo>
                    <a:pt x="4954047" y="1431417"/>
                  </a:lnTo>
                  <a:lnTo>
                    <a:pt x="4955300" y="1431417"/>
                  </a:lnTo>
                  <a:lnTo>
                    <a:pt x="4956553" y="1431417"/>
                  </a:lnTo>
                  <a:lnTo>
                    <a:pt x="4957806" y="1431417"/>
                  </a:lnTo>
                  <a:lnTo>
                    <a:pt x="4959059" y="1431417"/>
                  </a:lnTo>
                  <a:lnTo>
                    <a:pt x="4960313" y="1431417"/>
                  </a:lnTo>
                  <a:lnTo>
                    <a:pt x="4961566" y="1431417"/>
                  </a:lnTo>
                  <a:lnTo>
                    <a:pt x="4962819" y="1431417"/>
                  </a:lnTo>
                  <a:lnTo>
                    <a:pt x="4964072" y="1431417"/>
                  </a:lnTo>
                  <a:lnTo>
                    <a:pt x="4965326" y="1431417"/>
                  </a:lnTo>
                  <a:lnTo>
                    <a:pt x="4966579" y="1431417"/>
                  </a:lnTo>
                  <a:lnTo>
                    <a:pt x="4967832" y="1431417"/>
                  </a:lnTo>
                  <a:lnTo>
                    <a:pt x="4969085" y="1431417"/>
                  </a:lnTo>
                  <a:lnTo>
                    <a:pt x="4970338" y="1431417"/>
                  </a:lnTo>
                  <a:lnTo>
                    <a:pt x="4971592" y="1431417"/>
                  </a:lnTo>
                  <a:lnTo>
                    <a:pt x="4972845" y="1431417"/>
                  </a:lnTo>
                  <a:lnTo>
                    <a:pt x="4974098" y="1431417"/>
                  </a:lnTo>
                  <a:lnTo>
                    <a:pt x="4975351" y="1431417"/>
                  </a:lnTo>
                  <a:lnTo>
                    <a:pt x="4976604" y="1431417"/>
                  </a:lnTo>
                  <a:lnTo>
                    <a:pt x="4977858" y="1431417"/>
                  </a:lnTo>
                  <a:lnTo>
                    <a:pt x="4979111" y="1431417"/>
                  </a:lnTo>
                  <a:lnTo>
                    <a:pt x="4980364" y="1431417"/>
                  </a:lnTo>
                  <a:lnTo>
                    <a:pt x="4981617" y="1431417"/>
                  </a:lnTo>
                  <a:lnTo>
                    <a:pt x="4982871" y="1431417"/>
                  </a:lnTo>
                  <a:lnTo>
                    <a:pt x="4984124" y="1431417"/>
                  </a:lnTo>
                  <a:lnTo>
                    <a:pt x="4985377" y="1431417"/>
                  </a:lnTo>
                  <a:lnTo>
                    <a:pt x="4986630" y="1431417"/>
                  </a:lnTo>
                  <a:lnTo>
                    <a:pt x="4987883" y="1431417"/>
                  </a:lnTo>
                  <a:lnTo>
                    <a:pt x="4989137" y="1431417"/>
                  </a:lnTo>
                  <a:lnTo>
                    <a:pt x="4990390" y="1431417"/>
                  </a:lnTo>
                  <a:lnTo>
                    <a:pt x="4991643" y="1431417"/>
                  </a:lnTo>
                  <a:lnTo>
                    <a:pt x="4992896" y="1431417"/>
                  </a:lnTo>
                  <a:lnTo>
                    <a:pt x="4994150" y="1431417"/>
                  </a:lnTo>
                  <a:lnTo>
                    <a:pt x="4995403" y="1431417"/>
                  </a:lnTo>
                  <a:lnTo>
                    <a:pt x="4996656" y="1431417"/>
                  </a:lnTo>
                  <a:lnTo>
                    <a:pt x="4997909" y="1431417"/>
                  </a:lnTo>
                  <a:lnTo>
                    <a:pt x="4999162" y="1431417"/>
                  </a:lnTo>
                  <a:lnTo>
                    <a:pt x="5000416" y="1431417"/>
                  </a:lnTo>
                  <a:lnTo>
                    <a:pt x="5001669" y="1431417"/>
                  </a:lnTo>
                  <a:lnTo>
                    <a:pt x="5002922" y="1431417"/>
                  </a:lnTo>
                  <a:lnTo>
                    <a:pt x="5004175" y="1431417"/>
                  </a:lnTo>
                  <a:lnTo>
                    <a:pt x="5005428" y="1431417"/>
                  </a:lnTo>
                  <a:lnTo>
                    <a:pt x="5006682" y="1431417"/>
                  </a:lnTo>
                  <a:lnTo>
                    <a:pt x="5007935" y="1431417"/>
                  </a:lnTo>
                  <a:lnTo>
                    <a:pt x="5009188" y="1431417"/>
                  </a:lnTo>
                  <a:lnTo>
                    <a:pt x="5010441" y="1431417"/>
                  </a:lnTo>
                  <a:lnTo>
                    <a:pt x="5011695" y="1431417"/>
                  </a:lnTo>
                  <a:lnTo>
                    <a:pt x="5012948" y="1431417"/>
                  </a:lnTo>
                  <a:lnTo>
                    <a:pt x="5014201" y="1431417"/>
                  </a:lnTo>
                  <a:lnTo>
                    <a:pt x="5015454" y="1431417"/>
                  </a:lnTo>
                  <a:lnTo>
                    <a:pt x="5016707" y="1431417"/>
                  </a:lnTo>
                  <a:lnTo>
                    <a:pt x="5017961" y="1431417"/>
                  </a:lnTo>
                  <a:lnTo>
                    <a:pt x="5019214" y="1431417"/>
                  </a:lnTo>
                  <a:lnTo>
                    <a:pt x="5020467" y="1431417"/>
                  </a:lnTo>
                  <a:lnTo>
                    <a:pt x="5021720" y="1431417"/>
                  </a:lnTo>
                  <a:lnTo>
                    <a:pt x="5022974" y="1431417"/>
                  </a:lnTo>
                  <a:lnTo>
                    <a:pt x="5024227" y="1431417"/>
                  </a:lnTo>
                  <a:lnTo>
                    <a:pt x="5025480" y="1431417"/>
                  </a:lnTo>
                  <a:lnTo>
                    <a:pt x="5026733" y="1431417"/>
                  </a:lnTo>
                  <a:lnTo>
                    <a:pt x="5027986" y="1431417"/>
                  </a:lnTo>
                  <a:lnTo>
                    <a:pt x="5029240" y="1431417"/>
                  </a:lnTo>
                  <a:lnTo>
                    <a:pt x="5030493" y="1431417"/>
                  </a:lnTo>
                  <a:lnTo>
                    <a:pt x="5031746" y="1431417"/>
                  </a:lnTo>
                  <a:lnTo>
                    <a:pt x="5032999" y="1431417"/>
                  </a:lnTo>
                  <a:lnTo>
                    <a:pt x="5034252" y="1431417"/>
                  </a:lnTo>
                  <a:lnTo>
                    <a:pt x="5035506" y="1431417"/>
                  </a:lnTo>
                  <a:lnTo>
                    <a:pt x="5036759" y="1431417"/>
                  </a:lnTo>
                  <a:lnTo>
                    <a:pt x="5038012" y="1431417"/>
                  </a:lnTo>
                  <a:lnTo>
                    <a:pt x="5039265" y="1431417"/>
                  </a:lnTo>
                  <a:lnTo>
                    <a:pt x="5040519" y="1431417"/>
                  </a:lnTo>
                  <a:lnTo>
                    <a:pt x="5041772" y="1431417"/>
                  </a:lnTo>
                  <a:lnTo>
                    <a:pt x="5043025" y="1431417"/>
                  </a:lnTo>
                  <a:lnTo>
                    <a:pt x="5044278" y="1431417"/>
                  </a:lnTo>
                  <a:lnTo>
                    <a:pt x="5045531" y="1431417"/>
                  </a:lnTo>
                  <a:lnTo>
                    <a:pt x="5046785" y="1431417"/>
                  </a:lnTo>
                  <a:lnTo>
                    <a:pt x="5048038" y="1431417"/>
                  </a:lnTo>
                  <a:lnTo>
                    <a:pt x="5049291" y="1431417"/>
                  </a:lnTo>
                  <a:lnTo>
                    <a:pt x="5050544" y="1431417"/>
                  </a:lnTo>
                  <a:lnTo>
                    <a:pt x="5051798" y="1431417"/>
                  </a:lnTo>
                  <a:lnTo>
                    <a:pt x="5053051" y="1431417"/>
                  </a:lnTo>
                  <a:lnTo>
                    <a:pt x="5054304" y="1431417"/>
                  </a:lnTo>
                  <a:lnTo>
                    <a:pt x="5055557" y="1431417"/>
                  </a:lnTo>
                  <a:lnTo>
                    <a:pt x="5056810" y="1431417"/>
                  </a:lnTo>
                  <a:lnTo>
                    <a:pt x="5058064" y="1431417"/>
                  </a:lnTo>
                  <a:lnTo>
                    <a:pt x="5059317" y="1431417"/>
                  </a:lnTo>
                  <a:lnTo>
                    <a:pt x="5060570" y="1431417"/>
                  </a:lnTo>
                  <a:lnTo>
                    <a:pt x="5061823" y="1431417"/>
                  </a:lnTo>
                  <a:lnTo>
                    <a:pt x="5063076" y="1431417"/>
                  </a:lnTo>
                  <a:lnTo>
                    <a:pt x="5064330" y="1431417"/>
                  </a:lnTo>
                  <a:lnTo>
                    <a:pt x="5065583" y="1431417"/>
                  </a:lnTo>
                  <a:lnTo>
                    <a:pt x="5066836" y="1431417"/>
                  </a:lnTo>
                  <a:lnTo>
                    <a:pt x="5068089" y="1431417"/>
                  </a:lnTo>
                  <a:lnTo>
                    <a:pt x="5069343" y="1431417"/>
                  </a:lnTo>
                  <a:lnTo>
                    <a:pt x="5070596" y="1431417"/>
                  </a:lnTo>
                  <a:lnTo>
                    <a:pt x="5071849" y="1431417"/>
                  </a:lnTo>
                  <a:lnTo>
                    <a:pt x="5073102" y="1431417"/>
                  </a:lnTo>
                  <a:lnTo>
                    <a:pt x="5074355" y="1431417"/>
                  </a:lnTo>
                  <a:lnTo>
                    <a:pt x="5075609" y="1431417"/>
                  </a:lnTo>
                  <a:lnTo>
                    <a:pt x="5076862" y="1431417"/>
                  </a:lnTo>
                  <a:lnTo>
                    <a:pt x="5078115" y="1431417"/>
                  </a:lnTo>
                  <a:lnTo>
                    <a:pt x="5079368" y="1431417"/>
                  </a:lnTo>
                  <a:lnTo>
                    <a:pt x="5080622" y="1431417"/>
                  </a:lnTo>
                  <a:lnTo>
                    <a:pt x="5081875" y="1431417"/>
                  </a:lnTo>
                  <a:lnTo>
                    <a:pt x="5083128" y="1431417"/>
                  </a:lnTo>
                  <a:lnTo>
                    <a:pt x="5084381" y="1431417"/>
                  </a:lnTo>
                  <a:lnTo>
                    <a:pt x="5085634" y="1431417"/>
                  </a:lnTo>
                  <a:lnTo>
                    <a:pt x="5086888" y="1431417"/>
                  </a:lnTo>
                  <a:lnTo>
                    <a:pt x="5088141" y="1431417"/>
                  </a:lnTo>
                  <a:lnTo>
                    <a:pt x="5089394" y="1431417"/>
                  </a:lnTo>
                  <a:lnTo>
                    <a:pt x="5090647" y="1431417"/>
                  </a:lnTo>
                  <a:lnTo>
                    <a:pt x="5091900" y="1431417"/>
                  </a:lnTo>
                  <a:lnTo>
                    <a:pt x="5093154" y="1431417"/>
                  </a:lnTo>
                  <a:lnTo>
                    <a:pt x="5094407" y="1431417"/>
                  </a:lnTo>
                  <a:lnTo>
                    <a:pt x="5095660" y="1431417"/>
                  </a:lnTo>
                  <a:lnTo>
                    <a:pt x="5096913" y="1431417"/>
                  </a:lnTo>
                  <a:lnTo>
                    <a:pt x="5098167" y="1431417"/>
                  </a:lnTo>
                  <a:lnTo>
                    <a:pt x="5099420" y="1431417"/>
                  </a:lnTo>
                  <a:lnTo>
                    <a:pt x="5100673" y="1431417"/>
                  </a:lnTo>
                  <a:lnTo>
                    <a:pt x="5101926" y="1431417"/>
                  </a:lnTo>
                  <a:lnTo>
                    <a:pt x="5103179" y="1431417"/>
                  </a:lnTo>
                  <a:lnTo>
                    <a:pt x="5104433" y="1431417"/>
                  </a:lnTo>
                  <a:lnTo>
                    <a:pt x="5105686" y="1431417"/>
                  </a:lnTo>
                  <a:lnTo>
                    <a:pt x="5106939" y="1431417"/>
                  </a:lnTo>
                  <a:lnTo>
                    <a:pt x="5108192" y="1431417"/>
                  </a:lnTo>
                  <a:lnTo>
                    <a:pt x="5109445" y="1431417"/>
                  </a:lnTo>
                  <a:lnTo>
                    <a:pt x="5110699" y="1431417"/>
                  </a:lnTo>
                  <a:lnTo>
                    <a:pt x="5111952" y="1431417"/>
                  </a:lnTo>
                  <a:lnTo>
                    <a:pt x="5113205" y="1431417"/>
                  </a:lnTo>
                  <a:lnTo>
                    <a:pt x="5114458" y="1431417"/>
                  </a:lnTo>
                  <a:lnTo>
                    <a:pt x="5115712" y="1431417"/>
                  </a:lnTo>
                  <a:lnTo>
                    <a:pt x="5116965" y="1431417"/>
                  </a:lnTo>
                  <a:lnTo>
                    <a:pt x="5118218" y="1431417"/>
                  </a:lnTo>
                  <a:lnTo>
                    <a:pt x="5119471" y="1431417"/>
                  </a:lnTo>
                  <a:lnTo>
                    <a:pt x="5120724" y="1431417"/>
                  </a:lnTo>
                  <a:lnTo>
                    <a:pt x="5121978" y="1431417"/>
                  </a:lnTo>
                  <a:lnTo>
                    <a:pt x="5123231" y="1431417"/>
                  </a:lnTo>
                  <a:lnTo>
                    <a:pt x="5124484" y="1431417"/>
                  </a:lnTo>
                  <a:lnTo>
                    <a:pt x="5125737" y="1431417"/>
                  </a:lnTo>
                  <a:lnTo>
                    <a:pt x="5126991" y="1431417"/>
                  </a:lnTo>
                  <a:lnTo>
                    <a:pt x="5128244" y="1431417"/>
                  </a:lnTo>
                  <a:lnTo>
                    <a:pt x="5129497" y="1431417"/>
                  </a:lnTo>
                  <a:lnTo>
                    <a:pt x="5130750" y="1431417"/>
                  </a:lnTo>
                  <a:lnTo>
                    <a:pt x="5132003" y="1431417"/>
                  </a:lnTo>
                  <a:lnTo>
                    <a:pt x="5133257" y="1431417"/>
                  </a:lnTo>
                  <a:lnTo>
                    <a:pt x="5134510" y="1431417"/>
                  </a:lnTo>
                  <a:lnTo>
                    <a:pt x="5135763" y="1431417"/>
                  </a:lnTo>
                  <a:lnTo>
                    <a:pt x="5137016" y="1431417"/>
                  </a:lnTo>
                  <a:lnTo>
                    <a:pt x="5138269" y="1431417"/>
                  </a:lnTo>
                  <a:lnTo>
                    <a:pt x="5139523" y="1431417"/>
                  </a:lnTo>
                  <a:lnTo>
                    <a:pt x="5140776" y="1431417"/>
                  </a:lnTo>
                  <a:lnTo>
                    <a:pt x="5142029" y="1431417"/>
                  </a:lnTo>
                  <a:lnTo>
                    <a:pt x="5143282" y="1431417"/>
                  </a:lnTo>
                  <a:lnTo>
                    <a:pt x="5144536" y="1431417"/>
                  </a:lnTo>
                  <a:lnTo>
                    <a:pt x="5145789" y="1431417"/>
                  </a:lnTo>
                  <a:lnTo>
                    <a:pt x="5147042" y="1431417"/>
                  </a:lnTo>
                  <a:lnTo>
                    <a:pt x="5148295" y="1431417"/>
                  </a:lnTo>
                  <a:lnTo>
                    <a:pt x="5149548" y="1431417"/>
                  </a:lnTo>
                  <a:lnTo>
                    <a:pt x="5150802" y="1431417"/>
                  </a:lnTo>
                  <a:lnTo>
                    <a:pt x="5152055" y="1431417"/>
                  </a:lnTo>
                  <a:lnTo>
                    <a:pt x="5153308" y="1431417"/>
                  </a:lnTo>
                  <a:lnTo>
                    <a:pt x="5154561" y="1431417"/>
                  </a:lnTo>
                  <a:lnTo>
                    <a:pt x="5155815" y="1431417"/>
                  </a:lnTo>
                  <a:lnTo>
                    <a:pt x="5157068" y="1431417"/>
                  </a:lnTo>
                  <a:lnTo>
                    <a:pt x="5158321" y="1431417"/>
                  </a:lnTo>
                  <a:lnTo>
                    <a:pt x="5159574" y="1431417"/>
                  </a:lnTo>
                  <a:lnTo>
                    <a:pt x="5160827" y="1431417"/>
                  </a:lnTo>
                  <a:lnTo>
                    <a:pt x="5162081" y="1431417"/>
                  </a:lnTo>
                  <a:lnTo>
                    <a:pt x="5163334" y="1431417"/>
                  </a:lnTo>
                  <a:lnTo>
                    <a:pt x="5164587" y="1431417"/>
                  </a:lnTo>
                  <a:lnTo>
                    <a:pt x="5165840" y="1431417"/>
                  </a:lnTo>
                  <a:lnTo>
                    <a:pt x="5167093" y="1431417"/>
                  </a:lnTo>
                  <a:lnTo>
                    <a:pt x="5168347" y="1431417"/>
                  </a:lnTo>
                  <a:lnTo>
                    <a:pt x="5169600" y="1431417"/>
                  </a:lnTo>
                  <a:lnTo>
                    <a:pt x="5170853" y="1431417"/>
                  </a:lnTo>
                  <a:lnTo>
                    <a:pt x="5172106" y="1431417"/>
                  </a:lnTo>
                  <a:lnTo>
                    <a:pt x="5173360" y="1431417"/>
                  </a:lnTo>
                  <a:lnTo>
                    <a:pt x="5174613" y="1431417"/>
                  </a:lnTo>
                  <a:lnTo>
                    <a:pt x="5175866" y="1431417"/>
                  </a:lnTo>
                  <a:lnTo>
                    <a:pt x="5177119" y="1431417"/>
                  </a:lnTo>
                  <a:lnTo>
                    <a:pt x="5178372" y="1431417"/>
                  </a:lnTo>
                  <a:lnTo>
                    <a:pt x="5179626" y="1431417"/>
                  </a:lnTo>
                  <a:lnTo>
                    <a:pt x="5180879" y="1431417"/>
                  </a:lnTo>
                  <a:lnTo>
                    <a:pt x="5182132" y="1431417"/>
                  </a:lnTo>
                  <a:lnTo>
                    <a:pt x="5183385" y="1431417"/>
                  </a:lnTo>
                  <a:lnTo>
                    <a:pt x="5184639" y="1431417"/>
                  </a:lnTo>
                  <a:lnTo>
                    <a:pt x="5185892" y="1431417"/>
                  </a:lnTo>
                  <a:lnTo>
                    <a:pt x="5187145" y="1431417"/>
                  </a:lnTo>
                  <a:lnTo>
                    <a:pt x="5188398" y="1431417"/>
                  </a:lnTo>
                  <a:lnTo>
                    <a:pt x="5189651" y="1431417"/>
                  </a:lnTo>
                  <a:lnTo>
                    <a:pt x="5190905" y="1431417"/>
                  </a:lnTo>
                  <a:lnTo>
                    <a:pt x="5192158" y="1431417"/>
                  </a:lnTo>
                  <a:lnTo>
                    <a:pt x="5193411" y="1431417"/>
                  </a:lnTo>
                  <a:lnTo>
                    <a:pt x="5194664" y="1431417"/>
                  </a:lnTo>
                  <a:lnTo>
                    <a:pt x="5195917" y="1431417"/>
                  </a:lnTo>
                  <a:lnTo>
                    <a:pt x="5197171" y="1431417"/>
                  </a:lnTo>
                  <a:lnTo>
                    <a:pt x="5198424" y="1431417"/>
                  </a:lnTo>
                  <a:lnTo>
                    <a:pt x="5199677" y="1431417"/>
                  </a:lnTo>
                  <a:lnTo>
                    <a:pt x="5200930" y="1431417"/>
                  </a:lnTo>
                  <a:lnTo>
                    <a:pt x="5202184" y="1431417"/>
                  </a:lnTo>
                  <a:lnTo>
                    <a:pt x="5203437" y="1431417"/>
                  </a:lnTo>
                  <a:lnTo>
                    <a:pt x="5204690" y="1431417"/>
                  </a:lnTo>
                  <a:lnTo>
                    <a:pt x="5205943" y="1431417"/>
                  </a:lnTo>
                  <a:lnTo>
                    <a:pt x="5207196" y="1431417"/>
                  </a:lnTo>
                  <a:lnTo>
                    <a:pt x="5208450" y="1431417"/>
                  </a:lnTo>
                  <a:lnTo>
                    <a:pt x="5209703" y="1431417"/>
                  </a:lnTo>
                  <a:lnTo>
                    <a:pt x="5210956" y="1431417"/>
                  </a:lnTo>
                  <a:lnTo>
                    <a:pt x="5212209" y="1431417"/>
                  </a:lnTo>
                  <a:lnTo>
                    <a:pt x="5213463" y="1431417"/>
                  </a:lnTo>
                  <a:lnTo>
                    <a:pt x="5214716" y="1431417"/>
                  </a:lnTo>
                  <a:lnTo>
                    <a:pt x="5215969" y="1431417"/>
                  </a:lnTo>
                  <a:lnTo>
                    <a:pt x="5217222" y="1431417"/>
                  </a:lnTo>
                  <a:lnTo>
                    <a:pt x="5218475" y="1431417"/>
                  </a:lnTo>
                  <a:lnTo>
                    <a:pt x="5219729" y="1431417"/>
                  </a:lnTo>
                  <a:lnTo>
                    <a:pt x="5220982" y="1431417"/>
                  </a:lnTo>
                  <a:lnTo>
                    <a:pt x="5222235" y="1431417"/>
                  </a:lnTo>
                  <a:lnTo>
                    <a:pt x="5223488" y="1431417"/>
                  </a:lnTo>
                  <a:lnTo>
                    <a:pt x="5224741" y="1431417"/>
                  </a:lnTo>
                  <a:lnTo>
                    <a:pt x="5225995" y="1431417"/>
                  </a:lnTo>
                  <a:lnTo>
                    <a:pt x="5227248" y="1431417"/>
                  </a:lnTo>
                  <a:lnTo>
                    <a:pt x="5228501" y="1431417"/>
                  </a:lnTo>
                  <a:lnTo>
                    <a:pt x="5229754" y="1431417"/>
                  </a:lnTo>
                  <a:lnTo>
                    <a:pt x="5231008" y="1431417"/>
                  </a:lnTo>
                  <a:lnTo>
                    <a:pt x="5232261" y="1431417"/>
                  </a:lnTo>
                  <a:lnTo>
                    <a:pt x="5233514" y="1431417"/>
                  </a:lnTo>
                  <a:lnTo>
                    <a:pt x="5234767" y="1431417"/>
                  </a:lnTo>
                  <a:lnTo>
                    <a:pt x="5236020" y="1431417"/>
                  </a:lnTo>
                  <a:lnTo>
                    <a:pt x="5237274" y="1431417"/>
                  </a:lnTo>
                  <a:lnTo>
                    <a:pt x="5238527" y="1431417"/>
                  </a:lnTo>
                  <a:lnTo>
                    <a:pt x="5239780" y="1431417"/>
                  </a:lnTo>
                  <a:lnTo>
                    <a:pt x="5241033" y="1431417"/>
                  </a:lnTo>
                  <a:lnTo>
                    <a:pt x="5242287" y="1431417"/>
                  </a:lnTo>
                  <a:lnTo>
                    <a:pt x="5243540" y="1431417"/>
                  </a:lnTo>
                  <a:lnTo>
                    <a:pt x="5244793" y="1431417"/>
                  </a:lnTo>
                  <a:lnTo>
                    <a:pt x="5246046" y="1431417"/>
                  </a:lnTo>
                  <a:lnTo>
                    <a:pt x="5247299" y="1431417"/>
                  </a:lnTo>
                  <a:lnTo>
                    <a:pt x="5248553" y="1431417"/>
                  </a:lnTo>
                  <a:lnTo>
                    <a:pt x="5249806" y="1431417"/>
                  </a:lnTo>
                  <a:lnTo>
                    <a:pt x="5251059" y="1431417"/>
                  </a:lnTo>
                  <a:lnTo>
                    <a:pt x="5252312" y="1431417"/>
                  </a:lnTo>
                  <a:lnTo>
                    <a:pt x="5253565" y="1431417"/>
                  </a:lnTo>
                  <a:lnTo>
                    <a:pt x="5254819" y="1431417"/>
                  </a:lnTo>
                  <a:lnTo>
                    <a:pt x="5256072" y="1431417"/>
                  </a:lnTo>
                  <a:lnTo>
                    <a:pt x="5257325" y="1431417"/>
                  </a:lnTo>
                  <a:lnTo>
                    <a:pt x="5258578" y="1431417"/>
                  </a:lnTo>
                  <a:lnTo>
                    <a:pt x="5259832" y="1431417"/>
                  </a:lnTo>
                  <a:lnTo>
                    <a:pt x="5261085" y="1431417"/>
                  </a:lnTo>
                  <a:lnTo>
                    <a:pt x="5262338" y="1431417"/>
                  </a:lnTo>
                  <a:lnTo>
                    <a:pt x="5263591" y="1431417"/>
                  </a:lnTo>
                  <a:lnTo>
                    <a:pt x="5264844" y="1431417"/>
                  </a:lnTo>
                  <a:lnTo>
                    <a:pt x="5266098" y="1431417"/>
                  </a:lnTo>
                  <a:lnTo>
                    <a:pt x="5267351" y="1431417"/>
                  </a:lnTo>
                  <a:lnTo>
                    <a:pt x="5268604" y="1431417"/>
                  </a:lnTo>
                  <a:lnTo>
                    <a:pt x="5269857" y="1431417"/>
                  </a:lnTo>
                  <a:lnTo>
                    <a:pt x="5271110" y="1431417"/>
                  </a:lnTo>
                  <a:lnTo>
                    <a:pt x="5272364" y="1431417"/>
                  </a:lnTo>
                  <a:lnTo>
                    <a:pt x="5273617" y="1431417"/>
                  </a:lnTo>
                  <a:lnTo>
                    <a:pt x="5274870" y="1431417"/>
                  </a:lnTo>
                  <a:lnTo>
                    <a:pt x="5276123" y="1431417"/>
                  </a:lnTo>
                  <a:lnTo>
                    <a:pt x="5277377" y="1431417"/>
                  </a:lnTo>
                  <a:lnTo>
                    <a:pt x="5278630" y="1431417"/>
                  </a:lnTo>
                  <a:lnTo>
                    <a:pt x="5279883" y="1431417"/>
                  </a:lnTo>
                  <a:lnTo>
                    <a:pt x="5281136" y="1431417"/>
                  </a:lnTo>
                  <a:lnTo>
                    <a:pt x="5282389" y="1431417"/>
                  </a:lnTo>
                  <a:lnTo>
                    <a:pt x="5283643" y="1431417"/>
                  </a:lnTo>
                  <a:lnTo>
                    <a:pt x="5284896" y="1431417"/>
                  </a:lnTo>
                  <a:lnTo>
                    <a:pt x="5286149" y="1431417"/>
                  </a:lnTo>
                  <a:lnTo>
                    <a:pt x="5287402" y="1431417"/>
                  </a:lnTo>
                  <a:lnTo>
                    <a:pt x="5288656" y="1431417"/>
                  </a:lnTo>
                  <a:lnTo>
                    <a:pt x="5289909" y="1431417"/>
                  </a:lnTo>
                  <a:lnTo>
                    <a:pt x="5291162" y="1431417"/>
                  </a:lnTo>
                  <a:lnTo>
                    <a:pt x="5292415" y="1431417"/>
                  </a:lnTo>
                  <a:lnTo>
                    <a:pt x="5293668" y="1431417"/>
                  </a:lnTo>
                  <a:lnTo>
                    <a:pt x="5294922" y="1431417"/>
                  </a:lnTo>
                  <a:lnTo>
                    <a:pt x="5296175" y="1431417"/>
                  </a:lnTo>
                  <a:lnTo>
                    <a:pt x="5297428" y="1431417"/>
                  </a:lnTo>
                  <a:lnTo>
                    <a:pt x="5298681" y="1431417"/>
                  </a:lnTo>
                  <a:lnTo>
                    <a:pt x="5299934" y="1431417"/>
                  </a:lnTo>
                  <a:lnTo>
                    <a:pt x="5301188" y="1431417"/>
                  </a:lnTo>
                  <a:lnTo>
                    <a:pt x="5302441" y="1431417"/>
                  </a:lnTo>
                  <a:lnTo>
                    <a:pt x="5303694" y="1431417"/>
                  </a:lnTo>
                  <a:lnTo>
                    <a:pt x="5304947" y="1431417"/>
                  </a:lnTo>
                  <a:lnTo>
                    <a:pt x="5306201" y="1431417"/>
                  </a:lnTo>
                  <a:lnTo>
                    <a:pt x="5307454" y="1431417"/>
                  </a:lnTo>
                  <a:lnTo>
                    <a:pt x="5308707" y="1431417"/>
                  </a:lnTo>
                  <a:lnTo>
                    <a:pt x="5309960" y="1431417"/>
                  </a:lnTo>
                  <a:lnTo>
                    <a:pt x="5311213" y="1431417"/>
                  </a:lnTo>
                  <a:lnTo>
                    <a:pt x="5312467" y="1431417"/>
                  </a:lnTo>
                  <a:lnTo>
                    <a:pt x="5313720" y="1431417"/>
                  </a:lnTo>
                  <a:lnTo>
                    <a:pt x="5314973" y="1431417"/>
                  </a:lnTo>
                  <a:lnTo>
                    <a:pt x="5316226" y="1431417"/>
                  </a:lnTo>
                  <a:lnTo>
                    <a:pt x="5317480" y="1431417"/>
                  </a:lnTo>
                  <a:lnTo>
                    <a:pt x="5318733" y="1431417"/>
                  </a:lnTo>
                  <a:lnTo>
                    <a:pt x="5319986" y="1431417"/>
                  </a:lnTo>
                  <a:lnTo>
                    <a:pt x="5321239" y="1431417"/>
                  </a:lnTo>
                  <a:lnTo>
                    <a:pt x="5322492" y="1431417"/>
                  </a:lnTo>
                  <a:lnTo>
                    <a:pt x="5323746" y="1431417"/>
                  </a:lnTo>
                  <a:lnTo>
                    <a:pt x="5324999" y="1431417"/>
                  </a:lnTo>
                  <a:lnTo>
                    <a:pt x="5326252" y="1431417"/>
                  </a:lnTo>
                  <a:lnTo>
                    <a:pt x="5327505" y="1431417"/>
                  </a:lnTo>
                  <a:lnTo>
                    <a:pt x="5328758" y="1431417"/>
                  </a:lnTo>
                  <a:lnTo>
                    <a:pt x="5330012" y="1431417"/>
                  </a:lnTo>
                  <a:lnTo>
                    <a:pt x="5331265" y="1431417"/>
                  </a:lnTo>
                  <a:lnTo>
                    <a:pt x="5332518" y="1431417"/>
                  </a:lnTo>
                  <a:lnTo>
                    <a:pt x="5333771" y="1431417"/>
                  </a:lnTo>
                  <a:lnTo>
                    <a:pt x="5335025" y="1431417"/>
                  </a:lnTo>
                  <a:lnTo>
                    <a:pt x="5336278" y="1431417"/>
                  </a:lnTo>
                  <a:lnTo>
                    <a:pt x="5337531" y="1431417"/>
                  </a:lnTo>
                  <a:lnTo>
                    <a:pt x="5338784" y="1431417"/>
                  </a:lnTo>
                  <a:lnTo>
                    <a:pt x="5340037" y="1431417"/>
                  </a:lnTo>
                  <a:lnTo>
                    <a:pt x="5341291" y="1431417"/>
                  </a:lnTo>
                  <a:lnTo>
                    <a:pt x="5342544" y="1431417"/>
                  </a:lnTo>
                  <a:lnTo>
                    <a:pt x="5343797" y="1431417"/>
                  </a:lnTo>
                  <a:lnTo>
                    <a:pt x="5345050" y="1431417"/>
                  </a:lnTo>
                  <a:lnTo>
                    <a:pt x="5346304" y="1431417"/>
                  </a:lnTo>
                  <a:lnTo>
                    <a:pt x="5347557" y="1431417"/>
                  </a:lnTo>
                  <a:lnTo>
                    <a:pt x="5348810" y="1431417"/>
                  </a:lnTo>
                  <a:lnTo>
                    <a:pt x="5350063" y="1431417"/>
                  </a:lnTo>
                  <a:lnTo>
                    <a:pt x="5351316" y="1431417"/>
                  </a:lnTo>
                  <a:lnTo>
                    <a:pt x="5352570" y="1431417"/>
                  </a:lnTo>
                  <a:lnTo>
                    <a:pt x="5353823" y="1431417"/>
                  </a:lnTo>
                  <a:lnTo>
                    <a:pt x="5355076" y="1431417"/>
                  </a:lnTo>
                  <a:lnTo>
                    <a:pt x="5356329" y="1431417"/>
                  </a:lnTo>
                  <a:lnTo>
                    <a:pt x="5357582" y="1431417"/>
                  </a:lnTo>
                  <a:lnTo>
                    <a:pt x="5358836" y="1431417"/>
                  </a:lnTo>
                  <a:lnTo>
                    <a:pt x="5360089" y="1431417"/>
                  </a:lnTo>
                  <a:lnTo>
                    <a:pt x="5361342" y="1431417"/>
                  </a:lnTo>
                  <a:lnTo>
                    <a:pt x="5362595" y="1431417"/>
                  </a:lnTo>
                  <a:lnTo>
                    <a:pt x="5363849" y="1431417"/>
                  </a:lnTo>
                  <a:lnTo>
                    <a:pt x="5365102" y="1431417"/>
                  </a:lnTo>
                  <a:lnTo>
                    <a:pt x="5366355" y="1431417"/>
                  </a:lnTo>
                  <a:lnTo>
                    <a:pt x="5367608" y="1431417"/>
                  </a:lnTo>
                  <a:lnTo>
                    <a:pt x="5368861" y="1431417"/>
                  </a:lnTo>
                  <a:lnTo>
                    <a:pt x="5370115" y="1431417"/>
                  </a:lnTo>
                  <a:lnTo>
                    <a:pt x="5371368" y="1431417"/>
                  </a:lnTo>
                  <a:lnTo>
                    <a:pt x="5372621" y="1431417"/>
                  </a:lnTo>
                  <a:lnTo>
                    <a:pt x="5373874" y="1431417"/>
                  </a:lnTo>
                  <a:lnTo>
                    <a:pt x="5375128" y="1431417"/>
                  </a:lnTo>
                  <a:lnTo>
                    <a:pt x="5376381" y="1431417"/>
                  </a:lnTo>
                  <a:lnTo>
                    <a:pt x="5377634" y="1431417"/>
                  </a:lnTo>
                  <a:lnTo>
                    <a:pt x="5378887" y="1431417"/>
                  </a:lnTo>
                  <a:lnTo>
                    <a:pt x="5380140" y="1431417"/>
                  </a:lnTo>
                  <a:lnTo>
                    <a:pt x="5381394" y="1431417"/>
                  </a:lnTo>
                  <a:lnTo>
                    <a:pt x="5382647" y="1431417"/>
                  </a:lnTo>
                  <a:lnTo>
                    <a:pt x="5383900" y="1431417"/>
                  </a:lnTo>
                  <a:lnTo>
                    <a:pt x="5385153" y="1431417"/>
                  </a:lnTo>
                  <a:lnTo>
                    <a:pt x="5386406" y="1431417"/>
                  </a:lnTo>
                  <a:lnTo>
                    <a:pt x="5387660" y="1431417"/>
                  </a:lnTo>
                  <a:lnTo>
                    <a:pt x="5388913" y="1431417"/>
                  </a:lnTo>
                  <a:lnTo>
                    <a:pt x="5390166" y="1431417"/>
                  </a:lnTo>
                  <a:lnTo>
                    <a:pt x="5391419" y="1431417"/>
                  </a:lnTo>
                  <a:lnTo>
                    <a:pt x="5392673" y="1431417"/>
                  </a:lnTo>
                  <a:lnTo>
                    <a:pt x="5393926" y="1431417"/>
                  </a:lnTo>
                  <a:lnTo>
                    <a:pt x="5395179" y="1431417"/>
                  </a:lnTo>
                  <a:lnTo>
                    <a:pt x="5396432" y="1431417"/>
                  </a:lnTo>
                  <a:lnTo>
                    <a:pt x="5397685" y="1431417"/>
                  </a:lnTo>
                  <a:lnTo>
                    <a:pt x="5398939" y="1431417"/>
                  </a:lnTo>
                  <a:lnTo>
                    <a:pt x="5400192" y="1431417"/>
                  </a:lnTo>
                  <a:lnTo>
                    <a:pt x="5401445" y="1431417"/>
                  </a:lnTo>
                  <a:lnTo>
                    <a:pt x="5402698" y="1431417"/>
                  </a:lnTo>
                  <a:lnTo>
                    <a:pt x="5403952" y="1431417"/>
                  </a:lnTo>
                  <a:lnTo>
                    <a:pt x="5405205" y="1431417"/>
                  </a:lnTo>
                  <a:lnTo>
                    <a:pt x="5406458" y="1431417"/>
                  </a:lnTo>
                  <a:lnTo>
                    <a:pt x="5407711" y="1431417"/>
                  </a:lnTo>
                  <a:lnTo>
                    <a:pt x="5408964" y="1431417"/>
                  </a:lnTo>
                  <a:lnTo>
                    <a:pt x="5410218" y="1431417"/>
                  </a:lnTo>
                  <a:lnTo>
                    <a:pt x="5411471" y="1431417"/>
                  </a:lnTo>
                  <a:lnTo>
                    <a:pt x="5412724" y="1431417"/>
                  </a:lnTo>
                  <a:lnTo>
                    <a:pt x="5413977" y="1431417"/>
                  </a:lnTo>
                  <a:lnTo>
                    <a:pt x="5415230" y="1431417"/>
                  </a:lnTo>
                  <a:lnTo>
                    <a:pt x="5416484" y="1431417"/>
                  </a:lnTo>
                  <a:lnTo>
                    <a:pt x="5417737" y="1431417"/>
                  </a:lnTo>
                  <a:lnTo>
                    <a:pt x="5418990" y="1431417"/>
                  </a:lnTo>
                  <a:lnTo>
                    <a:pt x="5420243" y="1431417"/>
                  </a:lnTo>
                  <a:lnTo>
                    <a:pt x="5421497" y="1431417"/>
                  </a:lnTo>
                  <a:lnTo>
                    <a:pt x="5422750" y="1431417"/>
                  </a:lnTo>
                  <a:lnTo>
                    <a:pt x="5424003" y="1431417"/>
                  </a:lnTo>
                  <a:lnTo>
                    <a:pt x="5425256" y="1431417"/>
                  </a:lnTo>
                  <a:lnTo>
                    <a:pt x="5426509" y="1431417"/>
                  </a:lnTo>
                  <a:lnTo>
                    <a:pt x="5427763" y="1431417"/>
                  </a:lnTo>
                  <a:lnTo>
                    <a:pt x="5429016" y="1431417"/>
                  </a:lnTo>
                  <a:lnTo>
                    <a:pt x="5430269" y="1431417"/>
                  </a:lnTo>
                  <a:lnTo>
                    <a:pt x="5431522" y="1431417"/>
                  </a:lnTo>
                  <a:lnTo>
                    <a:pt x="5432775" y="1431417"/>
                  </a:lnTo>
                  <a:lnTo>
                    <a:pt x="5434029" y="1431417"/>
                  </a:lnTo>
                  <a:lnTo>
                    <a:pt x="5435282" y="1431417"/>
                  </a:lnTo>
                  <a:lnTo>
                    <a:pt x="5436535" y="1431417"/>
                  </a:lnTo>
                  <a:lnTo>
                    <a:pt x="5437788" y="1431417"/>
                  </a:lnTo>
                  <a:lnTo>
                    <a:pt x="5439042" y="1431417"/>
                  </a:lnTo>
                  <a:lnTo>
                    <a:pt x="5440295" y="1431417"/>
                  </a:lnTo>
                  <a:lnTo>
                    <a:pt x="5441548" y="1431417"/>
                  </a:lnTo>
                  <a:lnTo>
                    <a:pt x="5442801" y="1431417"/>
                  </a:lnTo>
                  <a:lnTo>
                    <a:pt x="5444054" y="1431417"/>
                  </a:lnTo>
                  <a:lnTo>
                    <a:pt x="5445308" y="1431417"/>
                  </a:lnTo>
                  <a:lnTo>
                    <a:pt x="5446561" y="1431417"/>
                  </a:lnTo>
                  <a:lnTo>
                    <a:pt x="5447814" y="1431417"/>
                  </a:lnTo>
                  <a:lnTo>
                    <a:pt x="5449067" y="1431417"/>
                  </a:lnTo>
                  <a:lnTo>
                    <a:pt x="5450321" y="1431417"/>
                  </a:lnTo>
                  <a:lnTo>
                    <a:pt x="5451574" y="1431417"/>
                  </a:lnTo>
                  <a:lnTo>
                    <a:pt x="5452827" y="1431417"/>
                  </a:lnTo>
                  <a:lnTo>
                    <a:pt x="5454080" y="1431417"/>
                  </a:lnTo>
                  <a:lnTo>
                    <a:pt x="5455333" y="1431417"/>
                  </a:lnTo>
                  <a:lnTo>
                    <a:pt x="5456587" y="1431417"/>
                  </a:lnTo>
                  <a:lnTo>
                    <a:pt x="5457840" y="1431417"/>
                  </a:lnTo>
                  <a:lnTo>
                    <a:pt x="5459093" y="1431417"/>
                  </a:lnTo>
                  <a:lnTo>
                    <a:pt x="5460346" y="1431417"/>
                  </a:lnTo>
                  <a:lnTo>
                    <a:pt x="5461599" y="1431417"/>
                  </a:lnTo>
                  <a:lnTo>
                    <a:pt x="5462853" y="1431417"/>
                  </a:lnTo>
                  <a:lnTo>
                    <a:pt x="5464106" y="1431417"/>
                  </a:lnTo>
                  <a:lnTo>
                    <a:pt x="5465359" y="1431417"/>
                  </a:lnTo>
                  <a:lnTo>
                    <a:pt x="5466612" y="1431417"/>
                  </a:lnTo>
                  <a:lnTo>
                    <a:pt x="5467866" y="1431417"/>
                  </a:lnTo>
                  <a:lnTo>
                    <a:pt x="5469119" y="1431417"/>
                  </a:lnTo>
                  <a:lnTo>
                    <a:pt x="5470372" y="1431417"/>
                  </a:lnTo>
                  <a:lnTo>
                    <a:pt x="5471625" y="1431417"/>
                  </a:lnTo>
                  <a:lnTo>
                    <a:pt x="5472878" y="1431417"/>
                  </a:lnTo>
                  <a:lnTo>
                    <a:pt x="5474132" y="1431417"/>
                  </a:lnTo>
                  <a:lnTo>
                    <a:pt x="5475385" y="1431417"/>
                  </a:lnTo>
                  <a:lnTo>
                    <a:pt x="5476638" y="1431417"/>
                  </a:lnTo>
                  <a:lnTo>
                    <a:pt x="5477891" y="1431417"/>
                  </a:lnTo>
                  <a:lnTo>
                    <a:pt x="5479145" y="1431417"/>
                  </a:lnTo>
                  <a:lnTo>
                    <a:pt x="5480398" y="1431417"/>
                  </a:lnTo>
                  <a:lnTo>
                    <a:pt x="5481651" y="1431417"/>
                  </a:lnTo>
                  <a:lnTo>
                    <a:pt x="5482904" y="1431417"/>
                  </a:lnTo>
                  <a:lnTo>
                    <a:pt x="5484157" y="1431417"/>
                  </a:lnTo>
                  <a:lnTo>
                    <a:pt x="5485411" y="1431417"/>
                  </a:lnTo>
                  <a:lnTo>
                    <a:pt x="5486664" y="1431417"/>
                  </a:lnTo>
                  <a:lnTo>
                    <a:pt x="5487917" y="1431417"/>
                  </a:lnTo>
                  <a:lnTo>
                    <a:pt x="5489170" y="1431417"/>
                  </a:lnTo>
                  <a:lnTo>
                    <a:pt x="5490423" y="1431417"/>
                  </a:lnTo>
                  <a:lnTo>
                    <a:pt x="5491677" y="1431417"/>
                  </a:lnTo>
                  <a:lnTo>
                    <a:pt x="5492930" y="1431417"/>
                  </a:lnTo>
                  <a:lnTo>
                    <a:pt x="5494183" y="1431417"/>
                  </a:lnTo>
                  <a:lnTo>
                    <a:pt x="5495436" y="1431417"/>
                  </a:lnTo>
                  <a:lnTo>
                    <a:pt x="5496690" y="1431417"/>
                  </a:lnTo>
                  <a:lnTo>
                    <a:pt x="5497943" y="1431417"/>
                  </a:lnTo>
                  <a:lnTo>
                    <a:pt x="5499196" y="1431417"/>
                  </a:lnTo>
                  <a:lnTo>
                    <a:pt x="5500449" y="1431417"/>
                  </a:lnTo>
                  <a:lnTo>
                    <a:pt x="5501702" y="1431417"/>
                  </a:lnTo>
                  <a:lnTo>
                    <a:pt x="5502956" y="1431417"/>
                  </a:lnTo>
                  <a:lnTo>
                    <a:pt x="5504209" y="1431417"/>
                  </a:lnTo>
                  <a:lnTo>
                    <a:pt x="5505462" y="1431417"/>
                  </a:lnTo>
                  <a:lnTo>
                    <a:pt x="5506715" y="1431417"/>
                  </a:lnTo>
                  <a:lnTo>
                    <a:pt x="5507969" y="1431417"/>
                  </a:lnTo>
                  <a:lnTo>
                    <a:pt x="5509222" y="1431417"/>
                  </a:lnTo>
                  <a:lnTo>
                    <a:pt x="5510475" y="1431417"/>
                  </a:lnTo>
                  <a:lnTo>
                    <a:pt x="5511728" y="1431417"/>
                  </a:lnTo>
                  <a:lnTo>
                    <a:pt x="5512981" y="1431417"/>
                  </a:lnTo>
                  <a:lnTo>
                    <a:pt x="5514235" y="1431417"/>
                  </a:lnTo>
                  <a:lnTo>
                    <a:pt x="5515488" y="1431417"/>
                  </a:lnTo>
                  <a:lnTo>
                    <a:pt x="5516741" y="1431417"/>
                  </a:lnTo>
                  <a:lnTo>
                    <a:pt x="5517994" y="1431417"/>
                  </a:lnTo>
                  <a:lnTo>
                    <a:pt x="5519247" y="1431417"/>
                  </a:lnTo>
                  <a:lnTo>
                    <a:pt x="5520501" y="1431417"/>
                  </a:lnTo>
                  <a:lnTo>
                    <a:pt x="5521754" y="1431417"/>
                  </a:lnTo>
                  <a:lnTo>
                    <a:pt x="5523007" y="1431417"/>
                  </a:lnTo>
                  <a:lnTo>
                    <a:pt x="5524260" y="1431417"/>
                  </a:lnTo>
                  <a:lnTo>
                    <a:pt x="5525514" y="1431417"/>
                  </a:lnTo>
                  <a:lnTo>
                    <a:pt x="5526767" y="1431417"/>
                  </a:lnTo>
                  <a:lnTo>
                    <a:pt x="5528020" y="1431417"/>
                  </a:lnTo>
                  <a:lnTo>
                    <a:pt x="5529273" y="1431417"/>
                  </a:lnTo>
                  <a:lnTo>
                    <a:pt x="5530526" y="1431417"/>
                  </a:lnTo>
                  <a:lnTo>
                    <a:pt x="5531780" y="1431417"/>
                  </a:lnTo>
                  <a:lnTo>
                    <a:pt x="5533033" y="1431417"/>
                  </a:lnTo>
                  <a:lnTo>
                    <a:pt x="5534286" y="1431417"/>
                  </a:lnTo>
                  <a:lnTo>
                    <a:pt x="5535539" y="1431417"/>
                  </a:lnTo>
                  <a:lnTo>
                    <a:pt x="5536793" y="1431417"/>
                  </a:lnTo>
                  <a:lnTo>
                    <a:pt x="5538046" y="1431417"/>
                  </a:lnTo>
                  <a:lnTo>
                    <a:pt x="5539299" y="1431417"/>
                  </a:lnTo>
                  <a:lnTo>
                    <a:pt x="5540552" y="1431417"/>
                  </a:lnTo>
                  <a:lnTo>
                    <a:pt x="5541805" y="1431417"/>
                  </a:lnTo>
                  <a:lnTo>
                    <a:pt x="5543059" y="1431417"/>
                  </a:lnTo>
                  <a:lnTo>
                    <a:pt x="5544312" y="1431417"/>
                  </a:lnTo>
                  <a:lnTo>
                    <a:pt x="5545565" y="1431417"/>
                  </a:lnTo>
                  <a:lnTo>
                    <a:pt x="5546818" y="1431417"/>
                  </a:lnTo>
                  <a:lnTo>
                    <a:pt x="5548071" y="1431417"/>
                  </a:lnTo>
                  <a:lnTo>
                    <a:pt x="5549325" y="1431417"/>
                  </a:lnTo>
                  <a:lnTo>
                    <a:pt x="5550578" y="1431417"/>
                  </a:lnTo>
                  <a:lnTo>
                    <a:pt x="5551831" y="1431417"/>
                  </a:lnTo>
                  <a:lnTo>
                    <a:pt x="5553084" y="1431417"/>
                  </a:lnTo>
                  <a:lnTo>
                    <a:pt x="5554338" y="1431417"/>
                  </a:lnTo>
                  <a:lnTo>
                    <a:pt x="5555591" y="1431417"/>
                  </a:lnTo>
                  <a:lnTo>
                    <a:pt x="5556844" y="1431417"/>
                  </a:lnTo>
                  <a:lnTo>
                    <a:pt x="5558097" y="1431417"/>
                  </a:lnTo>
                  <a:lnTo>
                    <a:pt x="5559350" y="1431417"/>
                  </a:lnTo>
                  <a:lnTo>
                    <a:pt x="5560604" y="1431417"/>
                  </a:lnTo>
                  <a:lnTo>
                    <a:pt x="5561857" y="1431417"/>
                  </a:lnTo>
                  <a:lnTo>
                    <a:pt x="5563110" y="1431417"/>
                  </a:lnTo>
                  <a:lnTo>
                    <a:pt x="5564363" y="1431417"/>
                  </a:lnTo>
                  <a:lnTo>
                    <a:pt x="5565617" y="1431417"/>
                  </a:lnTo>
                  <a:lnTo>
                    <a:pt x="5566870" y="1431417"/>
                  </a:lnTo>
                  <a:lnTo>
                    <a:pt x="5568123" y="1431417"/>
                  </a:lnTo>
                  <a:lnTo>
                    <a:pt x="5569376" y="1431417"/>
                  </a:lnTo>
                  <a:lnTo>
                    <a:pt x="5570629" y="1431417"/>
                  </a:lnTo>
                  <a:lnTo>
                    <a:pt x="5571883" y="1431417"/>
                  </a:lnTo>
                  <a:lnTo>
                    <a:pt x="5573136" y="1431417"/>
                  </a:lnTo>
                  <a:lnTo>
                    <a:pt x="5574389" y="1431417"/>
                  </a:lnTo>
                  <a:lnTo>
                    <a:pt x="5575642" y="1431417"/>
                  </a:lnTo>
                  <a:lnTo>
                    <a:pt x="5576895" y="1431417"/>
                  </a:lnTo>
                  <a:lnTo>
                    <a:pt x="5578149" y="1431417"/>
                  </a:lnTo>
                  <a:lnTo>
                    <a:pt x="5579402" y="1431417"/>
                  </a:lnTo>
                  <a:lnTo>
                    <a:pt x="5580655" y="1431417"/>
                  </a:lnTo>
                  <a:lnTo>
                    <a:pt x="5581908" y="1431417"/>
                  </a:lnTo>
                  <a:lnTo>
                    <a:pt x="5583162" y="1431417"/>
                  </a:lnTo>
                  <a:lnTo>
                    <a:pt x="5584415" y="1431417"/>
                  </a:lnTo>
                  <a:lnTo>
                    <a:pt x="5585668" y="1431417"/>
                  </a:lnTo>
                  <a:lnTo>
                    <a:pt x="5586921" y="1431417"/>
                  </a:lnTo>
                  <a:lnTo>
                    <a:pt x="5588174" y="1431417"/>
                  </a:lnTo>
                  <a:lnTo>
                    <a:pt x="5589428" y="1431417"/>
                  </a:lnTo>
                  <a:lnTo>
                    <a:pt x="5590681" y="1431417"/>
                  </a:lnTo>
                  <a:lnTo>
                    <a:pt x="5591934" y="1431417"/>
                  </a:lnTo>
                  <a:lnTo>
                    <a:pt x="5593187" y="1431417"/>
                  </a:lnTo>
                  <a:lnTo>
                    <a:pt x="5594440" y="1431417"/>
                  </a:lnTo>
                  <a:lnTo>
                    <a:pt x="5595694" y="1431417"/>
                  </a:lnTo>
                  <a:lnTo>
                    <a:pt x="5596947" y="1431417"/>
                  </a:lnTo>
                  <a:lnTo>
                    <a:pt x="5598200" y="1431417"/>
                  </a:lnTo>
                  <a:lnTo>
                    <a:pt x="5599453" y="1431417"/>
                  </a:lnTo>
                  <a:lnTo>
                    <a:pt x="5600707" y="1431417"/>
                  </a:lnTo>
                  <a:lnTo>
                    <a:pt x="5601960" y="1431417"/>
                  </a:lnTo>
                  <a:lnTo>
                    <a:pt x="5603213" y="1431417"/>
                  </a:lnTo>
                  <a:lnTo>
                    <a:pt x="5604466" y="1431417"/>
                  </a:lnTo>
                  <a:lnTo>
                    <a:pt x="5605719" y="1431417"/>
                  </a:lnTo>
                  <a:lnTo>
                    <a:pt x="5606973" y="1431417"/>
                  </a:lnTo>
                  <a:lnTo>
                    <a:pt x="5608226" y="1431417"/>
                  </a:lnTo>
                  <a:lnTo>
                    <a:pt x="5609479" y="1431417"/>
                  </a:lnTo>
                  <a:lnTo>
                    <a:pt x="5610732" y="1431417"/>
                  </a:lnTo>
                  <a:lnTo>
                    <a:pt x="5611986" y="1431417"/>
                  </a:lnTo>
                  <a:lnTo>
                    <a:pt x="5613239" y="1431417"/>
                  </a:lnTo>
                  <a:lnTo>
                    <a:pt x="5614492" y="1431417"/>
                  </a:lnTo>
                  <a:lnTo>
                    <a:pt x="5615745" y="1431417"/>
                  </a:lnTo>
                  <a:lnTo>
                    <a:pt x="5616998" y="1431417"/>
                  </a:lnTo>
                  <a:lnTo>
                    <a:pt x="5618252" y="1431417"/>
                  </a:lnTo>
                  <a:lnTo>
                    <a:pt x="5619505" y="1431417"/>
                  </a:lnTo>
                  <a:lnTo>
                    <a:pt x="5620758" y="1431417"/>
                  </a:lnTo>
                  <a:lnTo>
                    <a:pt x="5622011" y="1431417"/>
                  </a:lnTo>
                  <a:lnTo>
                    <a:pt x="5623264" y="1431417"/>
                  </a:lnTo>
                  <a:lnTo>
                    <a:pt x="5624518" y="1431417"/>
                  </a:lnTo>
                  <a:lnTo>
                    <a:pt x="5625771" y="1431417"/>
                  </a:lnTo>
                  <a:lnTo>
                    <a:pt x="5627024" y="1431417"/>
                  </a:lnTo>
                  <a:lnTo>
                    <a:pt x="5628277" y="1431417"/>
                  </a:lnTo>
                  <a:lnTo>
                    <a:pt x="5629531" y="1431417"/>
                  </a:lnTo>
                  <a:lnTo>
                    <a:pt x="5630784" y="1431417"/>
                  </a:lnTo>
                  <a:lnTo>
                    <a:pt x="5632037" y="1431417"/>
                  </a:lnTo>
                  <a:lnTo>
                    <a:pt x="5633290" y="1431417"/>
                  </a:lnTo>
                  <a:lnTo>
                    <a:pt x="5634543" y="1431417"/>
                  </a:lnTo>
                  <a:lnTo>
                    <a:pt x="5635797" y="1431417"/>
                  </a:lnTo>
                  <a:lnTo>
                    <a:pt x="5637050" y="1431417"/>
                  </a:lnTo>
                  <a:lnTo>
                    <a:pt x="5638303" y="1431417"/>
                  </a:lnTo>
                  <a:lnTo>
                    <a:pt x="5639556" y="1431417"/>
                  </a:lnTo>
                  <a:lnTo>
                    <a:pt x="5640810" y="1431417"/>
                  </a:lnTo>
                  <a:lnTo>
                    <a:pt x="5642063" y="1431417"/>
                  </a:lnTo>
                  <a:lnTo>
                    <a:pt x="5643316" y="1431417"/>
                  </a:lnTo>
                  <a:lnTo>
                    <a:pt x="5644569" y="1431417"/>
                  </a:lnTo>
                  <a:lnTo>
                    <a:pt x="5645822" y="1431417"/>
                  </a:lnTo>
                  <a:lnTo>
                    <a:pt x="5647076" y="1431417"/>
                  </a:lnTo>
                  <a:lnTo>
                    <a:pt x="5648329" y="1431417"/>
                  </a:lnTo>
                  <a:lnTo>
                    <a:pt x="5649582" y="1431417"/>
                  </a:lnTo>
                  <a:lnTo>
                    <a:pt x="5650835" y="1431417"/>
                  </a:lnTo>
                  <a:lnTo>
                    <a:pt x="5652088" y="1431417"/>
                  </a:lnTo>
                  <a:lnTo>
                    <a:pt x="5653342" y="1431417"/>
                  </a:lnTo>
                  <a:lnTo>
                    <a:pt x="5654595" y="1431417"/>
                  </a:lnTo>
                  <a:lnTo>
                    <a:pt x="5655848" y="1431417"/>
                  </a:lnTo>
                  <a:lnTo>
                    <a:pt x="5657101" y="1431417"/>
                  </a:lnTo>
                  <a:lnTo>
                    <a:pt x="5658355" y="1431417"/>
                  </a:lnTo>
                  <a:lnTo>
                    <a:pt x="5659608" y="1431417"/>
                  </a:lnTo>
                  <a:lnTo>
                    <a:pt x="5660861" y="1431417"/>
                  </a:lnTo>
                  <a:lnTo>
                    <a:pt x="5662114" y="1431417"/>
                  </a:lnTo>
                  <a:lnTo>
                    <a:pt x="5663367" y="1431417"/>
                  </a:lnTo>
                  <a:lnTo>
                    <a:pt x="5664621" y="1431417"/>
                  </a:lnTo>
                  <a:lnTo>
                    <a:pt x="5665874" y="1431417"/>
                  </a:lnTo>
                  <a:lnTo>
                    <a:pt x="5667127" y="1431417"/>
                  </a:lnTo>
                  <a:lnTo>
                    <a:pt x="5668380" y="1431417"/>
                  </a:lnTo>
                  <a:lnTo>
                    <a:pt x="5669634" y="1431417"/>
                  </a:lnTo>
                  <a:lnTo>
                    <a:pt x="5670887" y="1431417"/>
                  </a:lnTo>
                  <a:lnTo>
                    <a:pt x="5672140" y="1431417"/>
                  </a:lnTo>
                  <a:lnTo>
                    <a:pt x="5673393" y="1431417"/>
                  </a:lnTo>
                  <a:lnTo>
                    <a:pt x="5674646" y="1431417"/>
                  </a:lnTo>
                  <a:lnTo>
                    <a:pt x="5675900" y="1431417"/>
                  </a:lnTo>
                  <a:lnTo>
                    <a:pt x="5677153" y="1431417"/>
                  </a:lnTo>
                  <a:lnTo>
                    <a:pt x="5678406" y="1431417"/>
                  </a:lnTo>
                  <a:lnTo>
                    <a:pt x="5679659" y="1431417"/>
                  </a:lnTo>
                  <a:lnTo>
                    <a:pt x="5680912" y="1431417"/>
                  </a:lnTo>
                  <a:lnTo>
                    <a:pt x="5682166" y="1431417"/>
                  </a:lnTo>
                  <a:lnTo>
                    <a:pt x="5683419" y="1431417"/>
                  </a:lnTo>
                  <a:lnTo>
                    <a:pt x="5684672" y="1431417"/>
                  </a:lnTo>
                  <a:lnTo>
                    <a:pt x="5685925" y="1431417"/>
                  </a:lnTo>
                  <a:lnTo>
                    <a:pt x="5687179" y="1431417"/>
                  </a:lnTo>
                  <a:lnTo>
                    <a:pt x="5688432" y="1431417"/>
                  </a:lnTo>
                  <a:lnTo>
                    <a:pt x="5689685" y="1431417"/>
                  </a:lnTo>
                  <a:lnTo>
                    <a:pt x="5690938" y="1431417"/>
                  </a:lnTo>
                  <a:lnTo>
                    <a:pt x="5692191" y="1431417"/>
                  </a:lnTo>
                  <a:lnTo>
                    <a:pt x="5693445" y="1431417"/>
                  </a:lnTo>
                  <a:lnTo>
                    <a:pt x="5694698" y="1431417"/>
                  </a:lnTo>
                  <a:lnTo>
                    <a:pt x="5695951" y="1431417"/>
                  </a:lnTo>
                  <a:lnTo>
                    <a:pt x="5697204" y="1431417"/>
                  </a:lnTo>
                  <a:lnTo>
                    <a:pt x="5698458" y="1431417"/>
                  </a:lnTo>
                  <a:lnTo>
                    <a:pt x="5699711" y="1431417"/>
                  </a:lnTo>
                  <a:lnTo>
                    <a:pt x="5700964" y="1431417"/>
                  </a:lnTo>
                  <a:lnTo>
                    <a:pt x="5702217" y="1431417"/>
                  </a:lnTo>
                  <a:lnTo>
                    <a:pt x="5703470" y="1431417"/>
                  </a:lnTo>
                  <a:lnTo>
                    <a:pt x="5704724" y="1431417"/>
                  </a:lnTo>
                  <a:lnTo>
                    <a:pt x="5705977" y="1431417"/>
                  </a:lnTo>
                  <a:lnTo>
                    <a:pt x="5707230" y="1431417"/>
                  </a:lnTo>
                  <a:lnTo>
                    <a:pt x="5708483" y="1431417"/>
                  </a:lnTo>
                  <a:lnTo>
                    <a:pt x="5709736" y="1431417"/>
                  </a:lnTo>
                  <a:lnTo>
                    <a:pt x="5710990" y="1431417"/>
                  </a:lnTo>
                  <a:lnTo>
                    <a:pt x="5712243" y="1431417"/>
                  </a:lnTo>
                  <a:lnTo>
                    <a:pt x="5713496" y="1431417"/>
                  </a:lnTo>
                  <a:lnTo>
                    <a:pt x="5714749" y="1431417"/>
                  </a:lnTo>
                  <a:lnTo>
                    <a:pt x="5716003" y="1431417"/>
                  </a:lnTo>
                  <a:lnTo>
                    <a:pt x="5717256" y="1431417"/>
                  </a:lnTo>
                  <a:lnTo>
                    <a:pt x="5718509" y="1431417"/>
                  </a:lnTo>
                  <a:lnTo>
                    <a:pt x="5719762" y="1431417"/>
                  </a:lnTo>
                  <a:lnTo>
                    <a:pt x="5721015" y="1431417"/>
                  </a:lnTo>
                  <a:lnTo>
                    <a:pt x="5722269" y="1431417"/>
                  </a:lnTo>
                  <a:lnTo>
                    <a:pt x="5723522" y="1431417"/>
                  </a:lnTo>
                  <a:lnTo>
                    <a:pt x="5724775" y="1431417"/>
                  </a:lnTo>
                  <a:lnTo>
                    <a:pt x="5726028" y="1431417"/>
                  </a:lnTo>
                  <a:lnTo>
                    <a:pt x="5727282" y="1431417"/>
                  </a:lnTo>
                  <a:lnTo>
                    <a:pt x="5728535" y="1431417"/>
                  </a:lnTo>
                  <a:lnTo>
                    <a:pt x="5729788" y="1431417"/>
                  </a:lnTo>
                  <a:lnTo>
                    <a:pt x="5731041" y="1431417"/>
                  </a:lnTo>
                  <a:lnTo>
                    <a:pt x="5732294" y="1431417"/>
                  </a:lnTo>
                  <a:lnTo>
                    <a:pt x="5733548" y="1431417"/>
                  </a:lnTo>
                  <a:lnTo>
                    <a:pt x="5734801" y="1431417"/>
                  </a:lnTo>
                  <a:lnTo>
                    <a:pt x="5736054" y="1431417"/>
                  </a:lnTo>
                  <a:lnTo>
                    <a:pt x="5737307" y="1431417"/>
                  </a:lnTo>
                  <a:lnTo>
                    <a:pt x="5738560" y="1431417"/>
                  </a:lnTo>
                  <a:lnTo>
                    <a:pt x="5739814" y="1431417"/>
                  </a:lnTo>
                  <a:lnTo>
                    <a:pt x="5741067" y="1431417"/>
                  </a:lnTo>
                  <a:lnTo>
                    <a:pt x="5742320" y="1431417"/>
                  </a:lnTo>
                  <a:lnTo>
                    <a:pt x="5743573" y="1431417"/>
                  </a:lnTo>
                  <a:lnTo>
                    <a:pt x="5744827" y="1431417"/>
                  </a:lnTo>
                  <a:lnTo>
                    <a:pt x="5746080" y="1431417"/>
                  </a:lnTo>
                  <a:lnTo>
                    <a:pt x="5747333" y="1431417"/>
                  </a:lnTo>
                  <a:lnTo>
                    <a:pt x="5748586" y="1431417"/>
                  </a:lnTo>
                  <a:lnTo>
                    <a:pt x="5749839" y="1431417"/>
                  </a:lnTo>
                  <a:lnTo>
                    <a:pt x="5751093" y="1431417"/>
                  </a:lnTo>
                  <a:lnTo>
                    <a:pt x="5752346" y="1431417"/>
                  </a:lnTo>
                  <a:lnTo>
                    <a:pt x="5753599" y="1431417"/>
                  </a:lnTo>
                  <a:lnTo>
                    <a:pt x="5754852" y="1431417"/>
                  </a:lnTo>
                  <a:lnTo>
                    <a:pt x="5756105" y="1431417"/>
                  </a:lnTo>
                  <a:lnTo>
                    <a:pt x="5757359" y="1431417"/>
                  </a:lnTo>
                  <a:lnTo>
                    <a:pt x="5758612" y="1431417"/>
                  </a:lnTo>
                  <a:lnTo>
                    <a:pt x="5759865" y="1431417"/>
                  </a:lnTo>
                  <a:lnTo>
                    <a:pt x="5761118" y="1431417"/>
                  </a:lnTo>
                  <a:lnTo>
                    <a:pt x="5762372" y="1431417"/>
                  </a:lnTo>
                  <a:lnTo>
                    <a:pt x="5763625" y="1431417"/>
                  </a:lnTo>
                  <a:lnTo>
                    <a:pt x="5764878" y="1431417"/>
                  </a:lnTo>
                  <a:lnTo>
                    <a:pt x="5766131" y="1431417"/>
                  </a:lnTo>
                  <a:lnTo>
                    <a:pt x="5767384" y="1431417"/>
                  </a:lnTo>
                  <a:lnTo>
                    <a:pt x="5768638" y="1431417"/>
                  </a:lnTo>
                  <a:lnTo>
                    <a:pt x="5769891" y="1431417"/>
                  </a:lnTo>
                  <a:lnTo>
                    <a:pt x="5771144" y="1431417"/>
                  </a:lnTo>
                  <a:lnTo>
                    <a:pt x="5772397" y="1431417"/>
                  </a:lnTo>
                  <a:lnTo>
                    <a:pt x="5773651" y="1431417"/>
                  </a:lnTo>
                  <a:lnTo>
                    <a:pt x="5774904" y="1431417"/>
                  </a:lnTo>
                  <a:lnTo>
                    <a:pt x="5776157" y="1431417"/>
                  </a:lnTo>
                  <a:lnTo>
                    <a:pt x="5777410" y="1431417"/>
                  </a:lnTo>
                  <a:lnTo>
                    <a:pt x="5778663" y="1431417"/>
                  </a:lnTo>
                  <a:lnTo>
                    <a:pt x="5779917" y="1431417"/>
                  </a:lnTo>
                  <a:lnTo>
                    <a:pt x="5781170" y="1431417"/>
                  </a:lnTo>
                  <a:lnTo>
                    <a:pt x="5782423" y="1431417"/>
                  </a:lnTo>
                  <a:lnTo>
                    <a:pt x="5783676" y="1431417"/>
                  </a:lnTo>
                  <a:lnTo>
                    <a:pt x="5784929" y="1431417"/>
                  </a:lnTo>
                  <a:lnTo>
                    <a:pt x="5786183" y="1431417"/>
                  </a:lnTo>
                  <a:lnTo>
                    <a:pt x="5787436" y="1431417"/>
                  </a:lnTo>
                  <a:lnTo>
                    <a:pt x="5788689" y="1431417"/>
                  </a:lnTo>
                  <a:lnTo>
                    <a:pt x="5789942" y="1431417"/>
                  </a:lnTo>
                  <a:lnTo>
                    <a:pt x="5791196" y="1431417"/>
                  </a:lnTo>
                  <a:lnTo>
                    <a:pt x="5792449" y="1431417"/>
                  </a:lnTo>
                  <a:lnTo>
                    <a:pt x="5793702" y="1431417"/>
                  </a:lnTo>
                  <a:lnTo>
                    <a:pt x="5794955" y="1431417"/>
                  </a:lnTo>
                  <a:lnTo>
                    <a:pt x="5796208" y="1431417"/>
                  </a:lnTo>
                  <a:lnTo>
                    <a:pt x="5797462" y="1431417"/>
                  </a:lnTo>
                  <a:lnTo>
                    <a:pt x="5798715" y="1431417"/>
                  </a:lnTo>
                  <a:lnTo>
                    <a:pt x="5799968" y="1431417"/>
                  </a:lnTo>
                  <a:lnTo>
                    <a:pt x="5801221" y="1431417"/>
                  </a:lnTo>
                  <a:lnTo>
                    <a:pt x="5802475" y="1431417"/>
                  </a:lnTo>
                  <a:lnTo>
                    <a:pt x="5803728" y="1431417"/>
                  </a:lnTo>
                  <a:lnTo>
                    <a:pt x="5804981" y="1431417"/>
                  </a:lnTo>
                  <a:lnTo>
                    <a:pt x="5806234" y="1431417"/>
                  </a:lnTo>
                  <a:lnTo>
                    <a:pt x="5807487" y="1431417"/>
                  </a:lnTo>
                  <a:lnTo>
                    <a:pt x="5808741" y="1431417"/>
                  </a:lnTo>
                  <a:lnTo>
                    <a:pt x="5809994" y="1431417"/>
                  </a:lnTo>
                  <a:lnTo>
                    <a:pt x="5811247" y="1431417"/>
                  </a:lnTo>
                  <a:lnTo>
                    <a:pt x="5812500" y="1431417"/>
                  </a:lnTo>
                  <a:lnTo>
                    <a:pt x="5813753" y="1431417"/>
                  </a:lnTo>
                  <a:lnTo>
                    <a:pt x="5815007" y="1431417"/>
                  </a:lnTo>
                  <a:lnTo>
                    <a:pt x="5816260" y="1431417"/>
                  </a:lnTo>
                  <a:lnTo>
                    <a:pt x="5817513" y="1431417"/>
                  </a:lnTo>
                  <a:lnTo>
                    <a:pt x="5818766" y="1431417"/>
                  </a:lnTo>
                  <a:lnTo>
                    <a:pt x="5820020" y="1431417"/>
                  </a:lnTo>
                  <a:lnTo>
                    <a:pt x="5821273" y="1431417"/>
                  </a:lnTo>
                  <a:lnTo>
                    <a:pt x="5822526" y="1431417"/>
                  </a:lnTo>
                  <a:lnTo>
                    <a:pt x="5823779" y="1431417"/>
                  </a:lnTo>
                  <a:lnTo>
                    <a:pt x="5825032" y="1431417"/>
                  </a:lnTo>
                  <a:lnTo>
                    <a:pt x="5826286" y="1431417"/>
                  </a:lnTo>
                  <a:lnTo>
                    <a:pt x="5827539" y="1431417"/>
                  </a:lnTo>
                  <a:lnTo>
                    <a:pt x="5828792" y="1431417"/>
                  </a:lnTo>
                  <a:lnTo>
                    <a:pt x="5830045" y="1431417"/>
                  </a:lnTo>
                  <a:lnTo>
                    <a:pt x="5831299" y="1431417"/>
                  </a:lnTo>
                  <a:lnTo>
                    <a:pt x="5832552" y="1431417"/>
                  </a:lnTo>
                  <a:lnTo>
                    <a:pt x="5833805" y="1431417"/>
                  </a:lnTo>
                  <a:lnTo>
                    <a:pt x="5835058" y="1431417"/>
                  </a:lnTo>
                  <a:lnTo>
                    <a:pt x="5836311" y="1431417"/>
                  </a:lnTo>
                  <a:lnTo>
                    <a:pt x="5837565" y="1431417"/>
                  </a:lnTo>
                  <a:lnTo>
                    <a:pt x="5838818" y="1431417"/>
                  </a:lnTo>
                  <a:lnTo>
                    <a:pt x="5840071" y="1431417"/>
                  </a:lnTo>
                  <a:lnTo>
                    <a:pt x="5841324" y="1431417"/>
                  </a:lnTo>
                  <a:lnTo>
                    <a:pt x="5842577" y="1431417"/>
                  </a:lnTo>
                  <a:lnTo>
                    <a:pt x="5843831" y="1431417"/>
                  </a:lnTo>
                  <a:lnTo>
                    <a:pt x="5845084" y="1431417"/>
                  </a:lnTo>
                  <a:lnTo>
                    <a:pt x="5846337" y="1431417"/>
                  </a:lnTo>
                  <a:lnTo>
                    <a:pt x="5847590" y="1431417"/>
                  </a:lnTo>
                  <a:lnTo>
                    <a:pt x="5848844" y="1431417"/>
                  </a:lnTo>
                  <a:lnTo>
                    <a:pt x="5850097" y="1431417"/>
                  </a:lnTo>
                  <a:lnTo>
                    <a:pt x="5851350" y="1431417"/>
                  </a:lnTo>
                  <a:lnTo>
                    <a:pt x="5852603" y="1431417"/>
                  </a:lnTo>
                  <a:lnTo>
                    <a:pt x="5853856" y="1431417"/>
                  </a:lnTo>
                  <a:lnTo>
                    <a:pt x="5855110" y="1431417"/>
                  </a:lnTo>
                  <a:lnTo>
                    <a:pt x="5856363" y="1431417"/>
                  </a:lnTo>
                  <a:lnTo>
                    <a:pt x="5857616" y="1431417"/>
                  </a:lnTo>
                  <a:lnTo>
                    <a:pt x="5858869" y="1431417"/>
                  </a:lnTo>
                  <a:lnTo>
                    <a:pt x="5860123" y="1431417"/>
                  </a:lnTo>
                  <a:lnTo>
                    <a:pt x="5861376" y="1431417"/>
                  </a:lnTo>
                  <a:lnTo>
                    <a:pt x="5862629" y="1431417"/>
                  </a:lnTo>
                  <a:lnTo>
                    <a:pt x="5863882" y="1431417"/>
                  </a:lnTo>
                  <a:lnTo>
                    <a:pt x="5865135" y="1431417"/>
                  </a:lnTo>
                  <a:lnTo>
                    <a:pt x="5866389" y="1431417"/>
                  </a:lnTo>
                  <a:lnTo>
                    <a:pt x="5867642" y="1431417"/>
                  </a:lnTo>
                  <a:lnTo>
                    <a:pt x="5868895" y="1431417"/>
                  </a:lnTo>
                  <a:lnTo>
                    <a:pt x="5870148" y="1431417"/>
                  </a:lnTo>
                  <a:lnTo>
                    <a:pt x="5871401" y="1431417"/>
                  </a:lnTo>
                  <a:lnTo>
                    <a:pt x="5872655" y="1431417"/>
                  </a:lnTo>
                  <a:lnTo>
                    <a:pt x="5873908" y="1431417"/>
                  </a:lnTo>
                  <a:lnTo>
                    <a:pt x="5875161" y="1431417"/>
                  </a:lnTo>
                  <a:lnTo>
                    <a:pt x="5876414" y="1431417"/>
                  </a:lnTo>
                  <a:lnTo>
                    <a:pt x="5877668" y="1431417"/>
                  </a:lnTo>
                  <a:lnTo>
                    <a:pt x="5878921" y="1431417"/>
                  </a:lnTo>
                  <a:lnTo>
                    <a:pt x="5880174" y="1431417"/>
                  </a:lnTo>
                  <a:lnTo>
                    <a:pt x="5881427" y="1431417"/>
                  </a:lnTo>
                  <a:lnTo>
                    <a:pt x="5882680" y="1431417"/>
                  </a:lnTo>
                  <a:lnTo>
                    <a:pt x="5883934" y="1431417"/>
                  </a:lnTo>
                  <a:lnTo>
                    <a:pt x="5885187" y="1431417"/>
                  </a:lnTo>
                  <a:lnTo>
                    <a:pt x="5886440" y="1431417"/>
                  </a:lnTo>
                  <a:lnTo>
                    <a:pt x="5887693" y="1431417"/>
                  </a:lnTo>
                  <a:lnTo>
                    <a:pt x="5888947" y="1431417"/>
                  </a:lnTo>
                  <a:lnTo>
                    <a:pt x="5890200" y="1431417"/>
                  </a:lnTo>
                  <a:lnTo>
                    <a:pt x="5891453" y="1431417"/>
                  </a:lnTo>
                  <a:lnTo>
                    <a:pt x="5892706" y="1431417"/>
                  </a:lnTo>
                  <a:lnTo>
                    <a:pt x="5893959" y="1431417"/>
                  </a:lnTo>
                  <a:lnTo>
                    <a:pt x="5895213" y="1431417"/>
                  </a:lnTo>
                  <a:lnTo>
                    <a:pt x="5896466" y="1431417"/>
                  </a:lnTo>
                  <a:lnTo>
                    <a:pt x="5897719" y="1431417"/>
                  </a:lnTo>
                  <a:lnTo>
                    <a:pt x="5898972" y="1431417"/>
                  </a:lnTo>
                  <a:lnTo>
                    <a:pt x="5900225" y="1431417"/>
                  </a:lnTo>
                  <a:lnTo>
                    <a:pt x="5901479" y="1431417"/>
                  </a:lnTo>
                  <a:lnTo>
                    <a:pt x="5902732" y="1431417"/>
                  </a:lnTo>
                  <a:lnTo>
                    <a:pt x="5903985" y="1431417"/>
                  </a:lnTo>
                  <a:lnTo>
                    <a:pt x="5905238" y="1431417"/>
                  </a:lnTo>
                  <a:lnTo>
                    <a:pt x="5906492" y="1431417"/>
                  </a:lnTo>
                  <a:lnTo>
                    <a:pt x="5907745" y="1431417"/>
                  </a:lnTo>
                  <a:lnTo>
                    <a:pt x="5908998" y="1431417"/>
                  </a:lnTo>
                  <a:lnTo>
                    <a:pt x="5910251" y="1431417"/>
                  </a:lnTo>
                  <a:lnTo>
                    <a:pt x="5911504" y="1431417"/>
                  </a:lnTo>
                  <a:lnTo>
                    <a:pt x="5912758" y="1431417"/>
                  </a:lnTo>
                  <a:lnTo>
                    <a:pt x="5914011" y="1431417"/>
                  </a:lnTo>
                  <a:lnTo>
                    <a:pt x="5915264" y="1431417"/>
                  </a:lnTo>
                  <a:lnTo>
                    <a:pt x="5916517" y="1431417"/>
                  </a:lnTo>
                  <a:lnTo>
                    <a:pt x="5917770" y="1431417"/>
                  </a:lnTo>
                  <a:lnTo>
                    <a:pt x="5919024" y="1431417"/>
                  </a:lnTo>
                  <a:lnTo>
                    <a:pt x="5920277" y="1431417"/>
                  </a:lnTo>
                  <a:lnTo>
                    <a:pt x="5921530" y="1431417"/>
                  </a:lnTo>
                  <a:lnTo>
                    <a:pt x="5922783" y="1431417"/>
                  </a:lnTo>
                  <a:lnTo>
                    <a:pt x="5924037" y="1431417"/>
                  </a:lnTo>
                  <a:lnTo>
                    <a:pt x="5925290" y="1431417"/>
                  </a:lnTo>
                  <a:lnTo>
                    <a:pt x="5926543" y="1431417"/>
                  </a:lnTo>
                  <a:lnTo>
                    <a:pt x="5927796" y="1431417"/>
                  </a:lnTo>
                  <a:lnTo>
                    <a:pt x="5929049" y="1431417"/>
                  </a:lnTo>
                  <a:lnTo>
                    <a:pt x="5930303" y="1431417"/>
                  </a:lnTo>
                  <a:lnTo>
                    <a:pt x="5931556" y="1431417"/>
                  </a:lnTo>
                  <a:lnTo>
                    <a:pt x="5932809" y="1431417"/>
                  </a:lnTo>
                  <a:lnTo>
                    <a:pt x="5934062" y="1431417"/>
                  </a:lnTo>
                  <a:lnTo>
                    <a:pt x="5935316" y="1431417"/>
                  </a:lnTo>
                  <a:lnTo>
                    <a:pt x="5936569" y="1431417"/>
                  </a:lnTo>
                  <a:lnTo>
                    <a:pt x="5937822" y="1431417"/>
                  </a:lnTo>
                  <a:lnTo>
                    <a:pt x="5939075" y="1431417"/>
                  </a:lnTo>
                  <a:lnTo>
                    <a:pt x="5940328" y="1431417"/>
                  </a:lnTo>
                  <a:lnTo>
                    <a:pt x="5941582" y="1431417"/>
                  </a:lnTo>
                  <a:lnTo>
                    <a:pt x="5942835" y="1431417"/>
                  </a:lnTo>
                  <a:lnTo>
                    <a:pt x="5944088" y="1431417"/>
                  </a:lnTo>
                  <a:lnTo>
                    <a:pt x="5945341" y="1431417"/>
                  </a:lnTo>
                  <a:lnTo>
                    <a:pt x="5946594" y="1431417"/>
                  </a:lnTo>
                  <a:lnTo>
                    <a:pt x="5947848" y="1431417"/>
                  </a:lnTo>
                  <a:lnTo>
                    <a:pt x="5949101" y="1431417"/>
                  </a:lnTo>
                  <a:lnTo>
                    <a:pt x="5950354" y="1431417"/>
                  </a:lnTo>
                  <a:lnTo>
                    <a:pt x="5951607" y="1431417"/>
                  </a:lnTo>
                  <a:lnTo>
                    <a:pt x="5952861" y="1431417"/>
                  </a:lnTo>
                  <a:lnTo>
                    <a:pt x="5954114" y="1431417"/>
                  </a:lnTo>
                  <a:lnTo>
                    <a:pt x="5955367" y="1431417"/>
                  </a:lnTo>
                  <a:lnTo>
                    <a:pt x="5956620" y="1431417"/>
                  </a:lnTo>
                  <a:lnTo>
                    <a:pt x="5957873" y="1431417"/>
                  </a:lnTo>
                  <a:lnTo>
                    <a:pt x="5959127" y="1431417"/>
                  </a:lnTo>
                  <a:lnTo>
                    <a:pt x="5960380" y="1431417"/>
                  </a:lnTo>
                  <a:lnTo>
                    <a:pt x="5961633" y="1431417"/>
                  </a:lnTo>
                  <a:lnTo>
                    <a:pt x="5962886" y="1431417"/>
                  </a:lnTo>
                  <a:lnTo>
                    <a:pt x="5964140" y="1431417"/>
                  </a:lnTo>
                  <a:lnTo>
                    <a:pt x="5965393" y="1431417"/>
                  </a:lnTo>
                  <a:lnTo>
                    <a:pt x="5966646" y="1431417"/>
                  </a:lnTo>
                  <a:lnTo>
                    <a:pt x="5967899" y="1431417"/>
                  </a:lnTo>
                  <a:lnTo>
                    <a:pt x="5969152" y="1431417"/>
                  </a:lnTo>
                  <a:lnTo>
                    <a:pt x="5970406" y="1431417"/>
                  </a:lnTo>
                  <a:lnTo>
                    <a:pt x="5971659" y="1431417"/>
                  </a:lnTo>
                  <a:lnTo>
                    <a:pt x="5972912" y="1431417"/>
                  </a:lnTo>
                  <a:lnTo>
                    <a:pt x="5974165" y="1431417"/>
                  </a:lnTo>
                  <a:lnTo>
                    <a:pt x="5975418" y="1431417"/>
                  </a:lnTo>
                  <a:lnTo>
                    <a:pt x="5976672" y="1431417"/>
                  </a:lnTo>
                  <a:lnTo>
                    <a:pt x="5977925" y="1431417"/>
                  </a:lnTo>
                  <a:lnTo>
                    <a:pt x="5979178" y="1431417"/>
                  </a:lnTo>
                  <a:lnTo>
                    <a:pt x="5980431" y="1431417"/>
                  </a:lnTo>
                  <a:lnTo>
                    <a:pt x="5981685" y="1431417"/>
                  </a:lnTo>
                  <a:lnTo>
                    <a:pt x="5982938" y="1431417"/>
                  </a:lnTo>
                  <a:lnTo>
                    <a:pt x="5984191" y="1431417"/>
                  </a:lnTo>
                  <a:lnTo>
                    <a:pt x="5985444" y="1431417"/>
                  </a:lnTo>
                  <a:lnTo>
                    <a:pt x="5986697" y="1431417"/>
                  </a:lnTo>
                  <a:lnTo>
                    <a:pt x="5987951" y="1431417"/>
                  </a:lnTo>
                  <a:lnTo>
                    <a:pt x="5989204" y="1431417"/>
                  </a:lnTo>
                  <a:lnTo>
                    <a:pt x="5990457" y="1431417"/>
                  </a:lnTo>
                  <a:lnTo>
                    <a:pt x="5991710" y="1431417"/>
                  </a:lnTo>
                  <a:lnTo>
                    <a:pt x="5992964" y="1431417"/>
                  </a:lnTo>
                  <a:lnTo>
                    <a:pt x="5994217" y="1431417"/>
                  </a:lnTo>
                  <a:lnTo>
                    <a:pt x="5995470" y="1431417"/>
                  </a:lnTo>
                  <a:lnTo>
                    <a:pt x="5996723" y="1431417"/>
                  </a:lnTo>
                  <a:lnTo>
                    <a:pt x="5997976" y="1431417"/>
                  </a:lnTo>
                  <a:lnTo>
                    <a:pt x="5999230" y="1431417"/>
                  </a:lnTo>
                  <a:lnTo>
                    <a:pt x="6000483" y="1431417"/>
                  </a:lnTo>
                  <a:lnTo>
                    <a:pt x="6001736" y="1431417"/>
                  </a:lnTo>
                  <a:lnTo>
                    <a:pt x="6002989" y="1431417"/>
                  </a:lnTo>
                  <a:lnTo>
                    <a:pt x="6004242" y="1431417"/>
                  </a:lnTo>
                  <a:lnTo>
                    <a:pt x="6005496" y="1431417"/>
                  </a:lnTo>
                  <a:lnTo>
                    <a:pt x="6006749" y="1431417"/>
                  </a:lnTo>
                  <a:lnTo>
                    <a:pt x="6008002" y="1431417"/>
                  </a:lnTo>
                  <a:lnTo>
                    <a:pt x="6009255" y="1431417"/>
                  </a:lnTo>
                  <a:lnTo>
                    <a:pt x="6010509" y="1431417"/>
                  </a:lnTo>
                  <a:lnTo>
                    <a:pt x="6011762" y="1431417"/>
                  </a:lnTo>
                  <a:lnTo>
                    <a:pt x="6013015" y="1431417"/>
                  </a:lnTo>
                  <a:lnTo>
                    <a:pt x="6014268" y="1431417"/>
                  </a:lnTo>
                  <a:lnTo>
                    <a:pt x="6015521" y="1431417"/>
                  </a:lnTo>
                  <a:lnTo>
                    <a:pt x="6016775" y="1431417"/>
                  </a:lnTo>
                  <a:lnTo>
                    <a:pt x="6018028" y="1431417"/>
                  </a:lnTo>
                  <a:lnTo>
                    <a:pt x="6019281" y="1431417"/>
                  </a:lnTo>
                  <a:lnTo>
                    <a:pt x="6020534" y="1431417"/>
                  </a:lnTo>
                  <a:lnTo>
                    <a:pt x="6021788" y="1431417"/>
                  </a:lnTo>
                  <a:lnTo>
                    <a:pt x="6023041" y="1431417"/>
                  </a:lnTo>
                  <a:lnTo>
                    <a:pt x="6024294" y="1431417"/>
                  </a:lnTo>
                  <a:lnTo>
                    <a:pt x="6025547" y="1431417"/>
                  </a:lnTo>
                  <a:lnTo>
                    <a:pt x="6026800" y="1431417"/>
                  </a:lnTo>
                  <a:lnTo>
                    <a:pt x="6028054" y="1431417"/>
                  </a:lnTo>
                  <a:lnTo>
                    <a:pt x="6029307" y="1431417"/>
                  </a:lnTo>
                  <a:lnTo>
                    <a:pt x="6030560" y="1431417"/>
                  </a:lnTo>
                  <a:lnTo>
                    <a:pt x="6031813" y="1431417"/>
                  </a:lnTo>
                  <a:lnTo>
                    <a:pt x="6033066" y="1431417"/>
                  </a:lnTo>
                  <a:lnTo>
                    <a:pt x="6034320" y="1431417"/>
                  </a:lnTo>
                  <a:lnTo>
                    <a:pt x="6035573" y="1431417"/>
                  </a:lnTo>
                  <a:lnTo>
                    <a:pt x="6036826" y="1431417"/>
                  </a:lnTo>
                  <a:lnTo>
                    <a:pt x="6038079" y="1431417"/>
                  </a:lnTo>
                  <a:lnTo>
                    <a:pt x="6039333" y="1431417"/>
                  </a:lnTo>
                  <a:lnTo>
                    <a:pt x="6040586" y="1431417"/>
                  </a:lnTo>
                  <a:lnTo>
                    <a:pt x="6041839" y="1431417"/>
                  </a:lnTo>
                  <a:lnTo>
                    <a:pt x="6043092" y="1431417"/>
                  </a:lnTo>
                  <a:lnTo>
                    <a:pt x="6044345" y="1431417"/>
                  </a:lnTo>
                  <a:lnTo>
                    <a:pt x="6045599" y="1431417"/>
                  </a:lnTo>
                  <a:lnTo>
                    <a:pt x="6046852" y="1431417"/>
                  </a:lnTo>
                  <a:lnTo>
                    <a:pt x="6048105" y="1431417"/>
                  </a:lnTo>
                  <a:lnTo>
                    <a:pt x="6049358" y="1431417"/>
                  </a:lnTo>
                  <a:lnTo>
                    <a:pt x="6050612" y="1431417"/>
                  </a:lnTo>
                  <a:lnTo>
                    <a:pt x="6051865" y="1431417"/>
                  </a:lnTo>
                  <a:lnTo>
                    <a:pt x="6053118" y="1431417"/>
                  </a:lnTo>
                  <a:lnTo>
                    <a:pt x="6054371" y="1431417"/>
                  </a:lnTo>
                  <a:lnTo>
                    <a:pt x="6055624" y="1431417"/>
                  </a:lnTo>
                  <a:lnTo>
                    <a:pt x="6056878" y="1431417"/>
                  </a:lnTo>
                  <a:lnTo>
                    <a:pt x="6058131" y="1431417"/>
                  </a:lnTo>
                  <a:lnTo>
                    <a:pt x="6059384" y="1431417"/>
                  </a:lnTo>
                  <a:lnTo>
                    <a:pt x="6060637" y="1431417"/>
                  </a:lnTo>
                  <a:lnTo>
                    <a:pt x="6061890" y="1431417"/>
                  </a:lnTo>
                  <a:lnTo>
                    <a:pt x="6063144" y="1431417"/>
                  </a:lnTo>
                  <a:lnTo>
                    <a:pt x="6064397" y="1431417"/>
                  </a:lnTo>
                  <a:lnTo>
                    <a:pt x="6065650" y="1431417"/>
                  </a:lnTo>
                  <a:lnTo>
                    <a:pt x="6066903" y="1431417"/>
                  </a:lnTo>
                  <a:lnTo>
                    <a:pt x="6068157" y="1431417"/>
                  </a:lnTo>
                  <a:lnTo>
                    <a:pt x="6069410" y="1431417"/>
                  </a:lnTo>
                  <a:lnTo>
                    <a:pt x="6070663" y="1431417"/>
                  </a:lnTo>
                  <a:lnTo>
                    <a:pt x="6071916" y="1431417"/>
                  </a:lnTo>
                  <a:lnTo>
                    <a:pt x="6073169" y="1431417"/>
                  </a:lnTo>
                  <a:lnTo>
                    <a:pt x="6074423" y="1431417"/>
                  </a:lnTo>
                  <a:lnTo>
                    <a:pt x="6075676" y="1431417"/>
                  </a:lnTo>
                  <a:lnTo>
                    <a:pt x="6076929" y="1431417"/>
                  </a:lnTo>
                  <a:lnTo>
                    <a:pt x="6078182" y="1431417"/>
                  </a:lnTo>
                  <a:lnTo>
                    <a:pt x="6079435" y="1431417"/>
                  </a:lnTo>
                  <a:lnTo>
                    <a:pt x="6080689" y="1431417"/>
                  </a:lnTo>
                  <a:lnTo>
                    <a:pt x="6081942" y="1431417"/>
                  </a:lnTo>
                  <a:lnTo>
                    <a:pt x="6083195" y="1431417"/>
                  </a:lnTo>
                  <a:lnTo>
                    <a:pt x="6084448" y="1431417"/>
                  </a:lnTo>
                  <a:lnTo>
                    <a:pt x="6085702" y="1431417"/>
                  </a:lnTo>
                  <a:lnTo>
                    <a:pt x="6086955" y="1431417"/>
                  </a:lnTo>
                  <a:lnTo>
                    <a:pt x="6088208" y="1431417"/>
                  </a:lnTo>
                  <a:lnTo>
                    <a:pt x="6089461" y="1431417"/>
                  </a:lnTo>
                  <a:lnTo>
                    <a:pt x="6090714" y="1431417"/>
                  </a:lnTo>
                  <a:lnTo>
                    <a:pt x="6091968" y="1431417"/>
                  </a:lnTo>
                  <a:lnTo>
                    <a:pt x="6093221" y="1431417"/>
                  </a:lnTo>
                  <a:lnTo>
                    <a:pt x="6094474" y="1431417"/>
                  </a:lnTo>
                  <a:lnTo>
                    <a:pt x="6095727" y="1431417"/>
                  </a:lnTo>
                  <a:lnTo>
                    <a:pt x="6096981" y="1431417"/>
                  </a:lnTo>
                  <a:lnTo>
                    <a:pt x="6098234" y="1431417"/>
                  </a:lnTo>
                  <a:lnTo>
                    <a:pt x="6099487" y="1431417"/>
                  </a:lnTo>
                  <a:lnTo>
                    <a:pt x="6100740" y="1431417"/>
                  </a:lnTo>
                  <a:lnTo>
                    <a:pt x="6101993" y="1431417"/>
                  </a:lnTo>
                  <a:lnTo>
                    <a:pt x="6103247" y="1431417"/>
                  </a:lnTo>
                  <a:lnTo>
                    <a:pt x="6104500" y="1431417"/>
                  </a:lnTo>
                  <a:lnTo>
                    <a:pt x="6105753" y="1431417"/>
                  </a:lnTo>
                  <a:lnTo>
                    <a:pt x="6107006" y="1431417"/>
                  </a:lnTo>
                  <a:lnTo>
                    <a:pt x="6108259" y="1431417"/>
                  </a:lnTo>
                  <a:lnTo>
                    <a:pt x="6109513" y="1431417"/>
                  </a:lnTo>
                  <a:lnTo>
                    <a:pt x="6110766" y="1431417"/>
                  </a:lnTo>
                  <a:lnTo>
                    <a:pt x="6112019" y="1431417"/>
                  </a:lnTo>
                  <a:lnTo>
                    <a:pt x="6113272" y="1431417"/>
                  </a:lnTo>
                  <a:lnTo>
                    <a:pt x="6114526" y="1431417"/>
                  </a:lnTo>
                  <a:lnTo>
                    <a:pt x="6115779" y="1431417"/>
                  </a:lnTo>
                  <a:lnTo>
                    <a:pt x="6117032" y="1431417"/>
                  </a:lnTo>
                  <a:lnTo>
                    <a:pt x="6118285" y="1431417"/>
                  </a:lnTo>
                  <a:lnTo>
                    <a:pt x="6119538" y="1431417"/>
                  </a:lnTo>
                  <a:lnTo>
                    <a:pt x="6120792" y="1431417"/>
                  </a:lnTo>
                  <a:lnTo>
                    <a:pt x="6122045" y="1431417"/>
                  </a:lnTo>
                  <a:lnTo>
                    <a:pt x="6123298" y="1431417"/>
                  </a:lnTo>
                  <a:lnTo>
                    <a:pt x="6124551" y="1431417"/>
                  </a:lnTo>
                  <a:lnTo>
                    <a:pt x="6125805" y="1431417"/>
                  </a:lnTo>
                  <a:lnTo>
                    <a:pt x="6127058" y="1431417"/>
                  </a:lnTo>
                  <a:lnTo>
                    <a:pt x="6128311" y="1431417"/>
                  </a:lnTo>
                  <a:lnTo>
                    <a:pt x="6129564" y="1431417"/>
                  </a:lnTo>
                  <a:lnTo>
                    <a:pt x="6130817" y="1431417"/>
                  </a:lnTo>
                  <a:lnTo>
                    <a:pt x="6132071" y="1431417"/>
                  </a:lnTo>
                  <a:lnTo>
                    <a:pt x="6133324" y="1431417"/>
                  </a:lnTo>
                  <a:lnTo>
                    <a:pt x="6134577" y="1431417"/>
                  </a:lnTo>
                  <a:lnTo>
                    <a:pt x="6135830" y="1431417"/>
                  </a:lnTo>
                  <a:lnTo>
                    <a:pt x="6137083" y="1431417"/>
                  </a:lnTo>
                  <a:lnTo>
                    <a:pt x="6138337" y="1431417"/>
                  </a:lnTo>
                  <a:lnTo>
                    <a:pt x="6139590" y="1431417"/>
                  </a:lnTo>
                  <a:lnTo>
                    <a:pt x="6140843" y="1431417"/>
                  </a:lnTo>
                  <a:lnTo>
                    <a:pt x="6142096" y="1431417"/>
                  </a:lnTo>
                  <a:lnTo>
                    <a:pt x="6143350" y="1431417"/>
                  </a:lnTo>
                  <a:lnTo>
                    <a:pt x="6144603" y="1431417"/>
                  </a:lnTo>
                  <a:lnTo>
                    <a:pt x="6145856" y="1431417"/>
                  </a:lnTo>
                  <a:lnTo>
                    <a:pt x="6147109" y="1431417"/>
                  </a:lnTo>
                  <a:lnTo>
                    <a:pt x="6148362" y="1431417"/>
                  </a:lnTo>
                  <a:lnTo>
                    <a:pt x="6149616" y="1431417"/>
                  </a:lnTo>
                  <a:lnTo>
                    <a:pt x="6150869" y="1431417"/>
                  </a:lnTo>
                  <a:lnTo>
                    <a:pt x="6152122" y="1431417"/>
                  </a:lnTo>
                  <a:lnTo>
                    <a:pt x="6153375" y="1431417"/>
                  </a:lnTo>
                  <a:lnTo>
                    <a:pt x="6154629" y="1431417"/>
                  </a:lnTo>
                  <a:lnTo>
                    <a:pt x="6155882" y="1431417"/>
                  </a:lnTo>
                  <a:lnTo>
                    <a:pt x="6157135" y="1431417"/>
                  </a:lnTo>
                  <a:lnTo>
                    <a:pt x="6158388" y="1431417"/>
                  </a:lnTo>
                  <a:lnTo>
                    <a:pt x="6159641" y="1431417"/>
                  </a:lnTo>
                  <a:lnTo>
                    <a:pt x="6160895" y="1431417"/>
                  </a:lnTo>
                  <a:lnTo>
                    <a:pt x="6162148" y="1431417"/>
                  </a:lnTo>
                  <a:lnTo>
                    <a:pt x="6163401" y="1431417"/>
                  </a:lnTo>
                  <a:lnTo>
                    <a:pt x="6164654" y="1431417"/>
                  </a:lnTo>
                  <a:lnTo>
                    <a:pt x="6165907" y="1431417"/>
                  </a:lnTo>
                  <a:lnTo>
                    <a:pt x="6167161" y="1431417"/>
                  </a:lnTo>
                  <a:lnTo>
                    <a:pt x="6168414" y="1431417"/>
                  </a:lnTo>
                  <a:lnTo>
                    <a:pt x="6169667" y="1431417"/>
                  </a:lnTo>
                  <a:lnTo>
                    <a:pt x="6170920" y="1431417"/>
                  </a:lnTo>
                  <a:lnTo>
                    <a:pt x="6172174" y="1431417"/>
                  </a:lnTo>
                  <a:lnTo>
                    <a:pt x="6173427" y="1431417"/>
                  </a:lnTo>
                  <a:lnTo>
                    <a:pt x="6174680" y="1431417"/>
                  </a:lnTo>
                  <a:lnTo>
                    <a:pt x="6175933" y="1431417"/>
                  </a:lnTo>
                  <a:lnTo>
                    <a:pt x="6177186" y="1431417"/>
                  </a:lnTo>
                  <a:lnTo>
                    <a:pt x="6178440" y="1431417"/>
                  </a:lnTo>
                  <a:lnTo>
                    <a:pt x="6179693" y="1431417"/>
                  </a:lnTo>
                  <a:lnTo>
                    <a:pt x="6180946" y="1431417"/>
                  </a:lnTo>
                  <a:lnTo>
                    <a:pt x="6182199" y="1431417"/>
                  </a:lnTo>
                  <a:lnTo>
                    <a:pt x="6183453" y="1431417"/>
                  </a:lnTo>
                  <a:lnTo>
                    <a:pt x="6184706" y="1431417"/>
                  </a:lnTo>
                  <a:lnTo>
                    <a:pt x="6185959" y="1431417"/>
                  </a:lnTo>
                  <a:lnTo>
                    <a:pt x="6187212" y="1431417"/>
                  </a:lnTo>
                  <a:lnTo>
                    <a:pt x="6188465" y="1431417"/>
                  </a:lnTo>
                  <a:lnTo>
                    <a:pt x="6189719" y="1431417"/>
                  </a:lnTo>
                  <a:lnTo>
                    <a:pt x="6190972" y="1431417"/>
                  </a:lnTo>
                  <a:lnTo>
                    <a:pt x="6192225" y="1431417"/>
                  </a:lnTo>
                  <a:lnTo>
                    <a:pt x="6193478" y="1431417"/>
                  </a:lnTo>
                  <a:lnTo>
                    <a:pt x="6194731" y="1431417"/>
                  </a:lnTo>
                  <a:lnTo>
                    <a:pt x="6195985" y="1431417"/>
                  </a:lnTo>
                  <a:lnTo>
                    <a:pt x="6197238" y="1431417"/>
                  </a:lnTo>
                  <a:lnTo>
                    <a:pt x="6198491" y="1431417"/>
                  </a:lnTo>
                  <a:lnTo>
                    <a:pt x="6199744" y="1431417"/>
                  </a:lnTo>
                  <a:lnTo>
                    <a:pt x="6200998" y="1431417"/>
                  </a:lnTo>
                  <a:lnTo>
                    <a:pt x="6202251" y="1431417"/>
                  </a:lnTo>
                  <a:lnTo>
                    <a:pt x="6203504" y="1431417"/>
                  </a:lnTo>
                  <a:lnTo>
                    <a:pt x="6204757" y="1431417"/>
                  </a:lnTo>
                  <a:lnTo>
                    <a:pt x="6204820" y="1535194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pl48"/>
            <p:cNvSpPr/>
            <p:nvPr/>
          </p:nvSpPr>
          <p:spPr>
            <a:xfrm>
              <a:off x="4885680" y="4009485"/>
              <a:ext cx="0" cy="1750917"/>
            </a:xfrm>
            <a:custGeom>
              <a:avLst/>
              <a:pathLst>
                <a:path w="0" h="1750917">
                  <a:moveTo>
                    <a:pt x="0" y="175091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49"/>
            <p:cNvSpPr/>
            <p:nvPr/>
          </p:nvSpPr>
          <p:spPr>
            <a:xfrm>
              <a:off x="4885742" y="4009485"/>
              <a:ext cx="0" cy="1750917"/>
            </a:xfrm>
            <a:custGeom>
              <a:avLst/>
              <a:pathLst>
                <a:path w="0" h="1750917">
                  <a:moveTo>
                    <a:pt x="0" y="175091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0"/>
            <p:cNvSpPr/>
            <p:nvPr/>
          </p:nvSpPr>
          <p:spPr>
            <a:xfrm>
              <a:off x="4885680" y="4009485"/>
              <a:ext cx="0" cy="1750917"/>
            </a:xfrm>
            <a:custGeom>
              <a:avLst/>
              <a:pathLst>
                <a:path w="0" h="1750917">
                  <a:moveTo>
                    <a:pt x="0" y="175091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050" cap="rnd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2026-03-09T13:50:38Z</dcterms:modified>
  <cp:category/>
</cp:coreProperties>
</file>