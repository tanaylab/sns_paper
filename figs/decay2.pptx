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69019" y="69589"/>
              <a:ext cx="7375370" cy="6385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704263" y="4532814"/>
              <a:ext cx="6704882" cy="532058"/>
            </a:xfrm>
            <a:custGeom>
              <a:avLst/>
              <a:pathLst>
                <a:path w="6704882" h="532058">
                  <a:moveTo>
                    <a:pt x="0" y="385054"/>
                  </a:moveTo>
                  <a:lnTo>
                    <a:pt x="609534" y="252501"/>
                  </a:lnTo>
                  <a:lnTo>
                    <a:pt x="1219069" y="253691"/>
                  </a:lnTo>
                  <a:lnTo>
                    <a:pt x="1828604" y="350261"/>
                  </a:lnTo>
                  <a:lnTo>
                    <a:pt x="2438138" y="334998"/>
                  </a:lnTo>
                  <a:lnTo>
                    <a:pt x="3047673" y="357790"/>
                  </a:lnTo>
                  <a:lnTo>
                    <a:pt x="3657208" y="256172"/>
                  </a:lnTo>
                  <a:lnTo>
                    <a:pt x="4266743" y="103946"/>
                  </a:lnTo>
                  <a:lnTo>
                    <a:pt x="4876277" y="0"/>
                  </a:lnTo>
                  <a:lnTo>
                    <a:pt x="5485812" y="119186"/>
                  </a:lnTo>
                  <a:lnTo>
                    <a:pt x="6095347" y="316944"/>
                  </a:lnTo>
                  <a:lnTo>
                    <a:pt x="6704882" y="532058"/>
                  </a:lnTo>
                </a:path>
              </a:pathLst>
            </a:custGeom>
            <a:ln w="1355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04263" y="4113296"/>
              <a:ext cx="6704882" cy="719648"/>
            </a:xfrm>
            <a:custGeom>
              <a:avLst/>
              <a:pathLst>
                <a:path w="6704882" h="719648">
                  <a:moveTo>
                    <a:pt x="0" y="568835"/>
                  </a:moveTo>
                  <a:lnTo>
                    <a:pt x="609534" y="606218"/>
                  </a:lnTo>
                  <a:lnTo>
                    <a:pt x="1219069" y="586608"/>
                  </a:lnTo>
                  <a:lnTo>
                    <a:pt x="1828604" y="680881"/>
                  </a:lnTo>
                  <a:lnTo>
                    <a:pt x="2438138" y="648005"/>
                  </a:lnTo>
                  <a:lnTo>
                    <a:pt x="3047673" y="612383"/>
                  </a:lnTo>
                  <a:lnTo>
                    <a:pt x="3657208" y="343701"/>
                  </a:lnTo>
                  <a:lnTo>
                    <a:pt x="4266743" y="107936"/>
                  </a:lnTo>
                  <a:lnTo>
                    <a:pt x="4876277" y="0"/>
                  </a:lnTo>
                  <a:lnTo>
                    <a:pt x="5485812" y="119288"/>
                  </a:lnTo>
                  <a:lnTo>
                    <a:pt x="6095347" y="379045"/>
                  </a:lnTo>
                  <a:lnTo>
                    <a:pt x="6704882" y="719648"/>
                  </a:lnTo>
                </a:path>
              </a:pathLst>
            </a:custGeom>
            <a:ln w="13550" cap="flat">
              <a:solidFill>
                <a:srgbClr val="D37E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04263" y="3792287"/>
              <a:ext cx="6704882" cy="913532"/>
            </a:xfrm>
            <a:custGeom>
              <a:avLst/>
              <a:pathLst>
                <a:path w="6704882" h="913532">
                  <a:moveTo>
                    <a:pt x="0" y="731833"/>
                  </a:moveTo>
                  <a:lnTo>
                    <a:pt x="609534" y="699189"/>
                  </a:lnTo>
                  <a:lnTo>
                    <a:pt x="1219069" y="816889"/>
                  </a:lnTo>
                  <a:lnTo>
                    <a:pt x="1828604" y="859774"/>
                  </a:lnTo>
                  <a:lnTo>
                    <a:pt x="2438138" y="913532"/>
                  </a:lnTo>
                  <a:lnTo>
                    <a:pt x="3047673" y="726164"/>
                  </a:lnTo>
                  <a:lnTo>
                    <a:pt x="3657208" y="360537"/>
                  </a:lnTo>
                  <a:lnTo>
                    <a:pt x="4266743" y="41823"/>
                  </a:lnTo>
                  <a:lnTo>
                    <a:pt x="4876277" y="0"/>
                  </a:lnTo>
                  <a:lnTo>
                    <a:pt x="5485812" y="107013"/>
                  </a:lnTo>
                  <a:lnTo>
                    <a:pt x="6095347" y="343789"/>
                  </a:lnTo>
                  <a:lnTo>
                    <a:pt x="6704882" y="759091"/>
                  </a:lnTo>
                </a:path>
              </a:pathLst>
            </a:custGeom>
            <a:ln w="13550" cap="flat">
              <a:solidFill>
                <a:srgbClr val="E93F3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04263" y="3443830"/>
              <a:ext cx="6704882" cy="1411850"/>
            </a:xfrm>
            <a:custGeom>
              <a:avLst/>
              <a:pathLst>
                <a:path w="6704882" h="1411850">
                  <a:moveTo>
                    <a:pt x="0" y="1411850"/>
                  </a:moveTo>
                  <a:lnTo>
                    <a:pt x="609534" y="1295848"/>
                  </a:lnTo>
                  <a:lnTo>
                    <a:pt x="1219069" y="1238776"/>
                  </a:lnTo>
                  <a:lnTo>
                    <a:pt x="1828604" y="1046938"/>
                  </a:lnTo>
                  <a:lnTo>
                    <a:pt x="2438138" y="1103864"/>
                  </a:lnTo>
                  <a:lnTo>
                    <a:pt x="3047673" y="862232"/>
                  </a:lnTo>
                  <a:lnTo>
                    <a:pt x="3657208" y="392408"/>
                  </a:lnTo>
                  <a:lnTo>
                    <a:pt x="4266743" y="37858"/>
                  </a:lnTo>
                  <a:lnTo>
                    <a:pt x="4876277" y="0"/>
                  </a:lnTo>
                  <a:lnTo>
                    <a:pt x="5485812" y="104989"/>
                  </a:lnTo>
                  <a:lnTo>
                    <a:pt x="6095347" y="274067"/>
                  </a:lnTo>
                  <a:lnTo>
                    <a:pt x="6704882" y="720012"/>
                  </a:lnTo>
                </a:path>
              </a:pathLst>
            </a:custGeom>
            <a:ln w="13550" cap="flat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69019" y="6165102"/>
              <a:ext cx="7375370" cy="0"/>
            </a:xfrm>
            <a:custGeom>
              <a:avLst/>
              <a:pathLst>
                <a:path w="7375370" h="0">
                  <a:moveTo>
                    <a:pt x="0" y="0"/>
                  </a:moveTo>
                  <a:lnTo>
                    <a:pt x="7375370" y="0"/>
                  </a:lnTo>
                  <a:lnTo>
                    <a:pt x="737537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9019" y="4350961"/>
              <a:ext cx="7375370" cy="0"/>
            </a:xfrm>
            <a:custGeom>
              <a:avLst/>
              <a:pathLst>
                <a:path w="7375370" h="0">
                  <a:moveTo>
                    <a:pt x="0" y="0"/>
                  </a:moveTo>
                  <a:lnTo>
                    <a:pt x="7375370" y="0"/>
                  </a:lnTo>
                  <a:lnTo>
                    <a:pt x="737537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69019" y="2536820"/>
              <a:ext cx="7375370" cy="0"/>
            </a:xfrm>
            <a:custGeom>
              <a:avLst/>
              <a:pathLst>
                <a:path w="7375370" h="0">
                  <a:moveTo>
                    <a:pt x="0" y="0"/>
                  </a:moveTo>
                  <a:lnTo>
                    <a:pt x="7375370" y="0"/>
                  </a:lnTo>
                  <a:lnTo>
                    <a:pt x="737537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69019" y="722679"/>
              <a:ext cx="7375370" cy="0"/>
            </a:xfrm>
            <a:custGeom>
              <a:avLst/>
              <a:pathLst>
                <a:path w="7375370" h="0">
                  <a:moveTo>
                    <a:pt x="0" y="0"/>
                  </a:moveTo>
                  <a:lnTo>
                    <a:pt x="7375370" y="0"/>
                  </a:lnTo>
                  <a:lnTo>
                    <a:pt x="737537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986290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143260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346095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561058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779098" y="69589"/>
              <a:ext cx="0" cy="6385776"/>
            </a:xfrm>
            <a:custGeom>
              <a:avLst/>
              <a:pathLst>
                <a:path w="0" h="6385776">
                  <a:moveTo>
                    <a:pt x="0" y="63857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06627" y="69589"/>
              <a:ext cx="2524190" cy="6385776"/>
            </a:xfrm>
            <a:custGeom>
              <a:avLst/>
              <a:pathLst>
                <a:path w="2524190" h="6385776">
                  <a:moveTo>
                    <a:pt x="0" y="0"/>
                  </a:moveTo>
                  <a:lnTo>
                    <a:pt x="2524190" y="638577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69019" y="69589"/>
              <a:ext cx="7375370" cy="6385776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235284" y="6124366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35284" y="4308642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35284" y="2493028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35284" y="681943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25" name="pl25"/>
            <p:cNvSpPr/>
            <p:nvPr/>
          </p:nvSpPr>
          <p:spPr>
            <a:xfrm>
              <a:off x="334224" y="61651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34224" y="43509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34224" y="253682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34224" y="7226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99496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923332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447169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971006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494843" y="6455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310628" y="6516412"/>
              <a:ext cx="17773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7.5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798912" y="6514939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10.0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322749" y="6514939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12.5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846586" y="6514939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15.0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370423" y="6516412"/>
              <a:ext cx="248840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17.5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69426" y="6620266"/>
              <a:ext cx="374556" cy="139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d_bin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-583174" y="3192934"/>
              <a:ext cx="1370124" cy="139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log2(k27_eb4_sum)</a:t>
              </a:r>
            </a:p>
          </p:txBody>
        </p:sp>
        <p:sp>
          <p:nvSpPr>
            <p:cNvPr id="41" name="rc41"/>
            <p:cNvSpPr/>
            <p:nvPr/>
          </p:nvSpPr>
          <p:spPr>
            <a:xfrm>
              <a:off x="7883567" y="2653731"/>
              <a:ext cx="1190843" cy="12174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7953156" y="2700605"/>
              <a:ext cx="451364" cy="139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cg_bin</a:t>
              </a:r>
            </a:p>
          </p:txBody>
        </p:sp>
        <p:sp>
          <p:nvSpPr>
            <p:cNvPr id="43" name="rc43"/>
            <p:cNvSpPr/>
            <p:nvPr/>
          </p:nvSpPr>
          <p:spPr>
            <a:xfrm>
              <a:off x="7953156" y="2923809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975102" y="303353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7953156" y="3143265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7975102" y="325299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D37E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7953156" y="336272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7975102" y="347244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E93F3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953156" y="358217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7975102" y="369190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8242201" y="2974629"/>
              <a:ext cx="554106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(-1,0.005]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42201" y="3194085"/>
              <a:ext cx="691515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(0.005,0.01]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242201" y="3413541"/>
              <a:ext cx="691515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(0.01,0.015]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242201" y="3632997"/>
              <a:ext cx="762620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(0.015,0.035]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2026-03-10T18:03:35Z</dcterms:modified>
  <cp:category/>
</cp:coreProperties>
</file>